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219303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34444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46958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94721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1719860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7188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0524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73860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47196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67203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40539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3875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87211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941876" y="5149314"/>
              <a:ext cx="330011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71887" y="5149314"/>
              <a:ext cx="366679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38566" y="4846029"/>
              <a:ext cx="366679" cy="37327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005245" y="4589403"/>
              <a:ext cx="366679" cy="62989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371925" y="4519414"/>
              <a:ext cx="366679" cy="6998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738604" y="4006163"/>
              <a:ext cx="366679" cy="121314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3105283" y="3189626"/>
              <a:ext cx="366679" cy="20296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471962" y="2979660"/>
              <a:ext cx="366679" cy="223964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838641" y="2093134"/>
              <a:ext cx="366679" cy="312616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4205320" y="2023145"/>
              <a:ext cx="366679" cy="319615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572000" y="1929827"/>
              <a:ext cx="366679" cy="32894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938679" y="2373089"/>
              <a:ext cx="366679" cy="284621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305358" y="2863011"/>
              <a:ext cx="366679" cy="2356291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672037" y="3562900"/>
              <a:ext cx="366679" cy="165640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038716" y="3772867"/>
              <a:ext cx="366679" cy="14464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405395" y="4262789"/>
              <a:ext cx="366679" cy="95651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772074" y="4449426"/>
              <a:ext cx="366679" cy="76987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38754" y="4799370"/>
              <a:ext cx="366679" cy="41993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505433" y="5032666"/>
              <a:ext cx="366679" cy="1866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872112" y="5009336"/>
              <a:ext cx="330011" cy="20996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1271887" y="3541504"/>
              <a:ext cx="6600224" cy="1624686"/>
            </a:xfrm>
            <a:custGeom>
              <a:avLst/>
              <a:pathLst>
                <a:path w="6600224" h="1624686">
                  <a:moveTo>
                    <a:pt x="0" y="0"/>
                  </a:moveTo>
                  <a:lnTo>
                    <a:pt x="33166" y="11054"/>
                  </a:lnTo>
                  <a:lnTo>
                    <a:pt x="66333" y="22003"/>
                  </a:lnTo>
                  <a:lnTo>
                    <a:pt x="99500" y="32846"/>
                  </a:lnTo>
                  <a:lnTo>
                    <a:pt x="132667" y="43582"/>
                  </a:lnTo>
                  <a:lnTo>
                    <a:pt x="165834" y="54211"/>
                  </a:lnTo>
                  <a:lnTo>
                    <a:pt x="199001" y="64732"/>
                  </a:lnTo>
                  <a:lnTo>
                    <a:pt x="232168" y="75144"/>
                  </a:lnTo>
                  <a:lnTo>
                    <a:pt x="265335" y="85446"/>
                  </a:lnTo>
                  <a:lnTo>
                    <a:pt x="298502" y="95637"/>
                  </a:lnTo>
                  <a:lnTo>
                    <a:pt x="331669" y="105717"/>
                  </a:lnTo>
                  <a:lnTo>
                    <a:pt x="364836" y="115683"/>
                  </a:lnTo>
                  <a:lnTo>
                    <a:pt x="398003" y="125536"/>
                  </a:lnTo>
                  <a:lnTo>
                    <a:pt x="431170" y="135274"/>
                  </a:lnTo>
                  <a:lnTo>
                    <a:pt x="464337" y="144895"/>
                  </a:lnTo>
                  <a:lnTo>
                    <a:pt x="497504" y="154398"/>
                  </a:lnTo>
                  <a:lnTo>
                    <a:pt x="530671" y="163782"/>
                  </a:lnTo>
                  <a:lnTo>
                    <a:pt x="563838" y="173046"/>
                  </a:lnTo>
                  <a:lnTo>
                    <a:pt x="597005" y="182188"/>
                  </a:lnTo>
                  <a:lnTo>
                    <a:pt x="630172" y="191206"/>
                  </a:lnTo>
                  <a:lnTo>
                    <a:pt x="663339" y="200099"/>
                  </a:lnTo>
                  <a:lnTo>
                    <a:pt x="696506" y="208864"/>
                  </a:lnTo>
                  <a:lnTo>
                    <a:pt x="729673" y="217502"/>
                  </a:lnTo>
                  <a:lnTo>
                    <a:pt x="762840" y="226008"/>
                  </a:lnTo>
                  <a:lnTo>
                    <a:pt x="796007" y="234383"/>
                  </a:lnTo>
                  <a:lnTo>
                    <a:pt x="829173" y="242624"/>
                  </a:lnTo>
                  <a:lnTo>
                    <a:pt x="862340" y="250730"/>
                  </a:lnTo>
                  <a:lnTo>
                    <a:pt x="895507" y="258698"/>
                  </a:lnTo>
                  <a:lnTo>
                    <a:pt x="928674" y="266527"/>
                  </a:lnTo>
                  <a:lnTo>
                    <a:pt x="961841" y="274216"/>
                  </a:lnTo>
                  <a:lnTo>
                    <a:pt x="995008" y="281764"/>
                  </a:lnTo>
                  <a:lnTo>
                    <a:pt x="1028175" y="289169"/>
                  </a:lnTo>
                  <a:lnTo>
                    <a:pt x="1061342" y="296431"/>
                  </a:lnTo>
                  <a:lnTo>
                    <a:pt x="1094509" y="303549"/>
                  </a:lnTo>
                  <a:lnTo>
                    <a:pt x="1127676" y="310523"/>
                  </a:lnTo>
                  <a:lnTo>
                    <a:pt x="1160843" y="317353"/>
                  </a:lnTo>
                  <a:lnTo>
                    <a:pt x="1194010" y="324040"/>
                  </a:lnTo>
                  <a:lnTo>
                    <a:pt x="1227177" y="330586"/>
                  </a:lnTo>
                  <a:lnTo>
                    <a:pt x="1260344" y="336993"/>
                  </a:lnTo>
                  <a:lnTo>
                    <a:pt x="1293511" y="343263"/>
                  </a:lnTo>
                  <a:lnTo>
                    <a:pt x="1326678" y="349401"/>
                  </a:lnTo>
                  <a:lnTo>
                    <a:pt x="1359845" y="355410"/>
                  </a:lnTo>
                  <a:lnTo>
                    <a:pt x="1393012" y="361297"/>
                  </a:lnTo>
                  <a:lnTo>
                    <a:pt x="1426179" y="367067"/>
                  </a:lnTo>
                  <a:lnTo>
                    <a:pt x="1459346" y="372730"/>
                  </a:lnTo>
                  <a:lnTo>
                    <a:pt x="1492513" y="378292"/>
                  </a:lnTo>
                  <a:lnTo>
                    <a:pt x="1525680" y="383764"/>
                  </a:lnTo>
                  <a:lnTo>
                    <a:pt x="1558847" y="389156"/>
                  </a:lnTo>
                  <a:lnTo>
                    <a:pt x="1592014" y="394480"/>
                  </a:lnTo>
                  <a:lnTo>
                    <a:pt x="1625181" y="399748"/>
                  </a:lnTo>
                  <a:lnTo>
                    <a:pt x="1658347" y="404973"/>
                  </a:lnTo>
                  <a:lnTo>
                    <a:pt x="1691514" y="410168"/>
                  </a:lnTo>
                  <a:lnTo>
                    <a:pt x="1724681" y="415347"/>
                  </a:lnTo>
                  <a:lnTo>
                    <a:pt x="1757848" y="420525"/>
                  </a:lnTo>
                  <a:lnTo>
                    <a:pt x="1791015" y="425715"/>
                  </a:lnTo>
                  <a:lnTo>
                    <a:pt x="1824182" y="430933"/>
                  </a:lnTo>
                  <a:lnTo>
                    <a:pt x="1857349" y="436191"/>
                  </a:lnTo>
                  <a:lnTo>
                    <a:pt x="1890516" y="441503"/>
                  </a:lnTo>
                  <a:lnTo>
                    <a:pt x="1923683" y="446906"/>
                  </a:lnTo>
                  <a:lnTo>
                    <a:pt x="1956850" y="452511"/>
                  </a:lnTo>
                  <a:lnTo>
                    <a:pt x="1990017" y="458315"/>
                  </a:lnTo>
                  <a:lnTo>
                    <a:pt x="2023184" y="464299"/>
                  </a:lnTo>
                  <a:lnTo>
                    <a:pt x="2056351" y="470441"/>
                  </a:lnTo>
                  <a:lnTo>
                    <a:pt x="2089518" y="476716"/>
                  </a:lnTo>
                  <a:lnTo>
                    <a:pt x="2122685" y="483103"/>
                  </a:lnTo>
                  <a:lnTo>
                    <a:pt x="2155852" y="489578"/>
                  </a:lnTo>
                  <a:lnTo>
                    <a:pt x="2189019" y="496116"/>
                  </a:lnTo>
                  <a:lnTo>
                    <a:pt x="2222186" y="502694"/>
                  </a:lnTo>
                  <a:lnTo>
                    <a:pt x="2255353" y="509292"/>
                  </a:lnTo>
                  <a:lnTo>
                    <a:pt x="2288520" y="515889"/>
                  </a:lnTo>
                  <a:lnTo>
                    <a:pt x="2321687" y="522464"/>
                  </a:lnTo>
                  <a:lnTo>
                    <a:pt x="2354854" y="529000"/>
                  </a:lnTo>
                  <a:lnTo>
                    <a:pt x="2388021" y="535480"/>
                  </a:lnTo>
                  <a:lnTo>
                    <a:pt x="2421188" y="541891"/>
                  </a:lnTo>
                  <a:lnTo>
                    <a:pt x="2454355" y="548217"/>
                  </a:lnTo>
                  <a:lnTo>
                    <a:pt x="2487521" y="554448"/>
                  </a:lnTo>
                  <a:lnTo>
                    <a:pt x="2520688" y="560574"/>
                  </a:lnTo>
                  <a:lnTo>
                    <a:pt x="2553855" y="567073"/>
                  </a:lnTo>
                  <a:lnTo>
                    <a:pt x="2587022" y="574203"/>
                  </a:lnTo>
                  <a:lnTo>
                    <a:pt x="2620189" y="581799"/>
                  </a:lnTo>
                  <a:lnTo>
                    <a:pt x="2653356" y="589698"/>
                  </a:lnTo>
                  <a:lnTo>
                    <a:pt x="2686523" y="597745"/>
                  </a:lnTo>
                  <a:lnTo>
                    <a:pt x="2719690" y="605804"/>
                  </a:lnTo>
                  <a:lnTo>
                    <a:pt x="2752857" y="613759"/>
                  </a:lnTo>
                  <a:lnTo>
                    <a:pt x="2786024" y="621523"/>
                  </a:lnTo>
                  <a:lnTo>
                    <a:pt x="2819191" y="629032"/>
                  </a:lnTo>
                  <a:lnTo>
                    <a:pt x="2852358" y="636248"/>
                  </a:lnTo>
                  <a:lnTo>
                    <a:pt x="2885525" y="643153"/>
                  </a:lnTo>
                  <a:lnTo>
                    <a:pt x="2918692" y="649743"/>
                  </a:lnTo>
                  <a:lnTo>
                    <a:pt x="2951859" y="656074"/>
                  </a:lnTo>
                  <a:lnTo>
                    <a:pt x="2985026" y="662510"/>
                  </a:lnTo>
                  <a:lnTo>
                    <a:pt x="3018193" y="669022"/>
                  </a:lnTo>
                  <a:lnTo>
                    <a:pt x="3051360" y="675499"/>
                  </a:lnTo>
                  <a:lnTo>
                    <a:pt x="3084527" y="681840"/>
                  </a:lnTo>
                  <a:lnTo>
                    <a:pt x="3117694" y="687967"/>
                  </a:lnTo>
                  <a:lnTo>
                    <a:pt x="3150861" y="693834"/>
                  </a:lnTo>
                  <a:lnTo>
                    <a:pt x="3184028" y="699432"/>
                  </a:lnTo>
                  <a:lnTo>
                    <a:pt x="3217195" y="704790"/>
                  </a:lnTo>
                  <a:lnTo>
                    <a:pt x="3250362" y="709975"/>
                  </a:lnTo>
                  <a:lnTo>
                    <a:pt x="3283529" y="715085"/>
                  </a:lnTo>
                  <a:lnTo>
                    <a:pt x="3316695" y="720236"/>
                  </a:lnTo>
                  <a:lnTo>
                    <a:pt x="3349862" y="725552"/>
                  </a:lnTo>
                  <a:lnTo>
                    <a:pt x="3383029" y="730954"/>
                  </a:lnTo>
                  <a:lnTo>
                    <a:pt x="3416196" y="736171"/>
                  </a:lnTo>
                  <a:lnTo>
                    <a:pt x="3449363" y="741129"/>
                  </a:lnTo>
                  <a:lnTo>
                    <a:pt x="3482530" y="745767"/>
                  </a:lnTo>
                  <a:lnTo>
                    <a:pt x="3515697" y="750052"/>
                  </a:lnTo>
                  <a:lnTo>
                    <a:pt x="3548864" y="753995"/>
                  </a:lnTo>
                  <a:lnTo>
                    <a:pt x="3582031" y="757656"/>
                  </a:lnTo>
                  <a:lnTo>
                    <a:pt x="3615198" y="761148"/>
                  </a:lnTo>
                  <a:lnTo>
                    <a:pt x="3648365" y="764625"/>
                  </a:lnTo>
                  <a:lnTo>
                    <a:pt x="3681532" y="768279"/>
                  </a:lnTo>
                  <a:lnTo>
                    <a:pt x="3714699" y="772318"/>
                  </a:lnTo>
                  <a:lnTo>
                    <a:pt x="3747866" y="776873"/>
                  </a:lnTo>
                  <a:lnTo>
                    <a:pt x="3781033" y="781454"/>
                  </a:lnTo>
                  <a:lnTo>
                    <a:pt x="3814200" y="785894"/>
                  </a:lnTo>
                  <a:lnTo>
                    <a:pt x="3847367" y="790149"/>
                  </a:lnTo>
                  <a:lnTo>
                    <a:pt x="3880534" y="794183"/>
                  </a:lnTo>
                  <a:lnTo>
                    <a:pt x="3913701" y="797974"/>
                  </a:lnTo>
                  <a:lnTo>
                    <a:pt x="3946868" y="801519"/>
                  </a:lnTo>
                  <a:lnTo>
                    <a:pt x="3980035" y="804837"/>
                  </a:lnTo>
                  <a:lnTo>
                    <a:pt x="4013202" y="807966"/>
                  </a:lnTo>
                  <a:lnTo>
                    <a:pt x="4046369" y="810967"/>
                  </a:lnTo>
                  <a:lnTo>
                    <a:pt x="4079536" y="813915"/>
                  </a:lnTo>
                  <a:lnTo>
                    <a:pt x="4112703" y="816902"/>
                  </a:lnTo>
                  <a:lnTo>
                    <a:pt x="4145869" y="820028"/>
                  </a:lnTo>
                  <a:lnTo>
                    <a:pt x="4179036" y="823397"/>
                  </a:lnTo>
                  <a:lnTo>
                    <a:pt x="4212203" y="827110"/>
                  </a:lnTo>
                  <a:lnTo>
                    <a:pt x="4245370" y="830932"/>
                  </a:lnTo>
                  <a:lnTo>
                    <a:pt x="4278537" y="834565"/>
                  </a:lnTo>
                  <a:lnTo>
                    <a:pt x="4311704" y="838001"/>
                  </a:lnTo>
                  <a:lnTo>
                    <a:pt x="4344871" y="841237"/>
                  </a:lnTo>
                  <a:lnTo>
                    <a:pt x="4378038" y="844272"/>
                  </a:lnTo>
                  <a:lnTo>
                    <a:pt x="4411205" y="847105"/>
                  </a:lnTo>
                  <a:lnTo>
                    <a:pt x="4444372" y="849742"/>
                  </a:lnTo>
                  <a:lnTo>
                    <a:pt x="4477539" y="852189"/>
                  </a:lnTo>
                  <a:lnTo>
                    <a:pt x="4510706" y="854455"/>
                  </a:lnTo>
                  <a:lnTo>
                    <a:pt x="4543873" y="856555"/>
                  </a:lnTo>
                  <a:lnTo>
                    <a:pt x="4577040" y="858505"/>
                  </a:lnTo>
                  <a:lnTo>
                    <a:pt x="4610207" y="860325"/>
                  </a:lnTo>
                  <a:lnTo>
                    <a:pt x="4643374" y="862037"/>
                  </a:lnTo>
                  <a:lnTo>
                    <a:pt x="4676541" y="863668"/>
                  </a:lnTo>
                  <a:lnTo>
                    <a:pt x="4709708" y="865243"/>
                  </a:lnTo>
                  <a:lnTo>
                    <a:pt x="4742875" y="866793"/>
                  </a:lnTo>
                  <a:lnTo>
                    <a:pt x="4776042" y="868345"/>
                  </a:lnTo>
                  <a:lnTo>
                    <a:pt x="4809209" y="869932"/>
                  </a:lnTo>
                  <a:lnTo>
                    <a:pt x="4842376" y="871581"/>
                  </a:lnTo>
                  <a:lnTo>
                    <a:pt x="4875543" y="873322"/>
                  </a:lnTo>
                  <a:lnTo>
                    <a:pt x="4908710" y="875181"/>
                  </a:lnTo>
                  <a:lnTo>
                    <a:pt x="4941876" y="877102"/>
                  </a:lnTo>
                  <a:lnTo>
                    <a:pt x="4975043" y="879028"/>
                  </a:lnTo>
                  <a:lnTo>
                    <a:pt x="5008210" y="880960"/>
                  </a:lnTo>
                  <a:lnTo>
                    <a:pt x="5041377" y="882894"/>
                  </a:lnTo>
                  <a:lnTo>
                    <a:pt x="5074544" y="884828"/>
                  </a:lnTo>
                  <a:lnTo>
                    <a:pt x="5107711" y="886759"/>
                  </a:lnTo>
                  <a:lnTo>
                    <a:pt x="5140878" y="888680"/>
                  </a:lnTo>
                  <a:lnTo>
                    <a:pt x="5174045" y="890587"/>
                  </a:lnTo>
                  <a:lnTo>
                    <a:pt x="5207212" y="892474"/>
                  </a:lnTo>
                  <a:lnTo>
                    <a:pt x="5240379" y="894333"/>
                  </a:lnTo>
                  <a:lnTo>
                    <a:pt x="5273546" y="896158"/>
                  </a:lnTo>
                  <a:lnTo>
                    <a:pt x="5306713" y="897941"/>
                  </a:lnTo>
                  <a:lnTo>
                    <a:pt x="5339880" y="899674"/>
                  </a:lnTo>
                  <a:lnTo>
                    <a:pt x="5373047" y="901347"/>
                  </a:lnTo>
                  <a:lnTo>
                    <a:pt x="5406214" y="902952"/>
                  </a:lnTo>
                  <a:lnTo>
                    <a:pt x="5439381" y="904481"/>
                  </a:lnTo>
                  <a:lnTo>
                    <a:pt x="5472548" y="905924"/>
                  </a:lnTo>
                  <a:lnTo>
                    <a:pt x="5505715" y="907271"/>
                  </a:lnTo>
                  <a:lnTo>
                    <a:pt x="5538882" y="908515"/>
                  </a:lnTo>
                  <a:lnTo>
                    <a:pt x="5572049" y="909645"/>
                  </a:lnTo>
                  <a:lnTo>
                    <a:pt x="5605216" y="910653"/>
                  </a:lnTo>
                  <a:lnTo>
                    <a:pt x="5638383" y="911530"/>
                  </a:lnTo>
                  <a:lnTo>
                    <a:pt x="5671550" y="912268"/>
                  </a:lnTo>
                  <a:lnTo>
                    <a:pt x="5704717" y="912859"/>
                  </a:lnTo>
                  <a:lnTo>
                    <a:pt x="5737884" y="913296"/>
                  </a:lnTo>
                  <a:lnTo>
                    <a:pt x="5771050" y="913570"/>
                  </a:lnTo>
                  <a:lnTo>
                    <a:pt x="5804217" y="913676"/>
                  </a:lnTo>
                  <a:lnTo>
                    <a:pt x="5837384" y="913608"/>
                  </a:lnTo>
                  <a:lnTo>
                    <a:pt x="5870551" y="913358"/>
                  </a:lnTo>
                  <a:lnTo>
                    <a:pt x="5903718" y="912924"/>
                  </a:lnTo>
                  <a:lnTo>
                    <a:pt x="5936885" y="912298"/>
                  </a:lnTo>
                  <a:lnTo>
                    <a:pt x="5970052" y="911478"/>
                  </a:lnTo>
                  <a:lnTo>
                    <a:pt x="6003219" y="910460"/>
                  </a:lnTo>
                  <a:lnTo>
                    <a:pt x="6036386" y="909240"/>
                  </a:lnTo>
                  <a:lnTo>
                    <a:pt x="6069553" y="907815"/>
                  </a:lnTo>
                  <a:lnTo>
                    <a:pt x="6102720" y="906184"/>
                  </a:lnTo>
                  <a:lnTo>
                    <a:pt x="6135887" y="904343"/>
                  </a:lnTo>
                  <a:lnTo>
                    <a:pt x="6169054" y="902291"/>
                  </a:lnTo>
                  <a:lnTo>
                    <a:pt x="6202221" y="900028"/>
                  </a:lnTo>
                  <a:lnTo>
                    <a:pt x="6235388" y="897551"/>
                  </a:lnTo>
                  <a:lnTo>
                    <a:pt x="6268555" y="894860"/>
                  </a:lnTo>
                  <a:lnTo>
                    <a:pt x="6301722" y="891955"/>
                  </a:lnTo>
                  <a:lnTo>
                    <a:pt x="6334889" y="888835"/>
                  </a:lnTo>
                  <a:lnTo>
                    <a:pt x="6368056" y="885501"/>
                  </a:lnTo>
                  <a:lnTo>
                    <a:pt x="6401223" y="881951"/>
                  </a:lnTo>
                  <a:lnTo>
                    <a:pt x="6434390" y="878187"/>
                  </a:lnTo>
                  <a:lnTo>
                    <a:pt x="6467557" y="874209"/>
                  </a:lnTo>
                  <a:lnTo>
                    <a:pt x="6500724" y="870017"/>
                  </a:lnTo>
                  <a:lnTo>
                    <a:pt x="6533891" y="865611"/>
                  </a:lnTo>
                  <a:lnTo>
                    <a:pt x="6567058" y="860993"/>
                  </a:lnTo>
                  <a:lnTo>
                    <a:pt x="6600224" y="856163"/>
                  </a:lnTo>
                  <a:lnTo>
                    <a:pt x="6600224" y="1624686"/>
                  </a:lnTo>
                  <a:lnTo>
                    <a:pt x="6567058" y="1609675"/>
                  </a:lnTo>
                  <a:lnTo>
                    <a:pt x="6533891" y="1594929"/>
                  </a:lnTo>
                  <a:lnTo>
                    <a:pt x="6500724" y="1580449"/>
                  </a:lnTo>
                  <a:lnTo>
                    <a:pt x="6467557" y="1566238"/>
                  </a:lnTo>
                  <a:lnTo>
                    <a:pt x="6434390" y="1552297"/>
                  </a:lnTo>
                  <a:lnTo>
                    <a:pt x="6401223" y="1538627"/>
                  </a:lnTo>
                  <a:lnTo>
                    <a:pt x="6368056" y="1525231"/>
                  </a:lnTo>
                  <a:lnTo>
                    <a:pt x="6334889" y="1512111"/>
                  </a:lnTo>
                  <a:lnTo>
                    <a:pt x="6301722" y="1499267"/>
                  </a:lnTo>
                  <a:lnTo>
                    <a:pt x="6268555" y="1486700"/>
                  </a:lnTo>
                  <a:lnTo>
                    <a:pt x="6235388" y="1474413"/>
                  </a:lnTo>
                  <a:lnTo>
                    <a:pt x="6202221" y="1462404"/>
                  </a:lnTo>
                  <a:lnTo>
                    <a:pt x="6169054" y="1450676"/>
                  </a:lnTo>
                  <a:lnTo>
                    <a:pt x="6135887" y="1439228"/>
                  </a:lnTo>
                  <a:lnTo>
                    <a:pt x="6102720" y="1428061"/>
                  </a:lnTo>
                  <a:lnTo>
                    <a:pt x="6069553" y="1417173"/>
                  </a:lnTo>
                  <a:lnTo>
                    <a:pt x="6036386" y="1406565"/>
                  </a:lnTo>
                  <a:lnTo>
                    <a:pt x="6003219" y="1396234"/>
                  </a:lnTo>
                  <a:lnTo>
                    <a:pt x="5970052" y="1386180"/>
                  </a:lnTo>
                  <a:lnTo>
                    <a:pt x="5936885" y="1376401"/>
                  </a:lnTo>
                  <a:lnTo>
                    <a:pt x="5903718" y="1366894"/>
                  </a:lnTo>
                  <a:lnTo>
                    <a:pt x="5870551" y="1357656"/>
                  </a:lnTo>
                  <a:lnTo>
                    <a:pt x="5837384" y="1348683"/>
                  </a:lnTo>
                  <a:lnTo>
                    <a:pt x="5804217" y="1339973"/>
                  </a:lnTo>
                  <a:lnTo>
                    <a:pt x="5771050" y="1331519"/>
                  </a:lnTo>
                  <a:lnTo>
                    <a:pt x="5737884" y="1323319"/>
                  </a:lnTo>
                  <a:lnTo>
                    <a:pt x="5704717" y="1315365"/>
                  </a:lnTo>
                  <a:lnTo>
                    <a:pt x="5671550" y="1307653"/>
                  </a:lnTo>
                  <a:lnTo>
                    <a:pt x="5638383" y="1300175"/>
                  </a:lnTo>
                  <a:lnTo>
                    <a:pt x="5605216" y="1292926"/>
                  </a:lnTo>
                  <a:lnTo>
                    <a:pt x="5572049" y="1285898"/>
                  </a:lnTo>
                  <a:lnTo>
                    <a:pt x="5538882" y="1279084"/>
                  </a:lnTo>
                  <a:lnTo>
                    <a:pt x="5505715" y="1272477"/>
                  </a:lnTo>
                  <a:lnTo>
                    <a:pt x="5472548" y="1266068"/>
                  </a:lnTo>
                  <a:lnTo>
                    <a:pt x="5439381" y="1259850"/>
                  </a:lnTo>
                  <a:lnTo>
                    <a:pt x="5406214" y="1253816"/>
                  </a:lnTo>
                  <a:lnTo>
                    <a:pt x="5373047" y="1247956"/>
                  </a:lnTo>
                  <a:lnTo>
                    <a:pt x="5339880" y="1242264"/>
                  </a:lnTo>
                  <a:lnTo>
                    <a:pt x="5306713" y="1236732"/>
                  </a:lnTo>
                  <a:lnTo>
                    <a:pt x="5273546" y="1231353"/>
                  </a:lnTo>
                  <a:lnTo>
                    <a:pt x="5240379" y="1226120"/>
                  </a:lnTo>
                  <a:lnTo>
                    <a:pt x="5207212" y="1221026"/>
                  </a:lnTo>
                  <a:lnTo>
                    <a:pt x="5174045" y="1216066"/>
                  </a:lnTo>
                  <a:lnTo>
                    <a:pt x="5140878" y="1211234"/>
                  </a:lnTo>
                  <a:lnTo>
                    <a:pt x="5107711" y="1206525"/>
                  </a:lnTo>
                  <a:lnTo>
                    <a:pt x="5074544" y="1201935"/>
                  </a:lnTo>
                  <a:lnTo>
                    <a:pt x="5041377" y="1197461"/>
                  </a:lnTo>
                  <a:lnTo>
                    <a:pt x="5008210" y="1193099"/>
                  </a:lnTo>
                  <a:lnTo>
                    <a:pt x="4975043" y="1188849"/>
                  </a:lnTo>
                  <a:lnTo>
                    <a:pt x="4941876" y="1184709"/>
                  </a:lnTo>
                  <a:lnTo>
                    <a:pt x="4908710" y="1180680"/>
                  </a:lnTo>
                  <a:lnTo>
                    <a:pt x="4875543" y="1176743"/>
                  </a:lnTo>
                  <a:lnTo>
                    <a:pt x="4842376" y="1172869"/>
                  </a:lnTo>
                  <a:lnTo>
                    <a:pt x="4809209" y="1169052"/>
                  </a:lnTo>
                  <a:lnTo>
                    <a:pt x="4776042" y="1165290"/>
                  </a:lnTo>
                  <a:lnTo>
                    <a:pt x="4742875" y="1161582"/>
                  </a:lnTo>
                  <a:lnTo>
                    <a:pt x="4709708" y="1157925"/>
                  </a:lnTo>
                  <a:lnTo>
                    <a:pt x="4676541" y="1154319"/>
                  </a:lnTo>
                  <a:lnTo>
                    <a:pt x="4643374" y="1150760"/>
                  </a:lnTo>
                  <a:lnTo>
                    <a:pt x="4610207" y="1147244"/>
                  </a:lnTo>
                  <a:lnTo>
                    <a:pt x="4577040" y="1143766"/>
                  </a:lnTo>
                  <a:lnTo>
                    <a:pt x="4543873" y="1140315"/>
                  </a:lnTo>
                  <a:lnTo>
                    <a:pt x="4510706" y="1136881"/>
                  </a:lnTo>
                  <a:lnTo>
                    <a:pt x="4477539" y="1133449"/>
                  </a:lnTo>
                  <a:lnTo>
                    <a:pt x="4444372" y="1130001"/>
                  </a:lnTo>
                  <a:lnTo>
                    <a:pt x="4411205" y="1126516"/>
                  </a:lnTo>
                  <a:lnTo>
                    <a:pt x="4378038" y="1122969"/>
                  </a:lnTo>
                  <a:lnTo>
                    <a:pt x="4344871" y="1119332"/>
                  </a:lnTo>
                  <a:lnTo>
                    <a:pt x="4311704" y="1115575"/>
                  </a:lnTo>
                  <a:lnTo>
                    <a:pt x="4278537" y="1111665"/>
                  </a:lnTo>
                  <a:lnTo>
                    <a:pt x="4245370" y="1107567"/>
                  </a:lnTo>
                  <a:lnTo>
                    <a:pt x="4212203" y="1103242"/>
                  </a:lnTo>
                  <a:lnTo>
                    <a:pt x="4179036" y="1098741"/>
                  </a:lnTo>
                  <a:lnTo>
                    <a:pt x="4145869" y="1094159"/>
                  </a:lnTo>
                  <a:lnTo>
                    <a:pt x="4112703" y="1089542"/>
                  </a:lnTo>
                  <a:lnTo>
                    <a:pt x="4079536" y="1084936"/>
                  </a:lnTo>
                  <a:lnTo>
                    <a:pt x="4046369" y="1080386"/>
                  </a:lnTo>
                  <a:lnTo>
                    <a:pt x="4013202" y="1075927"/>
                  </a:lnTo>
                  <a:lnTo>
                    <a:pt x="3980035" y="1071580"/>
                  </a:lnTo>
                  <a:lnTo>
                    <a:pt x="3946868" y="1067347"/>
                  </a:lnTo>
                  <a:lnTo>
                    <a:pt x="3913701" y="1063212"/>
                  </a:lnTo>
                  <a:lnTo>
                    <a:pt x="3880534" y="1059137"/>
                  </a:lnTo>
                  <a:lnTo>
                    <a:pt x="3847367" y="1055062"/>
                  </a:lnTo>
                  <a:lnTo>
                    <a:pt x="3814200" y="1050911"/>
                  </a:lnTo>
                  <a:lnTo>
                    <a:pt x="3781033" y="1046590"/>
                  </a:lnTo>
                  <a:lnTo>
                    <a:pt x="3747866" y="1042000"/>
                  </a:lnTo>
                  <a:lnTo>
                    <a:pt x="3714699" y="1037081"/>
                  </a:lnTo>
                  <a:lnTo>
                    <a:pt x="3681532" y="1032018"/>
                  </a:lnTo>
                  <a:lnTo>
                    <a:pt x="3648365" y="1026929"/>
                  </a:lnTo>
                  <a:lnTo>
                    <a:pt x="3615198" y="1021906"/>
                  </a:lnTo>
                  <a:lnTo>
                    <a:pt x="3582031" y="1017026"/>
                  </a:lnTo>
                  <a:lnTo>
                    <a:pt x="3548864" y="1012332"/>
                  </a:lnTo>
                  <a:lnTo>
                    <a:pt x="3515697" y="1007821"/>
                  </a:lnTo>
                  <a:lnTo>
                    <a:pt x="3482530" y="1003439"/>
                  </a:lnTo>
                  <a:lnTo>
                    <a:pt x="3449363" y="999082"/>
                  </a:lnTo>
                  <a:lnTo>
                    <a:pt x="3416196" y="994605"/>
                  </a:lnTo>
                  <a:lnTo>
                    <a:pt x="3383029" y="989832"/>
                  </a:lnTo>
                  <a:lnTo>
                    <a:pt x="3349862" y="984575"/>
                  </a:lnTo>
                  <a:lnTo>
                    <a:pt x="3316695" y="978887"/>
                  </a:lnTo>
                  <a:lnTo>
                    <a:pt x="3283529" y="972965"/>
                  </a:lnTo>
                  <a:lnTo>
                    <a:pt x="3250362" y="966927"/>
                  </a:lnTo>
                  <a:lnTo>
                    <a:pt x="3217195" y="960877"/>
                  </a:lnTo>
                  <a:lnTo>
                    <a:pt x="3184028" y="954903"/>
                  </a:lnTo>
                  <a:lnTo>
                    <a:pt x="3150861" y="949062"/>
                  </a:lnTo>
                  <a:lnTo>
                    <a:pt x="3117694" y="943374"/>
                  </a:lnTo>
                  <a:lnTo>
                    <a:pt x="3084527" y="937820"/>
                  </a:lnTo>
                  <a:lnTo>
                    <a:pt x="3051360" y="932344"/>
                  </a:lnTo>
                  <a:lnTo>
                    <a:pt x="3018193" y="926858"/>
                  </a:lnTo>
                  <a:lnTo>
                    <a:pt x="2985026" y="921250"/>
                  </a:lnTo>
                  <a:lnTo>
                    <a:pt x="2951859" y="915401"/>
                  </a:lnTo>
                  <a:lnTo>
                    <a:pt x="2918692" y="909152"/>
                  </a:lnTo>
                  <a:lnTo>
                    <a:pt x="2885525" y="902313"/>
                  </a:lnTo>
                  <a:lnTo>
                    <a:pt x="2852358" y="895021"/>
                  </a:lnTo>
                  <a:lnTo>
                    <a:pt x="2819191" y="887445"/>
                  </a:lnTo>
                  <a:lnTo>
                    <a:pt x="2786024" y="879741"/>
                  </a:lnTo>
                  <a:lnTo>
                    <a:pt x="2752857" y="872046"/>
                  </a:lnTo>
                  <a:lnTo>
                    <a:pt x="2719690" y="864471"/>
                  </a:lnTo>
                  <a:lnTo>
                    <a:pt x="2686523" y="857100"/>
                  </a:lnTo>
                  <a:lnTo>
                    <a:pt x="2653356" y="849994"/>
                  </a:lnTo>
                  <a:lnTo>
                    <a:pt x="2620189" y="843190"/>
                  </a:lnTo>
                  <a:lnTo>
                    <a:pt x="2587022" y="836709"/>
                  </a:lnTo>
                  <a:lnTo>
                    <a:pt x="2553855" y="830560"/>
                  </a:lnTo>
                  <a:lnTo>
                    <a:pt x="2520688" y="824752"/>
                  </a:lnTo>
                  <a:lnTo>
                    <a:pt x="2487521" y="819102"/>
                  </a:lnTo>
                  <a:lnTo>
                    <a:pt x="2454355" y="813376"/>
                  </a:lnTo>
                  <a:lnTo>
                    <a:pt x="2421188" y="807607"/>
                  </a:lnTo>
                  <a:lnTo>
                    <a:pt x="2388021" y="801828"/>
                  </a:lnTo>
                  <a:lnTo>
                    <a:pt x="2354854" y="796069"/>
                  </a:lnTo>
                  <a:lnTo>
                    <a:pt x="2321687" y="790361"/>
                  </a:lnTo>
                  <a:lnTo>
                    <a:pt x="2288520" y="784732"/>
                  </a:lnTo>
                  <a:lnTo>
                    <a:pt x="2255353" y="779209"/>
                  </a:lnTo>
                  <a:lnTo>
                    <a:pt x="2222186" y="773817"/>
                  </a:lnTo>
                  <a:lnTo>
                    <a:pt x="2189019" y="768581"/>
                  </a:lnTo>
                  <a:lnTo>
                    <a:pt x="2155852" y="763522"/>
                  </a:lnTo>
                  <a:lnTo>
                    <a:pt x="2122685" y="758663"/>
                  </a:lnTo>
                  <a:lnTo>
                    <a:pt x="2089518" y="754026"/>
                  </a:lnTo>
                  <a:lnTo>
                    <a:pt x="2056351" y="749631"/>
                  </a:lnTo>
                  <a:lnTo>
                    <a:pt x="2023184" y="745499"/>
                  </a:lnTo>
                  <a:lnTo>
                    <a:pt x="1990017" y="741653"/>
                  </a:lnTo>
                  <a:lnTo>
                    <a:pt x="1956850" y="738115"/>
                  </a:lnTo>
                  <a:lnTo>
                    <a:pt x="1923683" y="734909"/>
                  </a:lnTo>
                  <a:lnTo>
                    <a:pt x="1890516" y="732058"/>
                  </a:lnTo>
                  <a:lnTo>
                    <a:pt x="1857349" y="729537"/>
                  </a:lnTo>
                  <a:lnTo>
                    <a:pt x="1824182" y="727349"/>
                  </a:lnTo>
                  <a:lnTo>
                    <a:pt x="1791015" y="725505"/>
                  </a:lnTo>
                  <a:lnTo>
                    <a:pt x="1757848" y="724018"/>
                  </a:lnTo>
                  <a:lnTo>
                    <a:pt x="1724681" y="722900"/>
                  </a:lnTo>
                  <a:lnTo>
                    <a:pt x="1691514" y="722164"/>
                  </a:lnTo>
                  <a:lnTo>
                    <a:pt x="1658347" y="721821"/>
                  </a:lnTo>
                  <a:lnTo>
                    <a:pt x="1625181" y="721885"/>
                  </a:lnTo>
                  <a:lnTo>
                    <a:pt x="1592014" y="722367"/>
                  </a:lnTo>
                  <a:lnTo>
                    <a:pt x="1558847" y="723278"/>
                  </a:lnTo>
                  <a:lnTo>
                    <a:pt x="1525680" y="724629"/>
                  </a:lnTo>
                  <a:lnTo>
                    <a:pt x="1492513" y="726429"/>
                  </a:lnTo>
                  <a:lnTo>
                    <a:pt x="1459346" y="728687"/>
                  </a:lnTo>
                  <a:lnTo>
                    <a:pt x="1426179" y="731411"/>
                  </a:lnTo>
                  <a:lnTo>
                    <a:pt x="1393012" y="734608"/>
                  </a:lnTo>
                  <a:lnTo>
                    <a:pt x="1359845" y="738284"/>
                  </a:lnTo>
                  <a:lnTo>
                    <a:pt x="1326678" y="742443"/>
                  </a:lnTo>
                  <a:lnTo>
                    <a:pt x="1293511" y="747089"/>
                  </a:lnTo>
                  <a:lnTo>
                    <a:pt x="1260344" y="752226"/>
                  </a:lnTo>
                  <a:lnTo>
                    <a:pt x="1227177" y="757854"/>
                  </a:lnTo>
                  <a:lnTo>
                    <a:pt x="1194010" y="763976"/>
                  </a:lnTo>
                  <a:lnTo>
                    <a:pt x="1160843" y="770591"/>
                  </a:lnTo>
                  <a:lnTo>
                    <a:pt x="1127676" y="777700"/>
                  </a:lnTo>
                  <a:lnTo>
                    <a:pt x="1094509" y="785301"/>
                  </a:lnTo>
                  <a:lnTo>
                    <a:pt x="1061342" y="793393"/>
                  </a:lnTo>
                  <a:lnTo>
                    <a:pt x="1028175" y="801974"/>
                  </a:lnTo>
                  <a:lnTo>
                    <a:pt x="995008" y="811042"/>
                  </a:lnTo>
                  <a:lnTo>
                    <a:pt x="961841" y="820594"/>
                  </a:lnTo>
                  <a:lnTo>
                    <a:pt x="928674" y="830628"/>
                  </a:lnTo>
                  <a:lnTo>
                    <a:pt x="895507" y="841140"/>
                  </a:lnTo>
                  <a:lnTo>
                    <a:pt x="862340" y="852127"/>
                  </a:lnTo>
                  <a:lnTo>
                    <a:pt x="829173" y="863587"/>
                  </a:lnTo>
                  <a:lnTo>
                    <a:pt x="796007" y="875515"/>
                  </a:lnTo>
                  <a:lnTo>
                    <a:pt x="762840" y="887908"/>
                  </a:lnTo>
                  <a:lnTo>
                    <a:pt x="729673" y="900762"/>
                  </a:lnTo>
                  <a:lnTo>
                    <a:pt x="696506" y="914075"/>
                  </a:lnTo>
                  <a:lnTo>
                    <a:pt x="663339" y="927842"/>
                  </a:lnTo>
                  <a:lnTo>
                    <a:pt x="630172" y="942061"/>
                  </a:lnTo>
                  <a:lnTo>
                    <a:pt x="597005" y="956728"/>
                  </a:lnTo>
                  <a:lnTo>
                    <a:pt x="563838" y="971839"/>
                  </a:lnTo>
                  <a:lnTo>
                    <a:pt x="530671" y="987391"/>
                  </a:lnTo>
                  <a:lnTo>
                    <a:pt x="497504" y="1003381"/>
                  </a:lnTo>
                  <a:lnTo>
                    <a:pt x="464337" y="1019805"/>
                  </a:lnTo>
                  <a:lnTo>
                    <a:pt x="431170" y="1036662"/>
                  </a:lnTo>
                  <a:lnTo>
                    <a:pt x="398003" y="1053947"/>
                  </a:lnTo>
                  <a:lnTo>
                    <a:pt x="364836" y="1071657"/>
                  </a:lnTo>
                  <a:lnTo>
                    <a:pt x="331669" y="1089790"/>
                  </a:lnTo>
                  <a:lnTo>
                    <a:pt x="298502" y="1108342"/>
                  </a:lnTo>
                  <a:lnTo>
                    <a:pt x="265335" y="1127312"/>
                  </a:lnTo>
                  <a:lnTo>
                    <a:pt x="232168" y="1146696"/>
                  </a:lnTo>
                  <a:lnTo>
                    <a:pt x="199001" y="1166491"/>
                  </a:lnTo>
                  <a:lnTo>
                    <a:pt x="165834" y="1186695"/>
                  </a:lnTo>
                  <a:lnTo>
                    <a:pt x="132667" y="1207306"/>
                  </a:lnTo>
                  <a:lnTo>
                    <a:pt x="99500" y="1228320"/>
                  </a:lnTo>
                  <a:lnTo>
                    <a:pt x="66333" y="1249735"/>
                  </a:lnTo>
                  <a:lnTo>
                    <a:pt x="33166" y="1271550"/>
                  </a:lnTo>
                  <a:lnTo>
                    <a:pt x="0" y="1293761"/>
                  </a:lnTo>
                  <a:close/>
                </a:path>
              </a:pathLst>
            </a:custGeom>
            <a:solidFill>
              <a:srgbClr val="000000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271887" y="3541504"/>
              <a:ext cx="6600224" cy="913676"/>
            </a:xfrm>
            <a:custGeom>
              <a:avLst/>
              <a:pathLst>
                <a:path w="6600224" h="913676">
                  <a:moveTo>
                    <a:pt x="0" y="0"/>
                  </a:moveTo>
                  <a:lnTo>
                    <a:pt x="33166" y="11054"/>
                  </a:lnTo>
                  <a:lnTo>
                    <a:pt x="66333" y="22003"/>
                  </a:lnTo>
                  <a:lnTo>
                    <a:pt x="99500" y="32846"/>
                  </a:lnTo>
                  <a:lnTo>
                    <a:pt x="132667" y="43582"/>
                  </a:lnTo>
                  <a:lnTo>
                    <a:pt x="165834" y="54211"/>
                  </a:lnTo>
                  <a:lnTo>
                    <a:pt x="199001" y="64732"/>
                  </a:lnTo>
                  <a:lnTo>
                    <a:pt x="232168" y="75144"/>
                  </a:lnTo>
                  <a:lnTo>
                    <a:pt x="265335" y="85446"/>
                  </a:lnTo>
                  <a:lnTo>
                    <a:pt x="298502" y="95637"/>
                  </a:lnTo>
                  <a:lnTo>
                    <a:pt x="331669" y="105717"/>
                  </a:lnTo>
                  <a:lnTo>
                    <a:pt x="364836" y="115683"/>
                  </a:lnTo>
                  <a:lnTo>
                    <a:pt x="398003" y="125536"/>
                  </a:lnTo>
                  <a:lnTo>
                    <a:pt x="431170" y="135274"/>
                  </a:lnTo>
                  <a:lnTo>
                    <a:pt x="464337" y="144895"/>
                  </a:lnTo>
                  <a:lnTo>
                    <a:pt x="497504" y="154398"/>
                  </a:lnTo>
                  <a:lnTo>
                    <a:pt x="530671" y="163782"/>
                  </a:lnTo>
                  <a:lnTo>
                    <a:pt x="563838" y="173046"/>
                  </a:lnTo>
                  <a:lnTo>
                    <a:pt x="597005" y="182188"/>
                  </a:lnTo>
                  <a:lnTo>
                    <a:pt x="630172" y="191206"/>
                  </a:lnTo>
                  <a:lnTo>
                    <a:pt x="663339" y="200099"/>
                  </a:lnTo>
                  <a:lnTo>
                    <a:pt x="696506" y="208864"/>
                  </a:lnTo>
                  <a:lnTo>
                    <a:pt x="729673" y="217502"/>
                  </a:lnTo>
                  <a:lnTo>
                    <a:pt x="762840" y="226008"/>
                  </a:lnTo>
                  <a:lnTo>
                    <a:pt x="796007" y="234383"/>
                  </a:lnTo>
                  <a:lnTo>
                    <a:pt x="829173" y="242624"/>
                  </a:lnTo>
                  <a:lnTo>
                    <a:pt x="862340" y="250730"/>
                  </a:lnTo>
                  <a:lnTo>
                    <a:pt x="895507" y="258698"/>
                  </a:lnTo>
                  <a:lnTo>
                    <a:pt x="928674" y="266527"/>
                  </a:lnTo>
                  <a:lnTo>
                    <a:pt x="961841" y="274216"/>
                  </a:lnTo>
                  <a:lnTo>
                    <a:pt x="995008" y="281764"/>
                  </a:lnTo>
                  <a:lnTo>
                    <a:pt x="1028175" y="289169"/>
                  </a:lnTo>
                  <a:lnTo>
                    <a:pt x="1061342" y="296431"/>
                  </a:lnTo>
                  <a:lnTo>
                    <a:pt x="1094509" y="303549"/>
                  </a:lnTo>
                  <a:lnTo>
                    <a:pt x="1127676" y="310523"/>
                  </a:lnTo>
                  <a:lnTo>
                    <a:pt x="1160843" y="317353"/>
                  </a:lnTo>
                  <a:lnTo>
                    <a:pt x="1194010" y="324040"/>
                  </a:lnTo>
                  <a:lnTo>
                    <a:pt x="1227177" y="330586"/>
                  </a:lnTo>
                  <a:lnTo>
                    <a:pt x="1260344" y="336993"/>
                  </a:lnTo>
                  <a:lnTo>
                    <a:pt x="1293511" y="343263"/>
                  </a:lnTo>
                  <a:lnTo>
                    <a:pt x="1326678" y="349401"/>
                  </a:lnTo>
                  <a:lnTo>
                    <a:pt x="1359845" y="355410"/>
                  </a:lnTo>
                  <a:lnTo>
                    <a:pt x="1393012" y="361297"/>
                  </a:lnTo>
                  <a:lnTo>
                    <a:pt x="1426179" y="367067"/>
                  </a:lnTo>
                  <a:lnTo>
                    <a:pt x="1459346" y="372730"/>
                  </a:lnTo>
                  <a:lnTo>
                    <a:pt x="1492513" y="378292"/>
                  </a:lnTo>
                  <a:lnTo>
                    <a:pt x="1525680" y="383764"/>
                  </a:lnTo>
                  <a:lnTo>
                    <a:pt x="1558847" y="389156"/>
                  </a:lnTo>
                  <a:lnTo>
                    <a:pt x="1592014" y="394480"/>
                  </a:lnTo>
                  <a:lnTo>
                    <a:pt x="1625181" y="399748"/>
                  </a:lnTo>
                  <a:lnTo>
                    <a:pt x="1658347" y="404973"/>
                  </a:lnTo>
                  <a:lnTo>
                    <a:pt x="1691514" y="410168"/>
                  </a:lnTo>
                  <a:lnTo>
                    <a:pt x="1724681" y="415347"/>
                  </a:lnTo>
                  <a:lnTo>
                    <a:pt x="1757848" y="420525"/>
                  </a:lnTo>
                  <a:lnTo>
                    <a:pt x="1791015" y="425715"/>
                  </a:lnTo>
                  <a:lnTo>
                    <a:pt x="1824182" y="430933"/>
                  </a:lnTo>
                  <a:lnTo>
                    <a:pt x="1857349" y="436191"/>
                  </a:lnTo>
                  <a:lnTo>
                    <a:pt x="1890516" y="441503"/>
                  </a:lnTo>
                  <a:lnTo>
                    <a:pt x="1923683" y="446906"/>
                  </a:lnTo>
                  <a:lnTo>
                    <a:pt x="1956850" y="452511"/>
                  </a:lnTo>
                  <a:lnTo>
                    <a:pt x="1990017" y="458315"/>
                  </a:lnTo>
                  <a:lnTo>
                    <a:pt x="2023184" y="464299"/>
                  </a:lnTo>
                  <a:lnTo>
                    <a:pt x="2056351" y="470441"/>
                  </a:lnTo>
                  <a:lnTo>
                    <a:pt x="2089518" y="476716"/>
                  </a:lnTo>
                  <a:lnTo>
                    <a:pt x="2122685" y="483103"/>
                  </a:lnTo>
                  <a:lnTo>
                    <a:pt x="2155852" y="489578"/>
                  </a:lnTo>
                  <a:lnTo>
                    <a:pt x="2189019" y="496116"/>
                  </a:lnTo>
                  <a:lnTo>
                    <a:pt x="2222186" y="502694"/>
                  </a:lnTo>
                  <a:lnTo>
                    <a:pt x="2255353" y="509292"/>
                  </a:lnTo>
                  <a:lnTo>
                    <a:pt x="2288520" y="515889"/>
                  </a:lnTo>
                  <a:lnTo>
                    <a:pt x="2321687" y="522464"/>
                  </a:lnTo>
                  <a:lnTo>
                    <a:pt x="2354854" y="529000"/>
                  </a:lnTo>
                  <a:lnTo>
                    <a:pt x="2388021" y="535480"/>
                  </a:lnTo>
                  <a:lnTo>
                    <a:pt x="2421188" y="541891"/>
                  </a:lnTo>
                  <a:lnTo>
                    <a:pt x="2454355" y="548217"/>
                  </a:lnTo>
                  <a:lnTo>
                    <a:pt x="2487521" y="554448"/>
                  </a:lnTo>
                  <a:lnTo>
                    <a:pt x="2520688" y="560574"/>
                  </a:lnTo>
                  <a:lnTo>
                    <a:pt x="2553855" y="567073"/>
                  </a:lnTo>
                  <a:lnTo>
                    <a:pt x="2587022" y="574203"/>
                  </a:lnTo>
                  <a:lnTo>
                    <a:pt x="2620189" y="581799"/>
                  </a:lnTo>
                  <a:lnTo>
                    <a:pt x="2653356" y="589698"/>
                  </a:lnTo>
                  <a:lnTo>
                    <a:pt x="2686523" y="597745"/>
                  </a:lnTo>
                  <a:lnTo>
                    <a:pt x="2719690" y="605804"/>
                  </a:lnTo>
                  <a:lnTo>
                    <a:pt x="2752857" y="613759"/>
                  </a:lnTo>
                  <a:lnTo>
                    <a:pt x="2786024" y="621523"/>
                  </a:lnTo>
                  <a:lnTo>
                    <a:pt x="2819191" y="629032"/>
                  </a:lnTo>
                  <a:lnTo>
                    <a:pt x="2852358" y="636248"/>
                  </a:lnTo>
                  <a:lnTo>
                    <a:pt x="2885525" y="643153"/>
                  </a:lnTo>
                  <a:lnTo>
                    <a:pt x="2918692" y="649743"/>
                  </a:lnTo>
                  <a:lnTo>
                    <a:pt x="2951859" y="656074"/>
                  </a:lnTo>
                  <a:lnTo>
                    <a:pt x="2985026" y="662510"/>
                  </a:lnTo>
                  <a:lnTo>
                    <a:pt x="3018193" y="669022"/>
                  </a:lnTo>
                  <a:lnTo>
                    <a:pt x="3051360" y="675499"/>
                  </a:lnTo>
                  <a:lnTo>
                    <a:pt x="3084527" y="681840"/>
                  </a:lnTo>
                  <a:lnTo>
                    <a:pt x="3117694" y="687967"/>
                  </a:lnTo>
                  <a:lnTo>
                    <a:pt x="3150861" y="693834"/>
                  </a:lnTo>
                  <a:lnTo>
                    <a:pt x="3184028" y="699432"/>
                  </a:lnTo>
                  <a:lnTo>
                    <a:pt x="3217195" y="704790"/>
                  </a:lnTo>
                  <a:lnTo>
                    <a:pt x="3250362" y="709975"/>
                  </a:lnTo>
                  <a:lnTo>
                    <a:pt x="3283529" y="715085"/>
                  </a:lnTo>
                  <a:lnTo>
                    <a:pt x="3316695" y="720236"/>
                  </a:lnTo>
                  <a:lnTo>
                    <a:pt x="3349862" y="725552"/>
                  </a:lnTo>
                  <a:lnTo>
                    <a:pt x="3383029" y="730954"/>
                  </a:lnTo>
                  <a:lnTo>
                    <a:pt x="3416196" y="736171"/>
                  </a:lnTo>
                  <a:lnTo>
                    <a:pt x="3449363" y="741129"/>
                  </a:lnTo>
                  <a:lnTo>
                    <a:pt x="3482530" y="745767"/>
                  </a:lnTo>
                  <a:lnTo>
                    <a:pt x="3515697" y="750052"/>
                  </a:lnTo>
                  <a:lnTo>
                    <a:pt x="3548864" y="753995"/>
                  </a:lnTo>
                  <a:lnTo>
                    <a:pt x="3582031" y="757656"/>
                  </a:lnTo>
                  <a:lnTo>
                    <a:pt x="3615198" y="761148"/>
                  </a:lnTo>
                  <a:lnTo>
                    <a:pt x="3648365" y="764625"/>
                  </a:lnTo>
                  <a:lnTo>
                    <a:pt x="3681532" y="768279"/>
                  </a:lnTo>
                  <a:lnTo>
                    <a:pt x="3714699" y="772318"/>
                  </a:lnTo>
                  <a:lnTo>
                    <a:pt x="3747866" y="776873"/>
                  </a:lnTo>
                  <a:lnTo>
                    <a:pt x="3781033" y="781454"/>
                  </a:lnTo>
                  <a:lnTo>
                    <a:pt x="3814200" y="785894"/>
                  </a:lnTo>
                  <a:lnTo>
                    <a:pt x="3847367" y="790149"/>
                  </a:lnTo>
                  <a:lnTo>
                    <a:pt x="3880534" y="794183"/>
                  </a:lnTo>
                  <a:lnTo>
                    <a:pt x="3913701" y="797974"/>
                  </a:lnTo>
                  <a:lnTo>
                    <a:pt x="3946868" y="801519"/>
                  </a:lnTo>
                  <a:lnTo>
                    <a:pt x="3980035" y="804837"/>
                  </a:lnTo>
                  <a:lnTo>
                    <a:pt x="4013202" y="807966"/>
                  </a:lnTo>
                  <a:lnTo>
                    <a:pt x="4046369" y="810967"/>
                  </a:lnTo>
                  <a:lnTo>
                    <a:pt x="4079536" y="813915"/>
                  </a:lnTo>
                  <a:lnTo>
                    <a:pt x="4112703" y="816902"/>
                  </a:lnTo>
                  <a:lnTo>
                    <a:pt x="4145869" y="820028"/>
                  </a:lnTo>
                  <a:lnTo>
                    <a:pt x="4179036" y="823397"/>
                  </a:lnTo>
                  <a:lnTo>
                    <a:pt x="4212203" y="827110"/>
                  </a:lnTo>
                  <a:lnTo>
                    <a:pt x="4245370" y="830932"/>
                  </a:lnTo>
                  <a:lnTo>
                    <a:pt x="4278537" y="834565"/>
                  </a:lnTo>
                  <a:lnTo>
                    <a:pt x="4311704" y="838001"/>
                  </a:lnTo>
                  <a:lnTo>
                    <a:pt x="4344871" y="841237"/>
                  </a:lnTo>
                  <a:lnTo>
                    <a:pt x="4378038" y="844272"/>
                  </a:lnTo>
                  <a:lnTo>
                    <a:pt x="4411205" y="847105"/>
                  </a:lnTo>
                  <a:lnTo>
                    <a:pt x="4444372" y="849742"/>
                  </a:lnTo>
                  <a:lnTo>
                    <a:pt x="4477539" y="852189"/>
                  </a:lnTo>
                  <a:lnTo>
                    <a:pt x="4510706" y="854455"/>
                  </a:lnTo>
                  <a:lnTo>
                    <a:pt x="4543873" y="856555"/>
                  </a:lnTo>
                  <a:lnTo>
                    <a:pt x="4577040" y="858505"/>
                  </a:lnTo>
                  <a:lnTo>
                    <a:pt x="4610207" y="860325"/>
                  </a:lnTo>
                  <a:lnTo>
                    <a:pt x="4643374" y="862037"/>
                  </a:lnTo>
                  <a:lnTo>
                    <a:pt x="4676541" y="863668"/>
                  </a:lnTo>
                  <a:lnTo>
                    <a:pt x="4709708" y="865243"/>
                  </a:lnTo>
                  <a:lnTo>
                    <a:pt x="4742875" y="866793"/>
                  </a:lnTo>
                  <a:lnTo>
                    <a:pt x="4776042" y="868345"/>
                  </a:lnTo>
                  <a:lnTo>
                    <a:pt x="4809209" y="869932"/>
                  </a:lnTo>
                  <a:lnTo>
                    <a:pt x="4842376" y="871581"/>
                  </a:lnTo>
                  <a:lnTo>
                    <a:pt x="4875543" y="873322"/>
                  </a:lnTo>
                  <a:lnTo>
                    <a:pt x="4908710" y="875181"/>
                  </a:lnTo>
                  <a:lnTo>
                    <a:pt x="4941876" y="877102"/>
                  </a:lnTo>
                  <a:lnTo>
                    <a:pt x="4975043" y="879028"/>
                  </a:lnTo>
                  <a:lnTo>
                    <a:pt x="5008210" y="880960"/>
                  </a:lnTo>
                  <a:lnTo>
                    <a:pt x="5041377" y="882894"/>
                  </a:lnTo>
                  <a:lnTo>
                    <a:pt x="5074544" y="884828"/>
                  </a:lnTo>
                  <a:lnTo>
                    <a:pt x="5107711" y="886759"/>
                  </a:lnTo>
                  <a:lnTo>
                    <a:pt x="5140878" y="888680"/>
                  </a:lnTo>
                  <a:lnTo>
                    <a:pt x="5174045" y="890587"/>
                  </a:lnTo>
                  <a:lnTo>
                    <a:pt x="5207212" y="892474"/>
                  </a:lnTo>
                  <a:lnTo>
                    <a:pt x="5240379" y="894333"/>
                  </a:lnTo>
                  <a:lnTo>
                    <a:pt x="5273546" y="896158"/>
                  </a:lnTo>
                  <a:lnTo>
                    <a:pt x="5306713" y="897941"/>
                  </a:lnTo>
                  <a:lnTo>
                    <a:pt x="5339880" y="899674"/>
                  </a:lnTo>
                  <a:lnTo>
                    <a:pt x="5373047" y="901347"/>
                  </a:lnTo>
                  <a:lnTo>
                    <a:pt x="5406214" y="902952"/>
                  </a:lnTo>
                  <a:lnTo>
                    <a:pt x="5439381" y="904481"/>
                  </a:lnTo>
                  <a:lnTo>
                    <a:pt x="5472548" y="905924"/>
                  </a:lnTo>
                  <a:lnTo>
                    <a:pt x="5505715" y="907271"/>
                  </a:lnTo>
                  <a:lnTo>
                    <a:pt x="5538882" y="908515"/>
                  </a:lnTo>
                  <a:lnTo>
                    <a:pt x="5572049" y="909645"/>
                  </a:lnTo>
                  <a:lnTo>
                    <a:pt x="5605216" y="910653"/>
                  </a:lnTo>
                  <a:lnTo>
                    <a:pt x="5638383" y="911530"/>
                  </a:lnTo>
                  <a:lnTo>
                    <a:pt x="5671550" y="912268"/>
                  </a:lnTo>
                  <a:lnTo>
                    <a:pt x="5704717" y="912859"/>
                  </a:lnTo>
                  <a:lnTo>
                    <a:pt x="5737884" y="913296"/>
                  </a:lnTo>
                  <a:lnTo>
                    <a:pt x="5771050" y="913570"/>
                  </a:lnTo>
                  <a:lnTo>
                    <a:pt x="5804217" y="913676"/>
                  </a:lnTo>
                  <a:lnTo>
                    <a:pt x="5837384" y="913608"/>
                  </a:lnTo>
                  <a:lnTo>
                    <a:pt x="5870551" y="913358"/>
                  </a:lnTo>
                  <a:lnTo>
                    <a:pt x="5903718" y="912924"/>
                  </a:lnTo>
                  <a:lnTo>
                    <a:pt x="5936885" y="912298"/>
                  </a:lnTo>
                  <a:lnTo>
                    <a:pt x="5970052" y="911478"/>
                  </a:lnTo>
                  <a:lnTo>
                    <a:pt x="6003219" y="910460"/>
                  </a:lnTo>
                  <a:lnTo>
                    <a:pt x="6036386" y="909240"/>
                  </a:lnTo>
                  <a:lnTo>
                    <a:pt x="6069553" y="907815"/>
                  </a:lnTo>
                  <a:lnTo>
                    <a:pt x="6102720" y="906184"/>
                  </a:lnTo>
                  <a:lnTo>
                    <a:pt x="6135887" y="904343"/>
                  </a:lnTo>
                  <a:lnTo>
                    <a:pt x="6169054" y="902291"/>
                  </a:lnTo>
                  <a:lnTo>
                    <a:pt x="6202221" y="900028"/>
                  </a:lnTo>
                  <a:lnTo>
                    <a:pt x="6235388" y="897551"/>
                  </a:lnTo>
                  <a:lnTo>
                    <a:pt x="6268555" y="894860"/>
                  </a:lnTo>
                  <a:lnTo>
                    <a:pt x="6301722" y="891955"/>
                  </a:lnTo>
                  <a:lnTo>
                    <a:pt x="6334889" y="888835"/>
                  </a:lnTo>
                  <a:lnTo>
                    <a:pt x="6368056" y="885501"/>
                  </a:lnTo>
                  <a:lnTo>
                    <a:pt x="6401223" y="881951"/>
                  </a:lnTo>
                  <a:lnTo>
                    <a:pt x="6434390" y="878187"/>
                  </a:lnTo>
                  <a:lnTo>
                    <a:pt x="6467557" y="874209"/>
                  </a:lnTo>
                  <a:lnTo>
                    <a:pt x="6500724" y="870017"/>
                  </a:lnTo>
                  <a:lnTo>
                    <a:pt x="6533891" y="865611"/>
                  </a:lnTo>
                  <a:lnTo>
                    <a:pt x="6567058" y="860993"/>
                  </a:lnTo>
                  <a:lnTo>
                    <a:pt x="6600224" y="8561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271887" y="4263326"/>
              <a:ext cx="6600224" cy="902864"/>
            </a:xfrm>
            <a:custGeom>
              <a:avLst/>
              <a:pathLst>
                <a:path w="6600224" h="902864">
                  <a:moveTo>
                    <a:pt x="6600224" y="902864"/>
                  </a:moveTo>
                  <a:lnTo>
                    <a:pt x="6567058" y="887853"/>
                  </a:lnTo>
                  <a:lnTo>
                    <a:pt x="6533891" y="873107"/>
                  </a:lnTo>
                  <a:lnTo>
                    <a:pt x="6500724" y="858627"/>
                  </a:lnTo>
                  <a:lnTo>
                    <a:pt x="6467557" y="844416"/>
                  </a:lnTo>
                  <a:lnTo>
                    <a:pt x="6434390" y="830475"/>
                  </a:lnTo>
                  <a:lnTo>
                    <a:pt x="6401223" y="816805"/>
                  </a:lnTo>
                  <a:lnTo>
                    <a:pt x="6368056" y="803410"/>
                  </a:lnTo>
                  <a:lnTo>
                    <a:pt x="6334889" y="790289"/>
                  </a:lnTo>
                  <a:lnTo>
                    <a:pt x="6301722" y="777445"/>
                  </a:lnTo>
                  <a:lnTo>
                    <a:pt x="6268555" y="764878"/>
                  </a:lnTo>
                  <a:lnTo>
                    <a:pt x="6235388" y="752591"/>
                  </a:lnTo>
                  <a:lnTo>
                    <a:pt x="6202221" y="740583"/>
                  </a:lnTo>
                  <a:lnTo>
                    <a:pt x="6169054" y="728854"/>
                  </a:lnTo>
                  <a:lnTo>
                    <a:pt x="6135887" y="717407"/>
                  </a:lnTo>
                  <a:lnTo>
                    <a:pt x="6102720" y="706239"/>
                  </a:lnTo>
                  <a:lnTo>
                    <a:pt x="6069553" y="695351"/>
                  </a:lnTo>
                  <a:lnTo>
                    <a:pt x="6036386" y="684743"/>
                  </a:lnTo>
                  <a:lnTo>
                    <a:pt x="6003219" y="674412"/>
                  </a:lnTo>
                  <a:lnTo>
                    <a:pt x="5970052" y="664359"/>
                  </a:lnTo>
                  <a:lnTo>
                    <a:pt x="5936885" y="654579"/>
                  </a:lnTo>
                  <a:lnTo>
                    <a:pt x="5903718" y="645072"/>
                  </a:lnTo>
                  <a:lnTo>
                    <a:pt x="5870551" y="635834"/>
                  </a:lnTo>
                  <a:lnTo>
                    <a:pt x="5837384" y="626861"/>
                  </a:lnTo>
                  <a:lnTo>
                    <a:pt x="5804217" y="618151"/>
                  </a:lnTo>
                  <a:lnTo>
                    <a:pt x="5771050" y="609697"/>
                  </a:lnTo>
                  <a:lnTo>
                    <a:pt x="5737884" y="601497"/>
                  </a:lnTo>
                  <a:lnTo>
                    <a:pt x="5704717" y="593543"/>
                  </a:lnTo>
                  <a:lnTo>
                    <a:pt x="5671550" y="585831"/>
                  </a:lnTo>
                  <a:lnTo>
                    <a:pt x="5638383" y="578353"/>
                  </a:lnTo>
                  <a:lnTo>
                    <a:pt x="5605216" y="571104"/>
                  </a:lnTo>
                  <a:lnTo>
                    <a:pt x="5572049" y="564076"/>
                  </a:lnTo>
                  <a:lnTo>
                    <a:pt x="5538882" y="557262"/>
                  </a:lnTo>
                  <a:lnTo>
                    <a:pt x="5505715" y="550655"/>
                  </a:lnTo>
                  <a:lnTo>
                    <a:pt x="5472548" y="544246"/>
                  </a:lnTo>
                  <a:lnTo>
                    <a:pt x="5439381" y="538028"/>
                  </a:lnTo>
                  <a:lnTo>
                    <a:pt x="5406214" y="531994"/>
                  </a:lnTo>
                  <a:lnTo>
                    <a:pt x="5373047" y="526134"/>
                  </a:lnTo>
                  <a:lnTo>
                    <a:pt x="5339880" y="520442"/>
                  </a:lnTo>
                  <a:lnTo>
                    <a:pt x="5306713" y="514910"/>
                  </a:lnTo>
                  <a:lnTo>
                    <a:pt x="5273546" y="509531"/>
                  </a:lnTo>
                  <a:lnTo>
                    <a:pt x="5240379" y="504298"/>
                  </a:lnTo>
                  <a:lnTo>
                    <a:pt x="5207212" y="499204"/>
                  </a:lnTo>
                  <a:lnTo>
                    <a:pt x="5174045" y="494244"/>
                  </a:lnTo>
                  <a:lnTo>
                    <a:pt x="5140878" y="489412"/>
                  </a:lnTo>
                  <a:lnTo>
                    <a:pt x="5107711" y="484703"/>
                  </a:lnTo>
                  <a:lnTo>
                    <a:pt x="5074544" y="480113"/>
                  </a:lnTo>
                  <a:lnTo>
                    <a:pt x="5041377" y="475639"/>
                  </a:lnTo>
                  <a:lnTo>
                    <a:pt x="5008210" y="471277"/>
                  </a:lnTo>
                  <a:lnTo>
                    <a:pt x="4975043" y="467027"/>
                  </a:lnTo>
                  <a:lnTo>
                    <a:pt x="4941876" y="462887"/>
                  </a:lnTo>
                  <a:lnTo>
                    <a:pt x="4908710" y="458858"/>
                  </a:lnTo>
                  <a:lnTo>
                    <a:pt x="4875543" y="454921"/>
                  </a:lnTo>
                  <a:lnTo>
                    <a:pt x="4842376" y="451047"/>
                  </a:lnTo>
                  <a:lnTo>
                    <a:pt x="4809209" y="447230"/>
                  </a:lnTo>
                  <a:lnTo>
                    <a:pt x="4776042" y="443468"/>
                  </a:lnTo>
                  <a:lnTo>
                    <a:pt x="4742875" y="439760"/>
                  </a:lnTo>
                  <a:lnTo>
                    <a:pt x="4709708" y="436103"/>
                  </a:lnTo>
                  <a:lnTo>
                    <a:pt x="4676541" y="432497"/>
                  </a:lnTo>
                  <a:lnTo>
                    <a:pt x="4643374" y="428938"/>
                  </a:lnTo>
                  <a:lnTo>
                    <a:pt x="4610207" y="425422"/>
                  </a:lnTo>
                  <a:lnTo>
                    <a:pt x="4577040" y="421944"/>
                  </a:lnTo>
                  <a:lnTo>
                    <a:pt x="4543873" y="418493"/>
                  </a:lnTo>
                  <a:lnTo>
                    <a:pt x="4510706" y="415059"/>
                  </a:lnTo>
                  <a:lnTo>
                    <a:pt x="4477539" y="411627"/>
                  </a:lnTo>
                  <a:lnTo>
                    <a:pt x="4444372" y="408179"/>
                  </a:lnTo>
                  <a:lnTo>
                    <a:pt x="4411205" y="404694"/>
                  </a:lnTo>
                  <a:lnTo>
                    <a:pt x="4378038" y="401147"/>
                  </a:lnTo>
                  <a:lnTo>
                    <a:pt x="4344871" y="397510"/>
                  </a:lnTo>
                  <a:lnTo>
                    <a:pt x="4311704" y="393753"/>
                  </a:lnTo>
                  <a:lnTo>
                    <a:pt x="4278537" y="389843"/>
                  </a:lnTo>
                  <a:lnTo>
                    <a:pt x="4245370" y="385745"/>
                  </a:lnTo>
                  <a:lnTo>
                    <a:pt x="4212203" y="381420"/>
                  </a:lnTo>
                  <a:lnTo>
                    <a:pt x="4179036" y="376919"/>
                  </a:lnTo>
                  <a:lnTo>
                    <a:pt x="4145869" y="372337"/>
                  </a:lnTo>
                  <a:lnTo>
                    <a:pt x="4112703" y="367720"/>
                  </a:lnTo>
                  <a:lnTo>
                    <a:pt x="4079536" y="363114"/>
                  </a:lnTo>
                  <a:lnTo>
                    <a:pt x="4046369" y="358564"/>
                  </a:lnTo>
                  <a:lnTo>
                    <a:pt x="4013202" y="354105"/>
                  </a:lnTo>
                  <a:lnTo>
                    <a:pt x="3980035" y="349758"/>
                  </a:lnTo>
                  <a:lnTo>
                    <a:pt x="3946868" y="345525"/>
                  </a:lnTo>
                  <a:lnTo>
                    <a:pt x="3913701" y="341390"/>
                  </a:lnTo>
                  <a:lnTo>
                    <a:pt x="3880534" y="337315"/>
                  </a:lnTo>
                  <a:lnTo>
                    <a:pt x="3847367" y="333240"/>
                  </a:lnTo>
                  <a:lnTo>
                    <a:pt x="3814200" y="329089"/>
                  </a:lnTo>
                  <a:lnTo>
                    <a:pt x="3781033" y="324768"/>
                  </a:lnTo>
                  <a:lnTo>
                    <a:pt x="3747866" y="320178"/>
                  </a:lnTo>
                  <a:lnTo>
                    <a:pt x="3714699" y="315259"/>
                  </a:lnTo>
                  <a:lnTo>
                    <a:pt x="3681532" y="310196"/>
                  </a:lnTo>
                  <a:lnTo>
                    <a:pt x="3648365" y="305107"/>
                  </a:lnTo>
                  <a:lnTo>
                    <a:pt x="3615198" y="300084"/>
                  </a:lnTo>
                  <a:lnTo>
                    <a:pt x="3582031" y="295204"/>
                  </a:lnTo>
                  <a:lnTo>
                    <a:pt x="3548864" y="290510"/>
                  </a:lnTo>
                  <a:lnTo>
                    <a:pt x="3515697" y="285999"/>
                  </a:lnTo>
                  <a:lnTo>
                    <a:pt x="3482530" y="281617"/>
                  </a:lnTo>
                  <a:lnTo>
                    <a:pt x="3449363" y="277260"/>
                  </a:lnTo>
                  <a:lnTo>
                    <a:pt x="3416196" y="272783"/>
                  </a:lnTo>
                  <a:lnTo>
                    <a:pt x="3383029" y="268010"/>
                  </a:lnTo>
                  <a:lnTo>
                    <a:pt x="3349862" y="262753"/>
                  </a:lnTo>
                  <a:lnTo>
                    <a:pt x="3316695" y="257065"/>
                  </a:lnTo>
                  <a:lnTo>
                    <a:pt x="3283529" y="251143"/>
                  </a:lnTo>
                  <a:lnTo>
                    <a:pt x="3250362" y="245105"/>
                  </a:lnTo>
                  <a:lnTo>
                    <a:pt x="3217195" y="239055"/>
                  </a:lnTo>
                  <a:lnTo>
                    <a:pt x="3184028" y="233081"/>
                  </a:lnTo>
                  <a:lnTo>
                    <a:pt x="3150861" y="227240"/>
                  </a:lnTo>
                  <a:lnTo>
                    <a:pt x="3117694" y="221552"/>
                  </a:lnTo>
                  <a:lnTo>
                    <a:pt x="3084527" y="215998"/>
                  </a:lnTo>
                  <a:lnTo>
                    <a:pt x="3051360" y="210522"/>
                  </a:lnTo>
                  <a:lnTo>
                    <a:pt x="3018193" y="205036"/>
                  </a:lnTo>
                  <a:lnTo>
                    <a:pt x="2985026" y="199428"/>
                  </a:lnTo>
                  <a:lnTo>
                    <a:pt x="2951859" y="193579"/>
                  </a:lnTo>
                  <a:lnTo>
                    <a:pt x="2918692" y="187330"/>
                  </a:lnTo>
                  <a:lnTo>
                    <a:pt x="2885525" y="180491"/>
                  </a:lnTo>
                  <a:lnTo>
                    <a:pt x="2852358" y="173199"/>
                  </a:lnTo>
                  <a:lnTo>
                    <a:pt x="2819191" y="165623"/>
                  </a:lnTo>
                  <a:lnTo>
                    <a:pt x="2786024" y="157919"/>
                  </a:lnTo>
                  <a:lnTo>
                    <a:pt x="2752857" y="150224"/>
                  </a:lnTo>
                  <a:lnTo>
                    <a:pt x="2719690" y="142649"/>
                  </a:lnTo>
                  <a:lnTo>
                    <a:pt x="2686523" y="135278"/>
                  </a:lnTo>
                  <a:lnTo>
                    <a:pt x="2653356" y="128172"/>
                  </a:lnTo>
                  <a:lnTo>
                    <a:pt x="2620189" y="121368"/>
                  </a:lnTo>
                  <a:lnTo>
                    <a:pt x="2587022" y="114887"/>
                  </a:lnTo>
                  <a:lnTo>
                    <a:pt x="2553855" y="108738"/>
                  </a:lnTo>
                  <a:lnTo>
                    <a:pt x="2520688" y="102930"/>
                  </a:lnTo>
                  <a:lnTo>
                    <a:pt x="2487521" y="97280"/>
                  </a:lnTo>
                  <a:lnTo>
                    <a:pt x="2454355" y="91554"/>
                  </a:lnTo>
                  <a:lnTo>
                    <a:pt x="2421188" y="85785"/>
                  </a:lnTo>
                  <a:lnTo>
                    <a:pt x="2388021" y="80006"/>
                  </a:lnTo>
                  <a:lnTo>
                    <a:pt x="2354854" y="74247"/>
                  </a:lnTo>
                  <a:lnTo>
                    <a:pt x="2321687" y="68539"/>
                  </a:lnTo>
                  <a:lnTo>
                    <a:pt x="2288520" y="62910"/>
                  </a:lnTo>
                  <a:lnTo>
                    <a:pt x="2255353" y="57387"/>
                  </a:lnTo>
                  <a:lnTo>
                    <a:pt x="2222186" y="51995"/>
                  </a:lnTo>
                  <a:lnTo>
                    <a:pt x="2189019" y="46759"/>
                  </a:lnTo>
                  <a:lnTo>
                    <a:pt x="2155852" y="41700"/>
                  </a:lnTo>
                  <a:lnTo>
                    <a:pt x="2122685" y="36842"/>
                  </a:lnTo>
                  <a:lnTo>
                    <a:pt x="2089518" y="32204"/>
                  </a:lnTo>
                  <a:lnTo>
                    <a:pt x="2056351" y="27809"/>
                  </a:lnTo>
                  <a:lnTo>
                    <a:pt x="2023184" y="23677"/>
                  </a:lnTo>
                  <a:lnTo>
                    <a:pt x="1990017" y="19831"/>
                  </a:lnTo>
                  <a:lnTo>
                    <a:pt x="1956850" y="16293"/>
                  </a:lnTo>
                  <a:lnTo>
                    <a:pt x="1923683" y="13088"/>
                  </a:lnTo>
                  <a:lnTo>
                    <a:pt x="1890516" y="10236"/>
                  </a:lnTo>
                  <a:lnTo>
                    <a:pt x="1857349" y="7715"/>
                  </a:lnTo>
                  <a:lnTo>
                    <a:pt x="1824182" y="5527"/>
                  </a:lnTo>
                  <a:lnTo>
                    <a:pt x="1791015" y="3683"/>
                  </a:lnTo>
                  <a:lnTo>
                    <a:pt x="1757848" y="2196"/>
                  </a:lnTo>
                  <a:lnTo>
                    <a:pt x="1724681" y="1078"/>
                  </a:lnTo>
                  <a:lnTo>
                    <a:pt x="1691514" y="342"/>
                  </a:lnTo>
                  <a:lnTo>
                    <a:pt x="1658347" y="0"/>
                  </a:lnTo>
                  <a:lnTo>
                    <a:pt x="1625181" y="63"/>
                  </a:lnTo>
                  <a:lnTo>
                    <a:pt x="1592014" y="545"/>
                  </a:lnTo>
                  <a:lnTo>
                    <a:pt x="1558847" y="1456"/>
                  </a:lnTo>
                  <a:lnTo>
                    <a:pt x="1525680" y="2807"/>
                  </a:lnTo>
                  <a:lnTo>
                    <a:pt x="1492513" y="4607"/>
                  </a:lnTo>
                  <a:lnTo>
                    <a:pt x="1459346" y="6865"/>
                  </a:lnTo>
                  <a:lnTo>
                    <a:pt x="1426179" y="9589"/>
                  </a:lnTo>
                  <a:lnTo>
                    <a:pt x="1393012" y="12786"/>
                  </a:lnTo>
                  <a:lnTo>
                    <a:pt x="1359845" y="16462"/>
                  </a:lnTo>
                  <a:lnTo>
                    <a:pt x="1326678" y="20621"/>
                  </a:lnTo>
                  <a:lnTo>
                    <a:pt x="1293511" y="25267"/>
                  </a:lnTo>
                  <a:lnTo>
                    <a:pt x="1260344" y="30404"/>
                  </a:lnTo>
                  <a:lnTo>
                    <a:pt x="1227177" y="36032"/>
                  </a:lnTo>
                  <a:lnTo>
                    <a:pt x="1194010" y="42154"/>
                  </a:lnTo>
                  <a:lnTo>
                    <a:pt x="1160843" y="48769"/>
                  </a:lnTo>
                  <a:lnTo>
                    <a:pt x="1127676" y="55878"/>
                  </a:lnTo>
                  <a:lnTo>
                    <a:pt x="1094509" y="63479"/>
                  </a:lnTo>
                  <a:lnTo>
                    <a:pt x="1061342" y="71571"/>
                  </a:lnTo>
                  <a:lnTo>
                    <a:pt x="1028175" y="80152"/>
                  </a:lnTo>
                  <a:lnTo>
                    <a:pt x="995008" y="89220"/>
                  </a:lnTo>
                  <a:lnTo>
                    <a:pt x="961841" y="98772"/>
                  </a:lnTo>
                  <a:lnTo>
                    <a:pt x="928674" y="108806"/>
                  </a:lnTo>
                  <a:lnTo>
                    <a:pt x="895507" y="119318"/>
                  </a:lnTo>
                  <a:lnTo>
                    <a:pt x="862340" y="130305"/>
                  </a:lnTo>
                  <a:lnTo>
                    <a:pt x="829173" y="141765"/>
                  </a:lnTo>
                  <a:lnTo>
                    <a:pt x="796007" y="153693"/>
                  </a:lnTo>
                  <a:lnTo>
                    <a:pt x="762840" y="166086"/>
                  </a:lnTo>
                  <a:lnTo>
                    <a:pt x="729673" y="178940"/>
                  </a:lnTo>
                  <a:lnTo>
                    <a:pt x="696506" y="192253"/>
                  </a:lnTo>
                  <a:lnTo>
                    <a:pt x="663339" y="206020"/>
                  </a:lnTo>
                  <a:lnTo>
                    <a:pt x="630172" y="220239"/>
                  </a:lnTo>
                  <a:lnTo>
                    <a:pt x="597005" y="234906"/>
                  </a:lnTo>
                  <a:lnTo>
                    <a:pt x="563838" y="250017"/>
                  </a:lnTo>
                  <a:lnTo>
                    <a:pt x="530671" y="265569"/>
                  </a:lnTo>
                  <a:lnTo>
                    <a:pt x="497504" y="281559"/>
                  </a:lnTo>
                  <a:lnTo>
                    <a:pt x="464337" y="297983"/>
                  </a:lnTo>
                  <a:lnTo>
                    <a:pt x="431170" y="314840"/>
                  </a:lnTo>
                  <a:lnTo>
                    <a:pt x="398003" y="332125"/>
                  </a:lnTo>
                  <a:lnTo>
                    <a:pt x="364836" y="349835"/>
                  </a:lnTo>
                  <a:lnTo>
                    <a:pt x="331669" y="367968"/>
                  </a:lnTo>
                  <a:lnTo>
                    <a:pt x="298502" y="386521"/>
                  </a:lnTo>
                  <a:lnTo>
                    <a:pt x="265335" y="405490"/>
                  </a:lnTo>
                  <a:lnTo>
                    <a:pt x="232168" y="424874"/>
                  </a:lnTo>
                  <a:lnTo>
                    <a:pt x="199001" y="444669"/>
                  </a:lnTo>
                  <a:lnTo>
                    <a:pt x="165834" y="464873"/>
                  </a:lnTo>
                  <a:lnTo>
                    <a:pt x="132667" y="485484"/>
                  </a:lnTo>
                  <a:lnTo>
                    <a:pt x="99500" y="506498"/>
                  </a:lnTo>
                  <a:lnTo>
                    <a:pt x="66333" y="527913"/>
                  </a:lnTo>
                  <a:lnTo>
                    <a:pt x="33166" y="549728"/>
                  </a:lnTo>
                  <a:lnTo>
                    <a:pt x="0" y="5719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1271887" y="4085477"/>
              <a:ext cx="6600224" cy="696452"/>
            </a:xfrm>
            <a:custGeom>
              <a:avLst/>
              <a:pathLst>
                <a:path w="6600224" h="696452">
                  <a:moveTo>
                    <a:pt x="0" y="102908"/>
                  </a:moveTo>
                  <a:lnTo>
                    <a:pt x="33166" y="97329"/>
                  </a:lnTo>
                  <a:lnTo>
                    <a:pt x="66333" y="91896"/>
                  </a:lnTo>
                  <a:lnTo>
                    <a:pt x="99500" y="86610"/>
                  </a:lnTo>
                  <a:lnTo>
                    <a:pt x="132667" y="81471"/>
                  </a:lnTo>
                  <a:lnTo>
                    <a:pt x="165834" y="76480"/>
                  </a:lnTo>
                  <a:lnTo>
                    <a:pt x="199001" y="71639"/>
                  </a:lnTo>
                  <a:lnTo>
                    <a:pt x="232168" y="66947"/>
                  </a:lnTo>
                  <a:lnTo>
                    <a:pt x="265335" y="62406"/>
                  </a:lnTo>
                  <a:lnTo>
                    <a:pt x="298502" y="58017"/>
                  </a:lnTo>
                  <a:lnTo>
                    <a:pt x="331669" y="53781"/>
                  </a:lnTo>
                  <a:lnTo>
                    <a:pt x="364836" y="49697"/>
                  </a:lnTo>
                  <a:lnTo>
                    <a:pt x="398003" y="45769"/>
                  </a:lnTo>
                  <a:lnTo>
                    <a:pt x="431170" y="41995"/>
                  </a:lnTo>
                  <a:lnTo>
                    <a:pt x="464337" y="38377"/>
                  </a:lnTo>
                  <a:lnTo>
                    <a:pt x="497504" y="34917"/>
                  </a:lnTo>
                  <a:lnTo>
                    <a:pt x="530671" y="31614"/>
                  </a:lnTo>
                  <a:lnTo>
                    <a:pt x="563838" y="28470"/>
                  </a:lnTo>
                  <a:lnTo>
                    <a:pt x="597005" y="25485"/>
                  </a:lnTo>
                  <a:lnTo>
                    <a:pt x="630172" y="22661"/>
                  </a:lnTo>
                  <a:lnTo>
                    <a:pt x="663339" y="19998"/>
                  </a:lnTo>
                  <a:lnTo>
                    <a:pt x="696506" y="17497"/>
                  </a:lnTo>
                  <a:lnTo>
                    <a:pt x="729673" y="15159"/>
                  </a:lnTo>
                  <a:lnTo>
                    <a:pt x="762840" y="12985"/>
                  </a:lnTo>
                  <a:lnTo>
                    <a:pt x="796007" y="10976"/>
                  </a:lnTo>
                  <a:lnTo>
                    <a:pt x="829173" y="9133"/>
                  </a:lnTo>
                  <a:lnTo>
                    <a:pt x="862340" y="7456"/>
                  </a:lnTo>
                  <a:lnTo>
                    <a:pt x="895507" y="5946"/>
                  </a:lnTo>
                  <a:lnTo>
                    <a:pt x="928674" y="4605"/>
                  </a:lnTo>
                  <a:lnTo>
                    <a:pt x="961841" y="3433"/>
                  </a:lnTo>
                  <a:lnTo>
                    <a:pt x="995008" y="2430"/>
                  </a:lnTo>
                  <a:lnTo>
                    <a:pt x="1028175" y="1599"/>
                  </a:lnTo>
                  <a:lnTo>
                    <a:pt x="1061342" y="939"/>
                  </a:lnTo>
                  <a:lnTo>
                    <a:pt x="1094509" y="452"/>
                  </a:lnTo>
                  <a:lnTo>
                    <a:pt x="1127676" y="139"/>
                  </a:lnTo>
                  <a:lnTo>
                    <a:pt x="1160843" y="0"/>
                  </a:lnTo>
                  <a:lnTo>
                    <a:pt x="1194010" y="35"/>
                  </a:lnTo>
                  <a:lnTo>
                    <a:pt x="1227177" y="248"/>
                  </a:lnTo>
                  <a:lnTo>
                    <a:pt x="1260344" y="637"/>
                  </a:lnTo>
                  <a:lnTo>
                    <a:pt x="1293511" y="1203"/>
                  </a:lnTo>
                  <a:lnTo>
                    <a:pt x="1326678" y="1949"/>
                  </a:lnTo>
                  <a:lnTo>
                    <a:pt x="1359845" y="2874"/>
                  </a:lnTo>
                  <a:lnTo>
                    <a:pt x="1393012" y="3980"/>
                  </a:lnTo>
                  <a:lnTo>
                    <a:pt x="1426179" y="5266"/>
                  </a:lnTo>
                  <a:lnTo>
                    <a:pt x="1459346" y="6736"/>
                  </a:lnTo>
                  <a:lnTo>
                    <a:pt x="1492513" y="8388"/>
                  </a:lnTo>
                  <a:lnTo>
                    <a:pt x="1525680" y="10224"/>
                  </a:lnTo>
                  <a:lnTo>
                    <a:pt x="1558847" y="12244"/>
                  </a:lnTo>
                  <a:lnTo>
                    <a:pt x="1592014" y="14451"/>
                  </a:lnTo>
                  <a:lnTo>
                    <a:pt x="1625181" y="16844"/>
                  </a:lnTo>
                  <a:lnTo>
                    <a:pt x="1658347" y="19424"/>
                  </a:lnTo>
                  <a:lnTo>
                    <a:pt x="1691514" y="22193"/>
                  </a:lnTo>
                  <a:lnTo>
                    <a:pt x="1724681" y="25151"/>
                  </a:lnTo>
                  <a:lnTo>
                    <a:pt x="1757848" y="28299"/>
                  </a:lnTo>
                  <a:lnTo>
                    <a:pt x="1791015" y="31638"/>
                  </a:lnTo>
                  <a:lnTo>
                    <a:pt x="1824182" y="35168"/>
                  </a:lnTo>
                  <a:lnTo>
                    <a:pt x="1857349" y="38891"/>
                  </a:lnTo>
                  <a:lnTo>
                    <a:pt x="1890516" y="42808"/>
                  </a:lnTo>
                  <a:lnTo>
                    <a:pt x="1923683" y="46935"/>
                  </a:lnTo>
                  <a:lnTo>
                    <a:pt x="1956850" y="51340"/>
                  </a:lnTo>
                  <a:lnTo>
                    <a:pt x="1990017" y="56012"/>
                  </a:lnTo>
                  <a:lnTo>
                    <a:pt x="2023184" y="60927"/>
                  </a:lnTo>
                  <a:lnTo>
                    <a:pt x="2056351" y="66063"/>
                  </a:lnTo>
                  <a:lnTo>
                    <a:pt x="2089518" y="71399"/>
                  </a:lnTo>
                  <a:lnTo>
                    <a:pt x="2122685" y="76911"/>
                  </a:lnTo>
                  <a:lnTo>
                    <a:pt x="2155852" y="82577"/>
                  </a:lnTo>
                  <a:lnTo>
                    <a:pt x="2189019" y="88375"/>
                  </a:lnTo>
                  <a:lnTo>
                    <a:pt x="2222186" y="94283"/>
                  </a:lnTo>
                  <a:lnTo>
                    <a:pt x="2255353" y="100278"/>
                  </a:lnTo>
                  <a:lnTo>
                    <a:pt x="2288520" y="106338"/>
                  </a:lnTo>
                  <a:lnTo>
                    <a:pt x="2321687" y="112440"/>
                  </a:lnTo>
                  <a:lnTo>
                    <a:pt x="2354854" y="118562"/>
                  </a:lnTo>
                  <a:lnTo>
                    <a:pt x="2388021" y="124681"/>
                  </a:lnTo>
                  <a:lnTo>
                    <a:pt x="2421188" y="130776"/>
                  </a:lnTo>
                  <a:lnTo>
                    <a:pt x="2454355" y="136824"/>
                  </a:lnTo>
                  <a:lnTo>
                    <a:pt x="2487521" y="142802"/>
                  </a:lnTo>
                  <a:lnTo>
                    <a:pt x="2520688" y="148690"/>
                  </a:lnTo>
                  <a:lnTo>
                    <a:pt x="2553855" y="154844"/>
                  </a:lnTo>
                  <a:lnTo>
                    <a:pt x="2587022" y="161483"/>
                  </a:lnTo>
                  <a:lnTo>
                    <a:pt x="2620189" y="168522"/>
                  </a:lnTo>
                  <a:lnTo>
                    <a:pt x="2653356" y="175874"/>
                  </a:lnTo>
                  <a:lnTo>
                    <a:pt x="2686523" y="183450"/>
                  </a:lnTo>
                  <a:lnTo>
                    <a:pt x="2719690" y="191164"/>
                  </a:lnTo>
                  <a:lnTo>
                    <a:pt x="2752857" y="198930"/>
                  </a:lnTo>
                  <a:lnTo>
                    <a:pt x="2786024" y="206659"/>
                  </a:lnTo>
                  <a:lnTo>
                    <a:pt x="2819191" y="214266"/>
                  </a:lnTo>
                  <a:lnTo>
                    <a:pt x="2852358" y="221662"/>
                  </a:lnTo>
                  <a:lnTo>
                    <a:pt x="2885525" y="228760"/>
                  </a:lnTo>
                  <a:lnTo>
                    <a:pt x="2918692" y="235475"/>
                  </a:lnTo>
                  <a:lnTo>
                    <a:pt x="2951859" y="241765"/>
                  </a:lnTo>
                  <a:lnTo>
                    <a:pt x="2985026" y="247907"/>
                  </a:lnTo>
                  <a:lnTo>
                    <a:pt x="3018193" y="253967"/>
                  </a:lnTo>
                  <a:lnTo>
                    <a:pt x="3051360" y="259949"/>
                  </a:lnTo>
                  <a:lnTo>
                    <a:pt x="3084527" y="265857"/>
                  </a:lnTo>
                  <a:lnTo>
                    <a:pt x="3117694" y="271698"/>
                  </a:lnTo>
                  <a:lnTo>
                    <a:pt x="3150861" y="277475"/>
                  </a:lnTo>
                  <a:lnTo>
                    <a:pt x="3184028" y="283195"/>
                  </a:lnTo>
                  <a:lnTo>
                    <a:pt x="3217195" y="288861"/>
                  </a:lnTo>
                  <a:lnTo>
                    <a:pt x="3250362" y="294478"/>
                  </a:lnTo>
                  <a:lnTo>
                    <a:pt x="3283529" y="300053"/>
                  </a:lnTo>
                  <a:lnTo>
                    <a:pt x="3316695" y="305589"/>
                  </a:lnTo>
                  <a:lnTo>
                    <a:pt x="3349862" y="311091"/>
                  </a:lnTo>
                  <a:lnTo>
                    <a:pt x="3383029" y="316420"/>
                  </a:lnTo>
                  <a:lnTo>
                    <a:pt x="3416196" y="321415"/>
                  </a:lnTo>
                  <a:lnTo>
                    <a:pt x="3449363" y="326133"/>
                  </a:lnTo>
                  <a:lnTo>
                    <a:pt x="3482530" y="330630"/>
                  </a:lnTo>
                  <a:lnTo>
                    <a:pt x="3515697" y="334964"/>
                  </a:lnTo>
                  <a:lnTo>
                    <a:pt x="3548864" y="339191"/>
                  </a:lnTo>
                  <a:lnTo>
                    <a:pt x="3582031" y="343369"/>
                  </a:lnTo>
                  <a:lnTo>
                    <a:pt x="3615198" y="347554"/>
                  </a:lnTo>
                  <a:lnTo>
                    <a:pt x="3648365" y="351804"/>
                  </a:lnTo>
                  <a:lnTo>
                    <a:pt x="3681532" y="356176"/>
                  </a:lnTo>
                  <a:lnTo>
                    <a:pt x="3714699" y="360727"/>
                  </a:lnTo>
                  <a:lnTo>
                    <a:pt x="3747866" y="365464"/>
                  </a:lnTo>
                  <a:lnTo>
                    <a:pt x="3781033" y="370050"/>
                  </a:lnTo>
                  <a:lnTo>
                    <a:pt x="3814200" y="374430"/>
                  </a:lnTo>
                  <a:lnTo>
                    <a:pt x="3847367" y="378633"/>
                  </a:lnTo>
                  <a:lnTo>
                    <a:pt x="3880534" y="382687"/>
                  </a:lnTo>
                  <a:lnTo>
                    <a:pt x="3913701" y="386620"/>
                  </a:lnTo>
                  <a:lnTo>
                    <a:pt x="3946868" y="390460"/>
                  </a:lnTo>
                  <a:lnTo>
                    <a:pt x="3980035" y="394236"/>
                  </a:lnTo>
                  <a:lnTo>
                    <a:pt x="4013202" y="397974"/>
                  </a:lnTo>
                  <a:lnTo>
                    <a:pt x="4046369" y="401704"/>
                  </a:lnTo>
                  <a:lnTo>
                    <a:pt x="4079536" y="405453"/>
                  </a:lnTo>
                  <a:lnTo>
                    <a:pt x="4112703" y="409249"/>
                  </a:lnTo>
                  <a:lnTo>
                    <a:pt x="4145869" y="413121"/>
                  </a:lnTo>
                  <a:lnTo>
                    <a:pt x="4179036" y="417096"/>
                  </a:lnTo>
                  <a:lnTo>
                    <a:pt x="4212203" y="421203"/>
                  </a:lnTo>
                  <a:lnTo>
                    <a:pt x="4245370" y="425277"/>
                  </a:lnTo>
                  <a:lnTo>
                    <a:pt x="4278537" y="429142"/>
                  </a:lnTo>
                  <a:lnTo>
                    <a:pt x="4311704" y="432815"/>
                  </a:lnTo>
                  <a:lnTo>
                    <a:pt x="4344871" y="436312"/>
                  </a:lnTo>
                  <a:lnTo>
                    <a:pt x="4378038" y="439648"/>
                  </a:lnTo>
                  <a:lnTo>
                    <a:pt x="4411205" y="442838"/>
                  </a:lnTo>
                  <a:lnTo>
                    <a:pt x="4444372" y="445899"/>
                  </a:lnTo>
                  <a:lnTo>
                    <a:pt x="4477539" y="448846"/>
                  </a:lnTo>
                  <a:lnTo>
                    <a:pt x="4510706" y="451695"/>
                  </a:lnTo>
                  <a:lnTo>
                    <a:pt x="4543873" y="454462"/>
                  </a:lnTo>
                  <a:lnTo>
                    <a:pt x="4577040" y="457162"/>
                  </a:lnTo>
                  <a:lnTo>
                    <a:pt x="4610207" y="459812"/>
                  </a:lnTo>
                  <a:lnTo>
                    <a:pt x="4643374" y="462426"/>
                  </a:lnTo>
                  <a:lnTo>
                    <a:pt x="4676541" y="465021"/>
                  </a:lnTo>
                  <a:lnTo>
                    <a:pt x="4709708" y="467612"/>
                  </a:lnTo>
                  <a:lnTo>
                    <a:pt x="4742875" y="470214"/>
                  </a:lnTo>
                  <a:lnTo>
                    <a:pt x="4776042" y="472845"/>
                  </a:lnTo>
                  <a:lnTo>
                    <a:pt x="4809209" y="475519"/>
                  </a:lnTo>
                  <a:lnTo>
                    <a:pt x="4842376" y="478252"/>
                  </a:lnTo>
                  <a:lnTo>
                    <a:pt x="4875543" y="481060"/>
                  </a:lnTo>
                  <a:lnTo>
                    <a:pt x="4908710" y="483958"/>
                  </a:lnTo>
                  <a:lnTo>
                    <a:pt x="4941876" y="486933"/>
                  </a:lnTo>
                  <a:lnTo>
                    <a:pt x="4975043" y="489966"/>
                  </a:lnTo>
                  <a:lnTo>
                    <a:pt x="5008210" y="493057"/>
                  </a:lnTo>
                  <a:lnTo>
                    <a:pt x="5041377" y="496205"/>
                  </a:lnTo>
                  <a:lnTo>
                    <a:pt x="5074544" y="499409"/>
                  </a:lnTo>
                  <a:lnTo>
                    <a:pt x="5107711" y="502669"/>
                  </a:lnTo>
                  <a:lnTo>
                    <a:pt x="5140878" y="505984"/>
                  </a:lnTo>
                  <a:lnTo>
                    <a:pt x="5174045" y="509354"/>
                  </a:lnTo>
                  <a:lnTo>
                    <a:pt x="5207212" y="512777"/>
                  </a:lnTo>
                  <a:lnTo>
                    <a:pt x="5240379" y="516254"/>
                  </a:lnTo>
                  <a:lnTo>
                    <a:pt x="5273546" y="519783"/>
                  </a:lnTo>
                  <a:lnTo>
                    <a:pt x="5306713" y="523364"/>
                  </a:lnTo>
                  <a:lnTo>
                    <a:pt x="5339880" y="526996"/>
                  </a:lnTo>
                  <a:lnTo>
                    <a:pt x="5373047" y="530679"/>
                  </a:lnTo>
                  <a:lnTo>
                    <a:pt x="5406214" y="534411"/>
                  </a:lnTo>
                  <a:lnTo>
                    <a:pt x="5439381" y="538193"/>
                  </a:lnTo>
                  <a:lnTo>
                    <a:pt x="5472548" y="542023"/>
                  </a:lnTo>
                  <a:lnTo>
                    <a:pt x="5505715" y="545901"/>
                  </a:lnTo>
                  <a:lnTo>
                    <a:pt x="5538882" y="549827"/>
                  </a:lnTo>
                  <a:lnTo>
                    <a:pt x="5572049" y="553799"/>
                  </a:lnTo>
                  <a:lnTo>
                    <a:pt x="5605216" y="557817"/>
                  </a:lnTo>
                  <a:lnTo>
                    <a:pt x="5638383" y="561880"/>
                  </a:lnTo>
                  <a:lnTo>
                    <a:pt x="5671550" y="565988"/>
                  </a:lnTo>
                  <a:lnTo>
                    <a:pt x="5704717" y="570139"/>
                  </a:lnTo>
                  <a:lnTo>
                    <a:pt x="5737884" y="574334"/>
                  </a:lnTo>
                  <a:lnTo>
                    <a:pt x="5771050" y="578572"/>
                  </a:lnTo>
                  <a:lnTo>
                    <a:pt x="5804217" y="582852"/>
                  </a:lnTo>
                  <a:lnTo>
                    <a:pt x="5837384" y="587173"/>
                  </a:lnTo>
                  <a:lnTo>
                    <a:pt x="5870551" y="591534"/>
                  </a:lnTo>
                  <a:lnTo>
                    <a:pt x="5903718" y="595936"/>
                  </a:lnTo>
                  <a:lnTo>
                    <a:pt x="5936885" y="600377"/>
                  </a:lnTo>
                  <a:lnTo>
                    <a:pt x="5970052" y="604857"/>
                  </a:lnTo>
                  <a:lnTo>
                    <a:pt x="6003219" y="609375"/>
                  </a:lnTo>
                  <a:lnTo>
                    <a:pt x="6036386" y="613930"/>
                  </a:lnTo>
                  <a:lnTo>
                    <a:pt x="6069553" y="618522"/>
                  </a:lnTo>
                  <a:lnTo>
                    <a:pt x="6102720" y="623150"/>
                  </a:lnTo>
                  <a:lnTo>
                    <a:pt x="6135887" y="627813"/>
                  </a:lnTo>
                  <a:lnTo>
                    <a:pt x="6169054" y="632511"/>
                  </a:lnTo>
                  <a:lnTo>
                    <a:pt x="6202221" y="637243"/>
                  </a:lnTo>
                  <a:lnTo>
                    <a:pt x="6235388" y="642009"/>
                  </a:lnTo>
                  <a:lnTo>
                    <a:pt x="6268555" y="646808"/>
                  </a:lnTo>
                  <a:lnTo>
                    <a:pt x="6301722" y="651638"/>
                  </a:lnTo>
                  <a:lnTo>
                    <a:pt x="6334889" y="656500"/>
                  </a:lnTo>
                  <a:lnTo>
                    <a:pt x="6368056" y="661393"/>
                  </a:lnTo>
                  <a:lnTo>
                    <a:pt x="6401223" y="666317"/>
                  </a:lnTo>
                  <a:lnTo>
                    <a:pt x="6434390" y="671269"/>
                  </a:lnTo>
                  <a:lnTo>
                    <a:pt x="6467557" y="676251"/>
                  </a:lnTo>
                  <a:lnTo>
                    <a:pt x="6500724" y="681260"/>
                  </a:lnTo>
                  <a:lnTo>
                    <a:pt x="6533891" y="686298"/>
                  </a:lnTo>
                  <a:lnTo>
                    <a:pt x="6567058" y="691362"/>
                  </a:lnTo>
                  <a:lnTo>
                    <a:pt x="6600224" y="696452"/>
                  </a:lnTo>
                </a:path>
              </a:pathLst>
            </a:custGeom>
            <a:ln w="46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tx46"/>
            <p:cNvSpPr/>
            <p:nvPr/>
          </p:nvSpPr>
          <p:spPr>
            <a:xfrm>
              <a:off x="817066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430439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4887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4887" y="25546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2708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264753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264753" y="459601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264753" y="401277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264753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264753" y="284629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8264753" y="226305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125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264753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114144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18748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260816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334152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07488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857937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56020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29356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02692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776028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1950323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455459" y="3419472"/>
              <a:ext cx="20647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  (carboplatin ±20%)</a:t>
              </a:r>
            </a:p>
          </p:txBody>
        </p:sp>
        <p:sp>
          <p:nvSpPr>
            <p:cNvPr id="70" name="tx70"/>
            <p:cNvSpPr/>
            <p:nvPr/>
          </p:nvSpPr>
          <p:spPr>
            <a:xfrm rot="5400000">
              <a:off x="7864385" y="3419472"/>
              <a:ext cx="140543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Number of participants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941876" y="1367948"/>
              <a:ext cx="394097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Black line = % overdosed (left axis) · bars = distribution (right axis) · N = 1,200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219303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34444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46958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94721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1719860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7188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0524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73860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47196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67203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40539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3875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87211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941876" y="5149314"/>
              <a:ext cx="330011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71887" y="5149314"/>
              <a:ext cx="366679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38566" y="4846029"/>
              <a:ext cx="366679" cy="37327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005245" y="4589403"/>
              <a:ext cx="366679" cy="62989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371925" y="4519414"/>
              <a:ext cx="366679" cy="6998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738604" y="4006163"/>
              <a:ext cx="366679" cy="121314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3105283" y="3189626"/>
              <a:ext cx="366679" cy="20296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471962" y="2979660"/>
              <a:ext cx="366679" cy="223964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838641" y="2093134"/>
              <a:ext cx="366679" cy="312616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4205320" y="2023145"/>
              <a:ext cx="366679" cy="319615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572000" y="1929827"/>
              <a:ext cx="366679" cy="32894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938679" y="2373089"/>
              <a:ext cx="366679" cy="284621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305358" y="2863011"/>
              <a:ext cx="366679" cy="2356291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672037" y="3562900"/>
              <a:ext cx="366679" cy="165640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038716" y="3772867"/>
              <a:ext cx="366679" cy="14464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405395" y="4262789"/>
              <a:ext cx="366679" cy="95651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772074" y="4449426"/>
              <a:ext cx="366679" cy="76987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38754" y="4799370"/>
              <a:ext cx="366679" cy="41993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505433" y="5032666"/>
              <a:ext cx="366679" cy="1866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872112" y="5009336"/>
              <a:ext cx="330011" cy="20996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1271887" y="3985190"/>
              <a:ext cx="6600224" cy="1234113"/>
            </a:xfrm>
            <a:custGeom>
              <a:avLst/>
              <a:pathLst>
                <a:path w="6600224" h="1234113">
                  <a:moveTo>
                    <a:pt x="0" y="0"/>
                  </a:moveTo>
                  <a:lnTo>
                    <a:pt x="33166" y="16182"/>
                  </a:lnTo>
                  <a:lnTo>
                    <a:pt x="66333" y="32191"/>
                  </a:lnTo>
                  <a:lnTo>
                    <a:pt x="99500" y="48028"/>
                  </a:lnTo>
                  <a:lnTo>
                    <a:pt x="132667" y="63691"/>
                  </a:lnTo>
                  <a:lnTo>
                    <a:pt x="165834" y="79179"/>
                  </a:lnTo>
                  <a:lnTo>
                    <a:pt x="199001" y="94492"/>
                  </a:lnTo>
                  <a:lnTo>
                    <a:pt x="232168" y="109629"/>
                  </a:lnTo>
                  <a:lnTo>
                    <a:pt x="265335" y="124588"/>
                  </a:lnTo>
                  <a:lnTo>
                    <a:pt x="298502" y="139369"/>
                  </a:lnTo>
                  <a:lnTo>
                    <a:pt x="331669" y="153971"/>
                  </a:lnTo>
                  <a:lnTo>
                    <a:pt x="364836" y="168392"/>
                  </a:lnTo>
                  <a:lnTo>
                    <a:pt x="398003" y="182632"/>
                  </a:lnTo>
                  <a:lnTo>
                    <a:pt x="431170" y="196690"/>
                  </a:lnTo>
                  <a:lnTo>
                    <a:pt x="464337" y="210564"/>
                  </a:lnTo>
                  <a:lnTo>
                    <a:pt x="497504" y="224253"/>
                  </a:lnTo>
                  <a:lnTo>
                    <a:pt x="530671" y="237755"/>
                  </a:lnTo>
                  <a:lnTo>
                    <a:pt x="563838" y="251071"/>
                  </a:lnTo>
                  <a:lnTo>
                    <a:pt x="597005" y="264197"/>
                  </a:lnTo>
                  <a:lnTo>
                    <a:pt x="630172" y="277134"/>
                  </a:lnTo>
                  <a:lnTo>
                    <a:pt x="663339" y="289878"/>
                  </a:lnTo>
                  <a:lnTo>
                    <a:pt x="696506" y="302430"/>
                  </a:lnTo>
                  <a:lnTo>
                    <a:pt x="729673" y="314787"/>
                  </a:lnTo>
                  <a:lnTo>
                    <a:pt x="762840" y="326948"/>
                  </a:lnTo>
                  <a:lnTo>
                    <a:pt x="796007" y="338911"/>
                  </a:lnTo>
                  <a:lnTo>
                    <a:pt x="829173" y="350676"/>
                  </a:lnTo>
                  <a:lnTo>
                    <a:pt x="862340" y="362240"/>
                  </a:lnTo>
                  <a:lnTo>
                    <a:pt x="895507" y="373602"/>
                  </a:lnTo>
                  <a:lnTo>
                    <a:pt x="928674" y="384760"/>
                  </a:lnTo>
                  <a:lnTo>
                    <a:pt x="961841" y="395714"/>
                  </a:lnTo>
                  <a:lnTo>
                    <a:pt x="995008" y="406463"/>
                  </a:lnTo>
                  <a:lnTo>
                    <a:pt x="1028175" y="417004"/>
                  </a:lnTo>
                  <a:lnTo>
                    <a:pt x="1061342" y="427337"/>
                  </a:lnTo>
                  <a:lnTo>
                    <a:pt x="1094509" y="437462"/>
                  </a:lnTo>
                  <a:lnTo>
                    <a:pt x="1127676" y="447379"/>
                  </a:lnTo>
                  <a:lnTo>
                    <a:pt x="1160843" y="457086"/>
                  </a:lnTo>
                  <a:lnTo>
                    <a:pt x="1194010" y="466584"/>
                  </a:lnTo>
                  <a:lnTo>
                    <a:pt x="1227177" y="475874"/>
                  </a:lnTo>
                  <a:lnTo>
                    <a:pt x="1260344" y="484958"/>
                  </a:lnTo>
                  <a:lnTo>
                    <a:pt x="1293511" y="493836"/>
                  </a:lnTo>
                  <a:lnTo>
                    <a:pt x="1326678" y="502510"/>
                  </a:lnTo>
                  <a:lnTo>
                    <a:pt x="1359845" y="510984"/>
                  </a:lnTo>
                  <a:lnTo>
                    <a:pt x="1393012" y="519261"/>
                  </a:lnTo>
                  <a:lnTo>
                    <a:pt x="1426179" y="527346"/>
                  </a:lnTo>
                  <a:lnTo>
                    <a:pt x="1459346" y="535241"/>
                  </a:lnTo>
                  <a:lnTo>
                    <a:pt x="1492513" y="542954"/>
                  </a:lnTo>
                  <a:lnTo>
                    <a:pt x="1525680" y="550490"/>
                  </a:lnTo>
                  <a:lnTo>
                    <a:pt x="1558847" y="557857"/>
                  </a:lnTo>
                  <a:lnTo>
                    <a:pt x="1592014" y="565060"/>
                  </a:lnTo>
                  <a:lnTo>
                    <a:pt x="1625181" y="572109"/>
                  </a:lnTo>
                  <a:lnTo>
                    <a:pt x="1658347" y="579012"/>
                  </a:lnTo>
                  <a:lnTo>
                    <a:pt x="1691514" y="585777"/>
                  </a:lnTo>
                  <a:lnTo>
                    <a:pt x="1724681" y="592413"/>
                  </a:lnTo>
                  <a:lnTo>
                    <a:pt x="1757848" y="598931"/>
                  </a:lnTo>
                  <a:lnTo>
                    <a:pt x="1791015" y="605338"/>
                  </a:lnTo>
                  <a:lnTo>
                    <a:pt x="1824182" y="611644"/>
                  </a:lnTo>
                  <a:lnTo>
                    <a:pt x="1857349" y="617858"/>
                  </a:lnTo>
                  <a:lnTo>
                    <a:pt x="1890516" y="623989"/>
                  </a:lnTo>
                  <a:lnTo>
                    <a:pt x="1923683" y="630052"/>
                  </a:lnTo>
                  <a:lnTo>
                    <a:pt x="1956850" y="636085"/>
                  </a:lnTo>
                  <a:lnTo>
                    <a:pt x="1990017" y="642089"/>
                  </a:lnTo>
                  <a:lnTo>
                    <a:pt x="2023184" y="648060"/>
                  </a:lnTo>
                  <a:lnTo>
                    <a:pt x="2056351" y="653993"/>
                  </a:lnTo>
                  <a:lnTo>
                    <a:pt x="2089518" y="659882"/>
                  </a:lnTo>
                  <a:lnTo>
                    <a:pt x="2122685" y="665720"/>
                  </a:lnTo>
                  <a:lnTo>
                    <a:pt x="2155852" y="671502"/>
                  </a:lnTo>
                  <a:lnTo>
                    <a:pt x="2189019" y="677221"/>
                  </a:lnTo>
                  <a:lnTo>
                    <a:pt x="2222186" y="682871"/>
                  </a:lnTo>
                  <a:lnTo>
                    <a:pt x="2255353" y="688446"/>
                  </a:lnTo>
                  <a:lnTo>
                    <a:pt x="2288520" y="693942"/>
                  </a:lnTo>
                  <a:lnTo>
                    <a:pt x="2321687" y="699356"/>
                  </a:lnTo>
                  <a:lnTo>
                    <a:pt x="2354854" y="704685"/>
                  </a:lnTo>
                  <a:lnTo>
                    <a:pt x="2388021" y="709927"/>
                  </a:lnTo>
                  <a:lnTo>
                    <a:pt x="2421188" y="715082"/>
                  </a:lnTo>
                  <a:lnTo>
                    <a:pt x="2454355" y="720150"/>
                  </a:lnTo>
                  <a:lnTo>
                    <a:pt x="2487521" y="725133"/>
                  </a:lnTo>
                  <a:lnTo>
                    <a:pt x="2520688" y="730032"/>
                  </a:lnTo>
                  <a:lnTo>
                    <a:pt x="2553855" y="734894"/>
                  </a:lnTo>
                  <a:lnTo>
                    <a:pt x="2587022" y="739731"/>
                  </a:lnTo>
                  <a:lnTo>
                    <a:pt x="2620189" y="744512"/>
                  </a:lnTo>
                  <a:lnTo>
                    <a:pt x="2653356" y="749206"/>
                  </a:lnTo>
                  <a:lnTo>
                    <a:pt x="2686523" y="753788"/>
                  </a:lnTo>
                  <a:lnTo>
                    <a:pt x="2719690" y="758244"/>
                  </a:lnTo>
                  <a:lnTo>
                    <a:pt x="2752857" y="762577"/>
                  </a:lnTo>
                  <a:lnTo>
                    <a:pt x="2786024" y="766806"/>
                  </a:lnTo>
                  <a:lnTo>
                    <a:pt x="2819191" y="770968"/>
                  </a:lnTo>
                  <a:lnTo>
                    <a:pt x="2852358" y="775115"/>
                  </a:lnTo>
                  <a:lnTo>
                    <a:pt x="2885525" y="779315"/>
                  </a:lnTo>
                  <a:lnTo>
                    <a:pt x="2918692" y="783644"/>
                  </a:lnTo>
                  <a:lnTo>
                    <a:pt x="2951859" y="788196"/>
                  </a:lnTo>
                  <a:lnTo>
                    <a:pt x="2985026" y="793102"/>
                  </a:lnTo>
                  <a:lnTo>
                    <a:pt x="3018193" y="798282"/>
                  </a:lnTo>
                  <a:lnTo>
                    <a:pt x="3051360" y="803625"/>
                  </a:lnTo>
                  <a:lnTo>
                    <a:pt x="3084527" y="809028"/>
                  </a:lnTo>
                  <a:lnTo>
                    <a:pt x="3117694" y="814403"/>
                  </a:lnTo>
                  <a:lnTo>
                    <a:pt x="3150861" y="819682"/>
                  </a:lnTo>
                  <a:lnTo>
                    <a:pt x="3184028" y="824823"/>
                  </a:lnTo>
                  <a:lnTo>
                    <a:pt x="3217195" y="829810"/>
                  </a:lnTo>
                  <a:lnTo>
                    <a:pt x="3250362" y="834653"/>
                  </a:lnTo>
                  <a:lnTo>
                    <a:pt x="3283529" y="839380"/>
                  </a:lnTo>
                  <a:lnTo>
                    <a:pt x="3316695" y="844035"/>
                  </a:lnTo>
                  <a:lnTo>
                    <a:pt x="3349862" y="848664"/>
                  </a:lnTo>
                  <a:lnTo>
                    <a:pt x="3383029" y="853507"/>
                  </a:lnTo>
                  <a:lnTo>
                    <a:pt x="3416196" y="858746"/>
                  </a:lnTo>
                  <a:lnTo>
                    <a:pt x="3449363" y="864222"/>
                  </a:lnTo>
                  <a:lnTo>
                    <a:pt x="3482530" y="869786"/>
                  </a:lnTo>
                  <a:lnTo>
                    <a:pt x="3515697" y="875304"/>
                  </a:lnTo>
                  <a:lnTo>
                    <a:pt x="3548864" y="880675"/>
                  </a:lnTo>
                  <a:lnTo>
                    <a:pt x="3582031" y="885828"/>
                  </a:lnTo>
                  <a:lnTo>
                    <a:pt x="3615198" y="890730"/>
                  </a:lnTo>
                  <a:lnTo>
                    <a:pt x="3648365" y="895375"/>
                  </a:lnTo>
                  <a:lnTo>
                    <a:pt x="3681532" y="899782"/>
                  </a:lnTo>
                  <a:lnTo>
                    <a:pt x="3714699" y="903979"/>
                  </a:lnTo>
                  <a:lnTo>
                    <a:pt x="3747866" y="908011"/>
                  </a:lnTo>
                  <a:lnTo>
                    <a:pt x="3781033" y="911976"/>
                  </a:lnTo>
                  <a:lnTo>
                    <a:pt x="3814200" y="915854"/>
                  </a:lnTo>
                  <a:lnTo>
                    <a:pt x="3847367" y="919604"/>
                  </a:lnTo>
                  <a:lnTo>
                    <a:pt x="3880534" y="923190"/>
                  </a:lnTo>
                  <a:lnTo>
                    <a:pt x="3913701" y="926587"/>
                  </a:lnTo>
                  <a:lnTo>
                    <a:pt x="3946868" y="929780"/>
                  </a:lnTo>
                  <a:lnTo>
                    <a:pt x="3980035" y="932771"/>
                  </a:lnTo>
                  <a:lnTo>
                    <a:pt x="4013202" y="935575"/>
                  </a:lnTo>
                  <a:lnTo>
                    <a:pt x="4046369" y="938219"/>
                  </a:lnTo>
                  <a:lnTo>
                    <a:pt x="4079536" y="940745"/>
                  </a:lnTo>
                  <a:lnTo>
                    <a:pt x="4112703" y="943201"/>
                  </a:lnTo>
                  <a:lnTo>
                    <a:pt x="4145869" y="945645"/>
                  </a:lnTo>
                  <a:lnTo>
                    <a:pt x="4179036" y="948133"/>
                  </a:lnTo>
                  <a:lnTo>
                    <a:pt x="4212203" y="950723"/>
                  </a:lnTo>
                  <a:lnTo>
                    <a:pt x="4245370" y="953296"/>
                  </a:lnTo>
                  <a:lnTo>
                    <a:pt x="4278537" y="955700"/>
                  </a:lnTo>
                  <a:lnTo>
                    <a:pt x="4311704" y="957932"/>
                  </a:lnTo>
                  <a:lnTo>
                    <a:pt x="4344871" y="959993"/>
                  </a:lnTo>
                  <a:lnTo>
                    <a:pt x="4378038" y="961882"/>
                  </a:lnTo>
                  <a:lnTo>
                    <a:pt x="4411205" y="963602"/>
                  </a:lnTo>
                  <a:lnTo>
                    <a:pt x="4444372" y="965159"/>
                  </a:lnTo>
                  <a:lnTo>
                    <a:pt x="4477539" y="966559"/>
                  </a:lnTo>
                  <a:lnTo>
                    <a:pt x="4510706" y="967810"/>
                  </a:lnTo>
                  <a:lnTo>
                    <a:pt x="4543873" y="968924"/>
                  </a:lnTo>
                  <a:lnTo>
                    <a:pt x="4577040" y="969914"/>
                  </a:lnTo>
                  <a:lnTo>
                    <a:pt x="4610207" y="970796"/>
                  </a:lnTo>
                  <a:lnTo>
                    <a:pt x="4643374" y="971587"/>
                  </a:lnTo>
                  <a:lnTo>
                    <a:pt x="4676541" y="972306"/>
                  </a:lnTo>
                  <a:lnTo>
                    <a:pt x="4709708" y="972973"/>
                  </a:lnTo>
                  <a:lnTo>
                    <a:pt x="4742875" y="973610"/>
                  </a:lnTo>
                  <a:lnTo>
                    <a:pt x="4776042" y="974238"/>
                  </a:lnTo>
                  <a:lnTo>
                    <a:pt x="4809209" y="974881"/>
                  </a:lnTo>
                  <a:lnTo>
                    <a:pt x="4842376" y="975559"/>
                  </a:lnTo>
                  <a:lnTo>
                    <a:pt x="4875543" y="976295"/>
                  </a:lnTo>
                  <a:lnTo>
                    <a:pt x="4908710" y="977108"/>
                  </a:lnTo>
                  <a:lnTo>
                    <a:pt x="4941876" y="977933"/>
                  </a:lnTo>
                  <a:lnTo>
                    <a:pt x="4975043" y="978712"/>
                  </a:lnTo>
                  <a:lnTo>
                    <a:pt x="5008210" y="979445"/>
                  </a:lnTo>
                  <a:lnTo>
                    <a:pt x="5041377" y="980130"/>
                  </a:lnTo>
                  <a:lnTo>
                    <a:pt x="5074544" y="980765"/>
                  </a:lnTo>
                  <a:lnTo>
                    <a:pt x="5107711" y="981349"/>
                  </a:lnTo>
                  <a:lnTo>
                    <a:pt x="5140878" y="981877"/>
                  </a:lnTo>
                  <a:lnTo>
                    <a:pt x="5174045" y="982347"/>
                  </a:lnTo>
                  <a:lnTo>
                    <a:pt x="5207212" y="982754"/>
                  </a:lnTo>
                  <a:lnTo>
                    <a:pt x="5240379" y="983094"/>
                  </a:lnTo>
                  <a:lnTo>
                    <a:pt x="5273546" y="983363"/>
                  </a:lnTo>
                  <a:lnTo>
                    <a:pt x="5306713" y="983554"/>
                  </a:lnTo>
                  <a:lnTo>
                    <a:pt x="5339880" y="983662"/>
                  </a:lnTo>
                  <a:lnTo>
                    <a:pt x="5373047" y="983683"/>
                  </a:lnTo>
                  <a:lnTo>
                    <a:pt x="5406214" y="983610"/>
                  </a:lnTo>
                  <a:lnTo>
                    <a:pt x="5439381" y="983437"/>
                  </a:lnTo>
                  <a:lnTo>
                    <a:pt x="5472548" y="983159"/>
                  </a:lnTo>
                  <a:lnTo>
                    <a:pt x="5505715" y="982768"/>
                  </a:lnTo>
                  <a:lnTo>
                    <a:pt x="5538882" y="982260"/>
                  </a:lnTo>
                  <a:lnTo>
                    <a:pt x="5572049" y="981628"/>
                  </a:lnTo>
                  <a:lnTo>
                    <a:pt x="5605216" y="980867"/>
                  </a:lnTo>
                  <a:lnTo>
                    <a:pt x="5638383" y="979970"/>
                  </a:lnTo>
                  <a:lnTo>
                    <a:pt x="5671550" y="978933"/>
                  </a:lnTo>
                  <a:lnTo>
                    <a:pt x="5704717" y="977749"/>
                  </a:lnTo>
                  <a:lnTo>
                    <a:pt x="5737884" y="976415"/>
                  </a:lnTo>
                  <a:lnTo>
                    <a:pt x="5771050" y="974925"/>
                  </a:lnTo>
                  <a:lnTo>
                    <a:pt x="5804217" y="973275"/>
                  </a:lnTo>
                  <a:lnTo>
                    <a:pt x="5837384" y="971461"/>
                  </a:lnTo>
                  <a:lnTo>
                    <a:pt x="5870551" y="969479"/>
                  </a:lnTo>
                  <a:lnTo>
                    <a:pt x="5903718" y="967326"/>
                  </a:lnTo>
                  <a:lnTo>
                    <a:pt x="5936885" y="964998"/>
                  </a:lnTo>
                  <a:lnTo>
                    <a:pt x="5970052" y="962494"/>
                  </a:lnTo>
                  <a:lnTo>
                    <a:pt x="6003219" y="959810"/>
                  </a:lnTo>
                  <a:lnTo>
                    <a:pt x="6036386" y="956945"/>
                  </a:lnTo>
                  <a:lnTo>
                    <a:pt x="6069553" y="953896"/>
                  </a:lnTo>
                  <a:lnTo>
                    <a:pt x="6102720" y="950663"/>
                  </a:lnTo>
                  <a:lnTo>
                    <a:pt x="6135887" y="947243"/>
                  </a:lnTo>
                  <a:lnTo>
                    <a:pt x="6169054" y="943637"/>
                  </a:lnTo>
                  <a:lnTo>
                    <a:pt x="6202221" y="939843"/>
                  </a:lnTo>
                  <a:lnTo>
                    <a:pt x="6235388" y="935860"/>
                  </a:lnTo>
                  <a:lnTo>
                    <a:pt x="6268555" y="931688"/>
                  </a:lnTo>
                  <a:lnTo>
                    <a:pt x="6301722" y="927328"/>
                  </a:lnTo>
                  <a:lnTo>
                    <a:pt x="6334889" y="922778"/>
                  </a:lnTo>
                  <a:lnTo>
                    <a:pt x="6368056" y="918039"/>
                  </a:lnTo>
                  <a:lnTo>
                    <a:pt x="6401223" y="913112"/>
                  </a:lnTo>
                  <a:lnTo>
                    <a:pt x="6434390" y="907995"/>
                  </a:lnTo>
                  <a:lnTo>
                    <a:pt x="6467557" y="902691"/>
                  </a:lnTo>
                  <a:lnTo>
                    <a:pt x="6500724" y="897198"/>
                  </a:lnTo>
                  <a:lnTo>
                    <a:pt x="6533891" y="891518"/>
                  </a:lnTo>
                  <a:lnTo>
                    <a:pt x="6567058" y="885652"/>
                  </a:lnTo>
                  <a:lnTo>
                    <a:pt x="6600224" y="879599"/>
                  </a:lnTo>
                  <a:lnTo>
                    <a:pt x="6600224" y="1234113"/>
                  </a:lnTo>
                  <a:lnTo>
                    <a:pt x="6567058" y="1234113"/>
                  </a:lnTo>
                  <a:lnTo>
                    <a:pt x="6533891" y="1234113"/>
                  </a:lnTo>
                  <a:lnTo>
                    <a:pt x="6500724" y="1234113"/>
                  </a:lnTo>
                  <a:lnTo>
                    <a:pt x="6467557" y="1234113"/>
                  </a:lnTo>
                  <a:lnTo>
                    <a:pt x="6434390" y="1234113"/>
                  </a:lnTo>
                  <a:lnTo>
                    <a:pt x="6401223" y="1234113"/>
                  </a:lnTo>
                  <a:lnTo>
                    <a:pt x="6368056" y="1234113"/>
                  </a:lnTo>
                  <a:lnTo>
                    <a:pt x="6334889" y="1234113"/>
                  </a:lnTo>
                  <a:lnTo>
                    <a:pt x="6301722" y="1234113"/>
                  </a:lnTo>
                  <a:lnTo>
                    <a:pt x="6268555" y="1234113"/>
                  </a:lnTo>
                  <a:lnTo>
                    <a:pt x="6235388" y="1234113"/>
                  </a:lnTo>
                  <a:lnTo>
                    <a:pt x="6202221" y="1234113"/>
                  </a:lnTo>
                  <a:lnTo>
                    <a:pt x="6169054" y="1234113"/>
                  </a:lnTo>
                  <a:lnTo>
                    <a:pt x="6135887" y="1234113"/>
                  </a:lnTo>
                  <a:lnTo>
                    <a:pt x="6102720" y="1234113"/>
                  </a:lnTo>
                  <a:lnTo>
                    <a:pt x="6069553" y="1234113"/>
                  </a:lnTo>
                  <a:lnTo>
                    <a:pt x="6036386" y="1234113"/>
                  </a:lnTo>
                  <a:lnTo>
                    <a:pt x="6003219" y="1234113"/>
                  </a:lnTo>
                  <a:lnTo>
                    <a:pt x="5970052" y="1234113"/>
                  </a:lnTo>
                  <a:lnTo>
                    <a:pt x="5936885" y="1234113"/>
                  </a:lnTo>
                  <a:lnTo>
                    <a:pt x="5903718" y="1234113"/>
                  </a:lnTo>
                  <a:lnTo>
                    <a:pt x="5870551" y="1234113"/>
                  </a:lnTo>
                  <a:lnTo>
                    <a:pt x="5837384" y="1234113"/>
                  </a:lnTo>
                  <a:lnTo>
                    <a:pt x="5804217" y="1234113"/>
                  </a:lnTo>
                  <a:lnTo>
                    <a:pt x="5771050" y="1234113"/>
                  </a:lnTo>
                  <a:lnTo>
                    <a:pt x="5737884" y="1234113"/>
                  </a:lnTo>
                  <a:lnTo>
                    <a:pt x="5704717" y="1234113"/>
                  </a:lnTo>
                  <a:lnTo>
                    <a:pt x="5671550" y="1234113"/>
                  </a:lnTo>
                  <a:lnTo>
                    <a:pt x="5638383" y="1234113"/>
                  </a:lnTo>
                  <a:lnTo>
                    <a:pt x="5605216" y="1234113"/>
                  </a:lnTo>
                  <a:lnTo>
                    <a:pt x="5572049" y="1234113"/>
                  </a:lnTo>
                  <a:lnTo>
                    <a:pt x="5538882" y="1231436"/>
                  </a:lnTo>
                  <a:lnTo>
                    <a:pt x="5505715" y="1228337"/>
                  </a:lnTo>
                  <a:lnTo>
                    <a:pt x="5472548" y="1225324"/>
                  </a:lnTo>
                  <a:lnTo>
                    <a:pt x="5439381" y="1222392"/>
                  </a:lnTo>
                  <a:lnTo>
                    <a:pt x="5406214" y="1219535"/>
                  </a:lnTo>
                  <a:lnTo>
                    <a:pt x="5373047" y="1216748"/>
                  </a:lnTo>
                  <a:lnTo>
                    <a:pt x="5339880" y="1214025"/>
                  </a:lnTo>
                  <a:lnTo>
                    <a:pt x="5306713" y="1211361"/>
                  </a:lnTo>
                  <a:lnTo>
                    <a:pt x="5273546" y="1208752"/>
                  </a:lnTo>
                  <a:lnTo>
                    <a:pt x="5240379" y="1206192"/>
                  </a:lnTo>
                  <a:lnTo>
                    <a:pt x="5207212" y="1203677"/>
                  </a:lnTo>
                  <a:lnTo>
                    <a:pt x="5174045" y="1201204"/>
                  </a:lnTo>
                  <a:lnTo>
                    <a:pt x="5140878" y="1198767"/>
                  </a:lnTo>
                  <a:lnTo>
                    <a:pt x="5107711" y="1196364"/>
                  </a:lnTo>
                  <a:lnTo>
                    <a:pt x="5074544" y="1193992"/>
                  </a:lnTo>
                  <a:lnTo>
                    <a:pt x="5041377" y="1191648"/>
                  </a:lnTo>
                  <a:lnTo>
                    <a:pt x="5008210" y="1189331"/>
                  </a:lnTo>
                  <a:lnTo>
                    <a:pt x="4975043" y="1187039"/>
                  </a:lnTo>
                  <a:lnTo>
                    <a:pt x="4941876" y="1184772"/>
                  </a:lnTo>
                  <a:lnTo>
                    <a:pt x="4908710" y="1182529"/>
                  </a:lnTo>
                  <a:lnTo>
                    <a:pt x="4875543" y="1180319"/>
                  </a:lnTo>
                  <a:lnTo>
                    <a:pt x="4842376" y="1178149"/>
                  </a:lnTo>
                  <a:lnTo>
                    <a:pt x="4809209" y="1176013"/>
                  </a:lnTo>
                  <a:lnTo>
                    <a:pt x="4776042" y="1173908"/>
                  </a:lnTo>
                  <a:lnTo>
                    <a:pt x="4742875" y="1171830"/>
                  </a:lnTo>
                  <a:lnTo>
                    <a:pt x="4709708" y="1169776"/>
                  </a:lnTo>
                  <a:lnTo>
                    <a:pt x="4676541" y="1167743"/>
                  </a:lnTo>
                  <a:lnTo>
                    <a:pt x="4643374" y="1165728"/>
                  </a:lnTo>
                  <a:lnTo>
                    <a:pt x="4610207" y="1163725"/>
                  </a:lnTo>
                  <a:lnTo>
                    <a:pt x="4577040" y="1161727"/>
                  </a:lnTo>
                  <a:lnTo>
                    <a:pt x="4543873" y="1159728"/>
                  </a:lnTo>
                  <a:lnTo>
                    <a:pt x="4510706" y="1157717"/>
                  </a:lnTo>
                  <a:lnTo>
                    <a:pt x="4477539" y="1155682"/>
                  </a:lnTo>
                  <a:lnTo>
                    <a:pt x="4444372" y="1153609"/>
                  </a:lnTo>
                  <a:lnTo>
                    <a:pt x="4411205" y="1151482"/>
                  </a:lnTo>
                  <a:lnTo>
                    <a:pt x="4378038" y="1149281"/>
                  </a:lnTo>
                  <a:lnTo>
                    <a:pt x="4344871" y="1146987"/>
                  </a:lnTo>
                  <a:lnTo>
                    <a:pt x="4311704" y="1144577"/>
                  </a:lnTo>
                  <a:lnTo>
                    <a:pt x="4278537" y="1142026"/>
                  </a:lnTo>
                  <a:lnTo>
                    <a:pt x="4245370" y="1139309"/>
                  </a:lnTo>
                  <a:lnTo>
                    <a:pt x="4212203" y="1136398"/>
                  </a:lnTo>
                  <a:lnTo>
                    <a:pt x="4179036" y="1133278"/>
                  </a:lnTo>
                  <a:lnTo>
                    <a:pt x="4145869" y="1129974"/>
                  </a:lnTo>
                  <a:lnTo>
                    <a:pt x="4112703" y="1126528"/>
                  </a:lnTo>
                  <a:lnTo>
                    <a:pt x="4079536" y="1122983"/>
                  </a:lnTo>
                  <a:lnTo>
                    <a:pt x="4046369" y="1119380"/>
                  </a:lnTo>
                  <a:lnTo>
                    <a:pt x="4013202" y="1115755"/>
                  </a:lnTo>
                  <a:lnTo>
                    <a:pt x="3980035" y="1112133"/>
                  </a:lnTo>
                  <a:lnTo>
                    <a:pt x="3946868" y="1108526"/>
                  </a:lnTo>
                  <a:lnTo>
                    <a:pt x="3913701" y="1104937"/>
                  </a:lnTo>
                  <a:lnTo>
                    <a:pt x="3880534" y="1101349"/>
                  </a:lnTo>
                  <a:lnTo>
                    <a:pt x="3847367" y="1097735"/>
                  </a:lnTo>
                  <a:lnTo>
                    <a:pt x="3814200" y="1094054"/>
                  </a:lnTo>
                  <a:lnTo>
                    <a:pt x="3781033" y="1090257"/>
                  </a:lnTo>
                  <a:lnTo>
                    <a:pt x="3747866" y="1086286"/>
                  </a:lnTo>
                  <a:lnTo>
                    <a:pt x="3714699" y="1082009"/>
                  </a:lnTo>
                  <a:lnTo>
                    <a:pt x="3681532" y="1077123"/>
                  </a:lnTo>
                  <a:lnTo>
                    <a:pt x="3648365" y="1071752"/>
                  </a:lnTo>
                  <a:lnTo>
                    <a:pt x="3615198" y="1066068"/>
                  </a:lnTo>
                  <a:lnTo>
                    <a:pt x="3582031" y="1060232"/>
                  </a:lnTo>
                  <a:lnTo>
                    <a:pt x="3548864" y="1054384"/>
                  </a:lnTo>
                  <a:lnTo>
                    <a:pt x="3515697" y="1048631"/>
                  </a:lnTo>
                  <a:lnTo>
                    <a:pt x="3482530" y="1043047"/>
                  </a:lnTo>
                  <a:lnTo>
                    <a:pt x="3449363" y="1037673"/>
                  </a:lnTo>
                  <a:lnTo>
                    <a:pt x="3416196" y="1032520"/>
                  </a:lnTo>
                  <a:lnTo>
                    <a:pt x="3383029" y="1027580"/>
                  </a:lnTo>
                  <a:lnTo>
                    <a:pt x="3349862" y="1022834"/>
                  </a:lnTo>
                  <a:lnTo>
                    <a:pt x="3316695" y="1017955"/>
                  </a:lnTo>
                  <a:lnTo>
                    <a:pt x="3283529" y="1012782"/>
                  </a:lnTo>
                  <a:lnTo>
                    <a:pt x="3250362" y="1007430"/>
                  </a:lnTo>
                  <a:lnTo>
                    <a:pt x="3217195" y="1002006"/>
                  </a:lnTo>
                  <a:lnTo>
                    <a:pt x="3184028" y="996605"/>
                  </a:lnTo>
                  <a:lnTo>
                    <a:pt x="3150861" y="991300"/>
                  </a:lnTo>
                  <a:lnTo>
                    <a:pt x="3117694" y="986142"/>
                  </a:lnTo>
                  <a:lnTo>
                    <a:pt x="3084527" y="981153"/>
                  </a:lnTo>
                  <a:lnTo>
                    <a:pt x="3051360" y="976331"/>
                  </a:lnTo>
                  <a:lnTo>
                    <a:pt x="3018193" y="971654"/>
                  </a:lnTo>
                  <a:lnTo>
                    <a:pt x="2985026" y="967082"/>
                  </a:lnTo>
                  <a:lnTo>
                    <a:pt x="2951859" y="962571"/>
                  </a:lnTo>
                  <a:lnTo>
                    <a:pt x="2918692" y="958074"/>
                  </a:lnTo>
                  <a:lnTo>
                    <a:pt x="2885525" y="953578"/>
                  </a:lnTo>
                  <a:lnTo>
                    <a:pt x="2852358" y="949117"/>
                  </a:lnTo>
                  <a:lnTo>
                    <a:pt x="2819191" y="944728"/>
                  </a:lnTo>
                  <a:lnTo>
                    <a:pt x="2786024" y="940436"/>
                  </a:lnTo>
                  <a:lnTo>
                    <a:pt x="2752857" y="936253"/>
                  </a:lnTo>
                  <a:lnTo>
                    <a:pt x="2719690" y="932175"/>
                  </a:lnTo>
                  <a:lnTo>
                    <a:pt x="2686523" y="928181"/>
                  </a:lnTo>
                  <a:lnTo>
                    <a:pt x="2653356" y="924233"/>
                  </a:lnTo>
                  <a:lnTo>
                    <a:pt x="2620189" y="920275"/>
                  </a:lnTo>
                  <a:lnTo>
                    <a:pt x="2587022" y="916243"/>
                  </a:lnTo>
                  <a:lnTo>
                    <a:pt x="2553855" y="912066"/>
                  </a:lnTo>
                  <a:lnTo>
                    <a:pt x="2520688" y="907669"/>
                  </a:lnTo>
                  <a:lnTo>
                    <a:pt x="2487521" y="903089"/>
                  </a:lnTo>
                  <a:lnTo>
                    <a:pt x="2454355" y="898446"/>
                  </a:lnTo>
                  <a:lnTo>
                    <a:pt x="2421188" y="893753"/>
                  </a:lnTo>
                  <a:lnTo>
                    <a:pt x="2388021" y="889022"/>
                  </a:lnTo>
                  <a:lnTo>
                    <a:pt x="2354854" y="884265"/>
                  </a:lnTo>
                  <a:lnTo>
                    <a:pt x="2321687" y="879493"/>
                  </a:lnTo>
                  <a:lnTo>
                    <a:pt x="2288520" y="874716"/>
                  </a:lnTo>
                  <a:lnTo>
                    <a:pt x="2255353" y="869941"/>
                  </a:lnTo>
                  <a:lnTo>
                    <a:pt x="2222186" y="865177"/>
                  </a:lnTo>
                  <a:lnTo>
                    <a:pt x="2189019" y="860430"/>
                  </a:lnTo>
                  <a:lnTo>
                    <a:pt x="2155852" y="855706"/>
                  </a:lnTo>
                  <a:lnTo>
                    <a:pt x="2122685" y="851011"/>
                  </a:lnTo>
                  <a:lnTo>
                    <a:pt x="2089518" y="846348"/>
                  </a:lnTo>
                  <a:lnTo>
                    <a:pt x="2056351" y="841724"/>
                  </a:lnTo>
                  <a:lnTo>
                    <a:pt x="2023184" y="837142"/>
                  </a:lnTo>
                  <a:lnTo>
                    <a:pt x="1990017" y="832608"/>
                  </a:lnTo>
                  <a:lnTo>
                    <a:pt x="1956850" y="828129"/>
                  </a:lnTo>
                  <a:lnTo>
                    <a:pt x="1923683" y="823710"/>
                  </a:lnTo>
                  <a:lnTo>
                    <a:pt x="1890516" y="819362"/>
                  </a:lnTo>
                  <a:lnTo>
                    <a:pt x="1857349" y="815108"/>
                  </a:lnTo>
                  <a:lnTo>
                    <a:pt x="1824182" y="810958"/>
                  </a:lnTo>
                  <a:lnTo>
                    <a:pt x="1791015" y="806920"/>
                  </a:lnTo>
                  <a:lnTo>
                    <a:pt x="1757848" y="803003"/>
                  </a:lnTo>
                  <a:lnTo>
                    <a:pt x="1724681" y="799216"/>
                  </a:lnTo>
                  <a:lnTo>
                    <a:pt x="1691514" y="795567"/>
                  </a:lnTo>
                  <a:lnTo>
                    <a:pt x="1658347" y="792065"/>
                  </a:lnTo>
                  <a:lnTo>
                    <a:pt x="1625181" y="788719"/>
                  </a:lnTo>
                  <a:lnTo>
                    <a:pt x="1592014" y="785536"/>
                  </a:lnTo>
                  <a:lnTo>
                    <a:pt x="1558847" y="782524"/>
                  </a:lnTo>
                  <a:lnTo>
                    <a:pt x="1525680" y="779692"/>
                  </a:lnTo>
                  <a:lnTo>
                    <a:pt x="1492513" y="777046"/>
                  </a:lnTo>
                  <a:lnTo>
                    <a:pt x="1459346" y="774591"/>
                  </a:lnTo>
                  <a:lnTo>
                    <a:pt x="1426179" y="772335"/>
                  </a:lnTo>
                  <a:lnTo>
                    <a:pt x="1393012" y="770281"/>
                  </a:lnTo>
                  <a:lnTo>
                    <a:pt x="1359845" y="768434"/>
                  </a:lnTo>
                  <a:lnTo>
                    <a:pt x="1326678" y="766797"/>
                  </a:lnTo>
                  <a:lnTo>
                    <a:pt x="1293511" y="765373"/>
                  </a:lnTo>
                  <a:lnTo>
                    <a:pt x="1260344" y="764165"/>
                  </a:lnTo>
                  <a:lnTo>
                    <a:pt x="1227177" y="763175"/>
                  </a:lnTo>
                  <a:lnTo>
                    <a:pt x="1194010" y="762402"/>
                  </a:lnTo>
                  <a:lnTo>
                    <a:pt x="1160843" y="761849"/>
                  </a:lnTo>
                  <a:lnTo>
                    <a:pt x="1127676" y="761514"/>
                  </a:lnTo>
                  <a:lnTo>
                    <a:pt x="1094509" y="761398"/>
                  </a:lnTo>
                  <a:lnTo>
                    <a:pt x="1061342" y="761501"/>
                  </a:lnTo>
                  <a:lnTo>
                    <a:pt x="1028175" y="761820"/>
                  </a:lnTo>
                  <a:lnTo>
                    <a:pt x="995008" y="762356"/>
                  </a:lnTo>
                  <a:lnTo>
                    <a:pt x="961841" y="763106"/>
                  </a:lnTo>
                  <a:lnTo>
                    <a:pt x="928674" y="764069"/>
                  </a:lnTo>
                  <a:lnTo>
                    <a:pt x="895507" y="765243"/>
                  </a:lnTo>
                  <a:lnTo>
                    <a:pt x="862340" y="766627"/>
                  </a:lnTo>
                  <a:lnTo>
                    <a:pt x="829173" y="768219"/>
                  </a:lnTo>
                  <a:lnTo>
                    <a:pt x="796007" y="770016"/>
                  </a:lnTo>
                  <a:lnTo>
                    <a:pt x="762840" y="772017"/>
                  </a:lnTo>
                  <a:lnTo>
                    <a:pt x="729673" y="774220"/>
                  </a:lnTo>
                  <a:lnTo>
                    <a:pt x="696506" y="776622"/>
                  </a:lnTo>
                  <a:lnTo>
                    <a:pt x="663339" y="779223"/>
                  </a:lnTo>
                  <a:lnTo>
                    <a:pt x="630172" y="782018"/>
                  </a:lnTo>
                  <a:lnTo>
                    <a:pt x="597005" y="785008"/>
                  </a:lnTo>
                  <a:lnTo>
                    <a:pt x="563838" y="788189"/>
                  </a:lnTo>
                  <a:lnTo>
                    <a:pt x="530671" y="791560"/>
                  </a:lnTo>
                  <a:lnTo>
                    <a:pt x="497504" y="795119"/>
                  </a:lnTo>
                  <a:lnTo>
                    <a:pt x="464337" y="798865"/>
                  </a:lnTo>
                  <a:lnTo>
                    <a:pt x="431170" y="802795"/>
                  </a:lnTo>
                  <a:lnTo>
                    <a:pt x="398003" y="806907"/>
                  </a:lnTo>
                  <a:lnTo>
                    <a:pt x="364836" y="811201"/>
                  </a:lnTo>
                  <a:lnTo>
                    <a:pt x="331669" y="815674"/>
                  </a:lnTo>
                  <a:lnTo>
                    <a:pt x="298502" y="820325"/>
                  </a:lnTo>
                  <a:lnTo>
                    <a:pt x="265335" y="825152"/>
                  </a:lnTo>
                  <a:lnTo>
                    <a:pt x="232168" y="830154"/>
                  </a:lnTo>
                  <a:lnTo>
                    <a:pt x="199001" y="835329"/>
                  </a:lnTo>
                  <a:lnTo>
                    <a:pt x="165834" y="840676"/>
                  </a:lnTo>
                  <a:lnTo>
                    <a:pt x="132667" y="846194"/>
                  </a:lnTo>
                  <a:lnTo>
                    <a:pt x="99500" y="851880"/>
                  </a:lnTo>
                  <a:lnTo>
                    <a:pt x="66333" y="857735"/>
                  </a:lnTo>
                  <a:lnTo>
                    <a:pt x="33166" y="863755"/>
                  </a:lnTo>
                  <a:lnTo>
                    <a:pt x="0" y="869941"/>
                  </a:lnTo>
                  <a:close/>
                </a:path>
              </a:pathLst>
            </a:custGeom>
            <a:solidFill>
              <a:srgbClr val="000000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271887" y="3985190"/>
              <a:ext cx="6600224" cy="983683"/>
            </a:xfrm>
            <a:custGeom>
              <a:avLst/>
              <a:pathLst>
                <a:path w="6600224" h="983683">
                  <a:moveTo>
                    <a:pt x="0" y="0"/>
                  </a:moveTo>
                  <a:lnTo>
                    <a:pt x="33166" y="16182"/>
                  </a:lnTo>
                  <a:lnTo>
                    <a:pt x="66333" y="32191"/>
                  </a:lnTo>
                  <a:lnTo>
                    <a:pt x="99500" y="48028"/>
                  </a:lnTo>
                  <a:lnTo>
                    <a:pt x="132667" y="63691"/>
                  </a:lnTo>
                  <a:lnTo>
                    <a:pt x="165834" y="79179"/>
                  </a:lnTo>
                  <a:lnTo>
                    <a:pt x="199001" y="94492"/>
                  </a:lnTo>
                  <a:lnTo>
                    <a:pt x="232168" y="109629"/>
                  </a:lnTo>
                  <a:lnTo>
                    <a:pt x="265335" y="124588"/>
                  </a:lnTo>
                  <a:lnTo>
                    <a:pt x="298502" y="139369"/>
                  </a:lnTo>
                  <a:lnTo>
                    <a:pt x="331669" y="153971"/>
                  </a:lnTo>
                  <a:lnTo>
                    <a:pt x="364836" y="168392"/>
                  </a:lnTo>
                  <a:lnTo>
                    <a:pt x="398003" y="182632"/>
                  </a:lnTo>
                  <a:lnTo>
                    <a:pt x="431170" y="196690"/>
                  </a:lnTo>
                  <a:lnTo>
                    <a:pt x="464337" y="210564"/>
                  </a:lnTo>
                  <a:lnTo>
                    <a:pt x="497504" y="224253"/>
                  </a:lnTo>
                  <a:lnTo>
                    <a:pt x="530671" y="237755"/>
                  </a:lnTo>
                  <a:lnTo>
                    <a:pt x="563838" y="251071"/>
                  </a:lnTo>
                  <a:lnTo>
                    <a:pt x="597005" y="264197"/>
                  </a:lnTo>
                  <a:lnTo>
                    <a:pt x="630172" y="277134"/>
                  </a:lnTo>
                  <a:lnTo>
                    <a:pt x="663339" y="289878"/>
                  </a:lnTo>
                  <a:lnTo>
                    <a:pt x="696506" y="302430"/>
                  </a:lnTo>
                  <a:lnTo>
                    <a:pt x="729673" y="314787"/>
                  </a:lnTo>
                  <a:lnTo>
                    <a:pt x="762840" y="326948"/>
                  </a:lnTo>
                  <a:lnTo>
                    <a:pt x="796007" y="338911"/>
                  </a:lnTo>
                  <a:lnTo>
                    <a:pt x="829173" y="350676"/>
                  </a:lnTo>
                  <a:lnTo>
                    <a:pt x="862340" y="362240"/>
                  </a:lnTo>
                  <a:lnTo>
                    <a:pt x="895507" y="373602"/>
                  </a:lnTo>
                  <a:lnTo>
                    <a:pt x="928674" y="384760"/>
                  </a:lnTo>
                  <a:lnTo>
                    <a:pt x="961841" y="395714"/>
                  </a:lnTo>
                  <a:lnTo>
                    <a:pt x="995008" y="406463"/>
                  </a:lnTo>
                  <a:lnTo>
                    <a:pt x="1028175" y="417004"/>
                  </a:lnTo>
                  <a:lnTo>
                    <a:pt x="1061342" y="427337"/>
                  </a:lnTo>
                  <a:lnTo>
                    <a:pt x="1094509" y="437462"/>
                  </a:lnTo>
                  <a:lnTo>
                    <a:pt x="1127676" y="447379"/>
                  </a:lnTo>
                  <a:lnTo>
                    <a:pt x="1160843" y="457086"/>
                  </a:lnTo>
                  <a:lnTo>
                    <a:pt x="1194010" y="466584"/>
                  </a:lnTo>
                  <a:lnTo>
                    <a:pt x="1227177" y="475874"/>
                  </a:lnTo>
                  <a:lnTo>
                    <a:pt x="1260344" y="484958"/>
                  </a:lnTo>
                  <a:lnTo>
                    <a:pt x="1293511" y="493836"/>
                  </a:lnTo>
                  <a:lnTo>
                    <a:pt x="1326678" y="502510"/>
                  </a:lnTo>
                  <a:lnTo>
                    <a:pt x="1359845" y="510984"/>
                  </a:lnTo>
                  <a:lnTo>
                    <a:pt x="1393012" y="519261"/>
                  </a:lnTo>
                  <a:lnTo>
                    <a:pt x="1426179" y="527346"/>
                  </a:lnTo>
                  <a:lnTo>
                    <a:pt x="1459346" y="535241"/>
                  </a:lnTo>
                  <a:lnTo>
                    <a:pt x="1492513" y="542954"/>
                  </a:lnTo>
                  <a:lnTo>
                    <a:pt x="1525680" y="550490"/>
                  </a:lnTo>
                  <a:lnTo>
                    <a:pt x="1558847" y="557857"/>
                  </a:lnTo>
                  <a:lnTo>
                    <a:pt x="1592014" y="565060"/>
                  </a:lnTo>
                  <a:lnTo>
                    <a:pt x="1625181" y="572109"/>
                  </a:lnTo>
                  <a:lnTo>
                    <a:pt x="1658347" y="579012"/>
                  </a:lnTo>
                  <a:lnTo>
                    <a:pt x="1691514" y="585777"/>
                  </a:lnTo>
                  <a:lnTo>
                    <a:pt x="1724681" y="592413"/>
                  </a:lnTo>
                  <a:lnTo>
                    <a:pt x="1757848" y="598931"/>
                  </a:lnTo>
                  <a:lnTo>
                    <a:pt x="1791015" y="605338"/>
                  </a:lnTo>
                  <a:lnTo>
                    <a:pt x="1824182" y="611644"/>
                  </a:lnTo>
                  <a:lnTo>
                    <a:pt x="1857349" y="617858"/>
                  </a:lnTo>
                  <a:lnTo>
                    <a:pt x="1890516" y="623989"/>
                  </a:lnTo>
                  <a:lnTo>
                    <a:pt x="1923683" y="630052"/>
                  </a:lnTo>
                  <a:lnTo>
                    <a:pt x="1956850" y="636085"/>
                  </a:lnTo>
                  <a:lnTo>
                    <a:pt x="1990017" y="642089"/>
                  </a:lnTo>
                  <a:lnTo>
                    <a:pt x="2023184" y="648060"/>
                  </a:lnTo>
                  <a:lnTo>
                    <a:pt x="2056351" y="653993"/>
                  </a:lnTo>
                  <a:lnTo>
                    <a:pt x="2089518" y="659882"/>
                  </a:lnTo>
                  <a:lnTo>
                    <a:pt x="2122685" y="665720"/>
                  </a:lnTo>
                  <a:lnTo>
                    <a:pt x="2155852" y="671502"/>
                  </a:lnTo>
                  <a:lnTo>
                    <a:pt x="2189019" y="677221"/>
                  </a:lnTo>
                  <a:lnTo>
                    <a:pt x="2222186" y="682871"/>
                  </a:lnTo>
                  <a:lnTo>
                    <a:pt x="2255353" y="688446"/>
                  </a:lnTo>
                  <a:lnTo>
                    <a:pt x="2288520" y="693942"/>
                  </a:lnTo>
                  <a:lnTo>
                    <a:pt x="2321687" y="699356"/>
                  </a:lnTo>
                  <a:lnTo>
                    <a:pt x="2354854" y="704685"/>
                  </a:lnTo>
                  <a:lnTo>
                    <a:pt x="2388021" y="709927"/>
                  </a:lnTo>
                  <a:lnTo>
                    <a:pt x="2421188" y="715082"/>
                  </a:lnTo>
                  <a:lnTo>
                    <a:pt x="2454355" y="720150"/>
                  </a:lnTo>
                  <a:lnTo>
                    <a:pt x="2487521" y="725133"/>
                  </a:lnTo>
                  <a:lnTo>
                    <a:pt x="2520688" y="730032"/>
                  </a:lnTo>
                  <a:lnTo>
                    <a:pt x="2553855" y="734894"/>
                  </a:lnTo>
                  <a:lnTo>
                    <a:pt x="2587022" y="739731"/>
                  </a:lnTo>
                  <a:lnTo>
                    <a:pt x="2620189" y="744512"/>
                  </a:lnTo>
                  <a:lnTo>
                    <a:pt x="2653356" y="749206"/>
                  </a:lnTo>
                  <a:lnTo>
                    <a:pt x="2686523" y="753788"/>
                  </a:lnTo>
                  <a:lnTo>
                    <a:pt x="2719690" y="758244"/>
                  </a:lnTo>
                  <a:lnTo>
                    <a:pt x="2752857" y="762577"/>
                  </a:lnTo>
                  <a:lnTo>
                    <a:pt x="2786024" y="766806"/>
                  </a:lnTo>
                  <a:lnTo>
                    <a:pt x="2819191" y="770968"/>
                  </a:lnTo>
                  <a:lnTo>
                    <a:pt x="2852358" y="775115"/>
                  </a:lnTo>
                  <a:lnTo>
                    <a:pt x="2885525" y="779315"/>
                  </a:lnTo>
                  <a:lnTo>
                    <a:pt x="2918692" y="783644"/>
                  </a:lnTo>
                  <a:lnTo>
                    <a:pt x="2951859" y="788196"/>
                  </a:lnTo>
                  <a:lnTo>
                    <a:pt x="2985026" y="793102"/>
                  </a:lnTo>
                  <a:lnTo>
                    <a:pt x="3018193" y="798282"/>
                  </a:lnTo>
                  <a:lnTo>
                    <a:pt x="3051360" y="803625"/>
                  </a:lnTo>
                  <a:lnTo>
                    <a:pt x="3084527" y="809028"/>
                  </a:lnTo>
                  <a:lnTo>
                    <a:pt x="3117694" y="814403"/>
                  </a:lnTo>
                  <a:lnTo>
                    <a:pt x="3150861" y="819682"/>
                  </a:lnTo>
                  <a:lnTo>
                    <a:pt x="3184028" y="824823"/>
                  </a:lnTo>
                  <a:lnTo>
                    <a:pt x="3217195" y="829810"/>
                  </a:lnTo>
                  <a:lnTo>
                    <a:pt x="3250362" y="834653"/>
                  </a:lnTo>
                  <a:lnTo>
                    <a:pt x="3283529" y="839380"/>
                  </a:lnTo>
                  <a:lnTo>
                    <a:pt x="3316695" y="844035"/>
                  </a:lnTo>
                  <a:lnTo>
                    <a:pt x="3349862" y="848664"/>
                  </a:lnTo>
                  <a:lnTo>
                    <a:pt x="3383029" y="853507"/>
                  </a:lnTo>
                  <a:lnTo>
                    <a:pt x="3416196" y="858746"/>
                  </a:lnTo>
                  <a:lnTo>
                    <a:pt x="3449363" y="864222"/>
                  </a:lnTo>
                  <a:lnTo>
                    <a:pt x="3482530" y="869786"/>
                  </a:lnTo>
                  <a:lnTo>
                    <a:pt x="3515697" y="875304"/>
                  </a:lnTo>
                  <a:lnTo>
                    <a:pt x="3548864" y="880675"/>
                  </a:lnTo>
                  <a:lnTo>
                    <a:pt x="3582031" y="885828"/>
                  </a:lnTo>
                  <a:lnTo>
                    <a:pt x="3615198" y="890730"/>
                  </a:lnTo>
                  <a:lnTo>
                    <a:pt x="3648365" y="895375"/>
                  </a:lnTo>
                  <a:lnTo>
                    <a:pt x="3681532" y="899782"/>
                  </a:lnTo>
                  <a:lnTo>
                    <a:pt x="3714699" y="903979"/>
                  </a:lnTo>
                  <a:lnTo>
                    <a:pt x="3747866" y="908011"/>
                  </a:lnTo>
                  <a:lnTo>
                    <a:pt x="3781033" y="911976"/>
                  </a:lnTo>
                  <a:lnTo>
                    <a:pt x="3814200" y="915854"/>
                  </a:lnTo>
                  <a:lnTo>
                    <a:pt x="3847367" y="919604"/>
                  </a:lnTo>
                  <a:lnTo>
                    <a:pt x="3880534" y="923190"/>
                  </a:lnTo>
                  <a:lnTo>
                    <a:pt x="3913701" y="926587"/>
                  </a:lnTo>
                  <a:lnTo>
                    <a:pt x="3946868" y="929780"/>
                  </a:lnTo>
                  <a:lnTo>
                    <a:pt x="3980035" y="932771"/>
                  </a:lnTo>
                  <a:lnTo>
                    <a:pt x="4013202" y="935575"/>
                  </a:lnTo>
                  <a:lnTo>
                    <a:pt x="4046369" y="938219"/>
                  </a:lnTo>
                  <a:lnTo>
                    <a:pt x="4079536" y="940745"/>
                  </a:lnTo>
                  <a:lnTo>
                    <a:pt x="4112703" y="943201"/>
                  </a:lnTo>
                  <a:lnTo>
                    <a:pt x="4145869" y="945645"/>
                  </a:lnTo>
                  <a:lnTo>
                    <a:pt x="4179036" y="948133"/>
                  </a:lnTo>
                  <a:lnTo>
                    <a:pt x="4212203" y="950723"/>
                  </a:lnTo>
                  <a:lnTo>
                    <a:pt x="4245370" y="953296"/>
                  </a:lnTo>
                  <a:lnTo>
                    <a:pt x="4278537" y="955700"/>
                  </a:lnTo>
                  <a:lnTo>
                    <a:pt x="4311704" y="957932"/>
                  </a:lnTo>
                  <a:lnTo>
                    <a:pt x="4344871" y="959993"/>
                  </a:lnTo>
                  <a:lnTo>
                    <a:pt x="4378038" y="961882"/>
                  </a:lnTo>
                  <a:lnTo>
                    <a:pt x="4411205" y="963602"/>
                  </a:lnTo>
                  <a:lnTo>
                    <a:pt x="4444372" y="965159"/>
                  </a:lnTo>
                  <a:lnTo>
                    <a:pt x="4477539" y="966559"/>
                  </a:lnTo>
                  <a:lnTo>
                    <a:pt x="4510706" y="967810"/>
                  </a:lnTo>
                  <a:lnTo>
                    <a:pt x="4543873" y="968924"/>
                  </a:lnTo>
                  <a:lnTo>
                    <a:pt x="4577040" y="969914"/>
                  </a:lnTo>
                  <a:lnTo>
                    <a:pt x="4610207" y="970796"/>
                  </a:lnTo>
                  <a:lnTo>
                    <a:pt x="4643374" y="971587"/>
                  </a:lnTo>
                  <a:lnTo>
                    <a:pt x="4676541" y="972306"/>
                  </a:lnTo>
                  <a:lnTo>
                    <a:pt x="4709708" y="972973"/>
                  </a:lnTo>
                  <a:lnTo>
                    <a:pt x="4742875" y="973610"/>
                  </a:lnTo>
                  <a:lnTo>
                    <a:pt x="4776042" y="974238"/>
                  </a:lnTo>
                  <a:lnTo>
                    <a:pt x="4809209" y="974881"/>
                  </a:lnTo>
                  <a:lnTo>
                    <a:pt x="4842376" y="975559"/>
                  </a:lnTo>
                  <a:lnTo>
                    <a:pt x="4875543" y="976295"/>
                  </a:lnTo>
                  <a:lnTo>
                    <a:pt x="4908710" y="977108"/>
                  </a:lnTo>
                  <a:lnTo>
                    <a:pt x="4941876" y="977933"/>
                  </a:lnTo>
                  <a:lnTo>
                    <a:pt x="4975043" y="978712"/>
                  </a:lnTo>
                  <a:lnTo>
                    <a:pt x="5008210" y="979445"/>
                  </a:lnTo>
                  <a:lnTo>
                    <a:pt x="5041377" y="980130"/>
                  </a:lnTo>
                  <a:lnTo>
                    <a:pt x="5074544" y="980765"/>
                  </a:lnTo>
                  <a:lnTo>
                    <a:pt x="5107711" y="981349"/>
                  </a:lnTo>
                  <a:lnTo>
                    <a:pt x="5140878" y="981877"/>
                  </a:lnTo>
                  <a:lnTo>
                    <a:pt x="5174045" y="982347"/>
                  </a:lnTo>
                  <a:lnTo>
                    <a:pt x="5207212" y="982754"/>
                  </a:lnTo>
                  <a:lnTo>
                    <a:pt x="5240379" y="983094"/>
                  </a:lnTo>
                  <a:lnTo>
                    <a:pt x="5273546" y="983363"/>
                  </a:lnTo>
                  <a:lnTo>
                    <a:pt x="5306713" y="983554"/>
                  </a:lnTo>
                  <a:lnTo>
                    <a:pt x="5339880" y="983662"/>
                  </a:lnTo>
                  <a:lnTo>
                    <a:pt x="5373047" y="983683"/>
                  </a:lnTo>
                  <a:lnTo>
                    <a:pt x="5406214" y="983610"/>
                  </a:lnTo>
                  <a:lnTo>
                    <a:pt x="5439381" y="983437"/>
                  </a:lnTo>
                  <a:lnTo>
                    <a:pt x="5472548" y="983159"/>
                  </a:lnTo>
                  <a:lnTo>
                    <a:pt x="5505715" y="982768"/>
                  </a:lnTo>
                  <a:lnTo>
                    <a:pt x="5538882" y="982260"/>
                  </a:lnTo>
                  <a:lnTo>
                    <a:pt x="5572049" y="981628"/>
                  </a:lnTo>
                  <a:lnTo>
                    <a:pt x="5605216" y="980867"/>
                  </a:lnTo>
                  <a:lnTo>
                    <a:pt x="5638383" y="979970"/>
                  </a:lnTo>
                  <a:lnTo>
                    <a:pt x="5671550" y="978933"/>
                  </a:lnTo>
                  <a:lnTo>
                    <a:pt x="5704717" y="977749"/>
                  </a:lnTo>
                  <a:lnTo>
                    <a:pt x="5737884" y="976415"/>
                  </a:lnTo>
                  <a:lnTo>
                    <a:pt x="5771050" y="974925"/>
                  </a:lnTo>
                  <a:lnTo>
                    <a:pt x="5804217" y="973275"/>
                  </a:lnTo>
                  <a:lnTo>
                    <a:pt x="5837384" y="971461"/>
                  </a:lnTo>
                  <a:lnTo>
                    <a:pt x="5870551" y="969479"/>
                  </a:lnTo>
                  <a:lnTo>
                    <a:pt x="5903718" y="967326"/>
                  </a:lnTo>
                  <a:lnTo>
                    <a:pt x="5936885" y="964998"/>
                  </a:lnTo>
                  <a:lnTo>
                    <a:pt x="5970052" y="962494"/>
                  </a:lnTo>
                  <a:lnTo>
                    <a:pt x="6003219" y="959810"/>
                  </a:lnTo>
                  <a:lnTo>
                    <a:pt x="6036386" y="956945"/>
                  </a:lnTo>
                  <a:lnTo>
                    <a:pt x="6069553" y="953896"/>
                  </a:lnTo>
                  <a:lnTo>
                    <a:pt x="6102720" y="950663"/>
                  </a:lnTo>
                  <a:lnTo>
                    <a:pt x="6135887" y="947243"/>
                  </a:lnTo>
                  <a:lnTo>
                    <a:pt x="6169054" y="943637"/>
                  </a:lnTo>
                  <a:lnTo>
                    <a:pt x="6202221" y="939843"/>
                  </a:lnTo>
                  <a:lnTo>
                    <a:pt x="6235388" y="935860"/>
                  </a:lnTo>
                  <a:lnTo>
                    <a:pt x="6268555" y="931688"/>
                  </a:lnTo>
                  <a:lnTo>
                    <a:pt x="6301722" y="927328"/>
                  </a:lnTo>
                  <a:lnTo>
                    <a:pt x="6334889" y="922778"/>
                  </a:lnTo>
                  <a:lnTo>
                    <a:pt x="6368056" y="918039"/>
                  </a:lnTo>
                  <a:lnTo>
                    <a:pt x="6401223" y="913112"/>
                  </a:lnTo>
                  <a:lnTo>
                    <a:pt x="6434390" y="907995"/>
                  </a:lnTo>
                  <a:lnTo>
                    <a:pt x="6467557" y="902691"/>
                  </a:lnTo>
                  <a:lnTo>
                    <a:pt x="6500724" y="897198"/>
                  </a:lnTo>
                  <a:lnTo>
                    <a:pt x="6533891" y="891518"/>
                  </a:lnTo>
                  <a:lnTo>
                    <a:pt x="6567058" y="885652"/>
                  </a:lnTo>
                  <a:lnTo>
                    <a:pt x="6600224" y="8795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271887" y="4746589"/>
              <a:ext cx="6600224" cy="472714"/>
            </a:xfrm>
            <a:custGeom>
              <a:avLst/>
              <a:pathLst>
                <a:path w="6600224" h="472714">
                  <a:moveTo>
                    <a:pt x="6600224" y="472714"/>
                  </a:moveTo>
                  <a:lnTo>
                    <a:pt x="6567058" y="472714"/>
                  </a:lnTo>
                  <a:lnTo>
                    <a:pt x="6533891" y="472714"/>
                  </a:lnTo>
                  <a:lnTo>
                    <a:pt x="6500724" y="472714"/>
                  </a:lnTo>
                  <a:lnTo>
                    <a:pt x="6467557" y="472714"/>
                  </a:lnTo>
                  <a:lnTo>
                    <a:pt x="6434390" y="472714"/>
                  </a:lnTo>
                  <a:lnTo>
                    <a:pt x="6401223" y="472714"/>
                  </a:lnTo>
                  <a:lnTo>
                    <a:pt x="6368056" y="472714"/>
                  </a:lnTo>
                  <a:lnTo>
                    <a:pt x="6334889" y="472714"/>
                  </a:lnTo>
                  <a:lnTo>
                    <a:pt x="6301722" y="472714"/>
                  </a:lnTo>
                  <a:lnTo>
                    <a:pt x="6268555" y="472714"/>
                  </a:lnTo>
                  <a:lnTo>
                    <a:pt x="6235388" y="472714"/>
                  </a:lnTo>
                  <a:lnTo>
                    <a:pt x="6202221" y="472714"/>
                  </a:lnTo>
                  <a:lnTo>
                    <a:pt x="6169054" y="472714"/>
                  </a:lnTo>
                  <a:lnTo>
                    <a:pt x="6135887" y="472714"/>
                  </a:lnTo>
                  <a:lnTo>
                    <a:pt x="6102720" y="472714"/>
                  </a:lnTo>
                  <a:lnTo>
                    <a:pt x="6069553" y="472714"/>
                  </a:lnTo>
                  <a:lnTo>
                    <a:pt x="6036386" y="472714"/>
                  </a:lnTo>
                  <a:lnTo>
                    <a:pt x="6003219" y="472714"/>
                  </a:lnTo>
                  <a:lnTo>
                    <a:pt x="5970052" y="472714"/>
                  </a:lnTo>
                  <a:lnTo>
                    <a:pt x="5936885" y="472714"/>
                  </a:lnTo>
                  <a:lnTo>
                    <a:pt x="5903718" y="472714"/>
                  </a:lnTo>
                  <a:lnTo>
                    <a:pt x="5870551" y="472714"/>
                  </a:lnTo>
                  <a:lnTo>
                    <a:pt x="5837384" y="472714"/>
                  </a:lnTo>
                  <a:lnTo>
                    <a:pt x="5804217" y="472714"/>
                  </a:lnTo>
                  <a:lnTo>
                    <a:pt x="5771050" y="472714"/>
                  </a:lnTo>
                  <a:lnTo>
                    <a:pt x="5737884" y="472714"/>
                  </a:lnTo>
                  <a:lnTo>
                    <a:pt x="5704717" y="472714"/>
                  </a:lnTo>
                  <a:lnTo>
                    <a:pt x="5671550" y="472714"/>
                  </a:lnTo>
                  <a:lnTo>
                    <a:pt x="5638383" y="472714"/>
                  </a:lnTo>
                  <a:lnTo>
                    <a:pt x="5605216" y="472714"/>
                  </a:lnTo>
                  <a:lnTo>
                    <a:pt x="5572049" y="472714"/>
                  </a:lnTo>
                  <a:lnTo>
                    <a:pt x="5538882" y="470037"/>
                  </a:lnTo>
                  <a:lnTo>
                    <a:pt x="5505715" y="466938"/>
                  </a:lnTo>
                  <a:lnTo>
                    <a:pt x="5472548" y="463926"/>
                  </a:lnTo>
                  <a:lnTo>
                    <a:pt x="5439381" y="460993"/>
                  </a:lnTo>
                  <a:lnTo>
                    <a:pt x="5406214" y="458136"/>
                  </a:lnTo>
                  <a:lnTo>
                    <a:pt x="5373047" y="455349"/>
                  </a:lnTo>
                  <a:lnTo>
                    <a:pt x="5339880" y="452626"/>
                  </a:lnTo>
                  <a:lnTo>
                    <a:pt x="5306713" y="449962"/>
                  </a:lnTo>
                  <a:lnTo>
                    <a:pt x="5273546" y="447353"/>
                  </a:lnTo>
                  <a:lnTo>
                    <a:pt x="5240379" y="444793"/>
                  </a:lnTo>
                  <a:lnTo>
                    <a:pt x="5207212" y="442279"/>
                  </a:lnTo>
                  <a:lnTo>
                    <a:pt x="5174045" y="439805"/>
                  </a:lnTo>
                  <a:lnTo>
                    <a:pt x="5140878" y="437368"/>
                  </a:lnTo>
                  <a:lnTo>
                    <a:pt x="5107711" y="434965"/>
                  </a:lnTo>
                  <a:lnTo>
                    <a:pt x="5074544" y="432593"/>
                  </a:lnTo>
                  <a:lnTo>
                    <a:pt x="5041377" y="430250"/>
                  </a:lnTo>
                  <a:lnTo>
                    <a:pt x="5008210" y="427932"/>
                  </a:lnTo>
                  <a:lnTo>
                    <a:pt x="4975043" y="425641"/>
                  </a:lnTo>
                  <a:lnTo>
                    <a:pt x="4941876" y="423373"/>
                  </a:lnTo>
                  <a:lnTo>
                    <a:pt x="4908710" y="421131"/>
                  </a:lnTo>
                  <a:lnTo>
                    <a:pt x="4875543" y="418920"/>
                  </a:lnTo>
                  <a:lnTo>
                    <a:pt x="4842376" y="416750"/>
                  </a:lnTo>
                  <a:lnTo>
                    <a:pt x="4809209" y="414614"/>
                  </a:lnTo>
                  <a:lnTo>
                    <a:pt x="4776042" y="412509"/>
                  </a:lnTo>
                  <a:lnTo>
                    <a:pt x="4742875" y="410431"/>
                  </a:lnTo>
                  <a:lnTo>
                    <a:pt x="4709708" y="408377"/>
                  </a:lnTo>
                  <a:lnTo>
                    <a:pt x="4676541" y="406344"/>
                  </a:lnTo>
                  <a:lnTo>
                    <a:pt x="4643374" y="404329"/>
                  </a:lnTo>
                  <a:lnTo>
                    <a:pt x="4610207" y="402326"/>
                  </a:lnTo>
                  <a:lnTo>
                    <a:pt x="4577040" y="400328"/>
                  </a:lnTo>
                  <a:lnTo>
                    <a:pt x="4543873" y="398329"/>
                  </a:lnTo>
                  <a:lnTo>
                    <a:pt x="4510706" y="396318"/>
                  </a:lnTo>
                  <a:lnTo>
                    <a:pt x="4477539" y="394283"/>
                  </a:lnTo>
                  <a:lnTo>
                    <a:pt x="4444372" y="392210"/>
                  </a:lnTo>
                  <a:lnTo>
                    <a:pt x="4411205" y="390083"/>
                  </a:lnTo>
                  <a:lnTo>
                    <a:pt x="4378038" y="387882"/>
                  </a:lnTo>
                  <a:lnTo>
                    <a:pt x="4344871" y="385589"/>
                  </a:lnTo>
                  <a:lnTo>
                    <a:pt x="4311704" y="383178"/>
                  </a:lnTo>
                  <a:lnTo>
                    <a:pt x="4278537" y="380627"/>
                  </a:lnTo>
                  <a:lnTo>
                    <a:pt x="4245370" y="377910"/>
                  </a:lnTo>
                  <a:lnTo>
                    <a:pt x="4212203" y="374999"/>
                  </a:lnTo>
                  <a:lnTo>
                    <a:pt x="4179036" y="371879"/>
                  </a:lnTo>
                  <a:lnTo>
                    <a:pt x="4145869" y="368575"/>
                  </a:lnTo>
                  <a:lnTo>
                    <a:pt x="4112703" y="365129"/>
                  </a:lnTo>
                  <a:lnTo>
                    <a:pt x="4079536" y="361584"/>
                  </a:lnTo>
                  <a:lnTo>
                    <a:pt x="4046369" y="357982"/>
                  </a:lnTo>
                  <a:lnTo>
                    <a:pt x="4013202" y="354356"/>
                  </a:lnTo>
                  <a:lnTo>
                    <a:pt x="3980035" y="350734"/>
                  </a:lnTo>
                  <a:lnTo>
                    <a:pt x="3946868" y="347128"/>
                  </a:lnTo>
                  <a:lnTo>
                    <a:pt x="3913701" y="343538"/>
                  </a:lnTo>
                  <a:lnTo>
                    <a:pt x="3880534" y="339950"/>
                  </a:lnTo>
                  <a:lnTo>
                    <a:pt x="3847367" y="336336"/>
                  </a:lnTo>
                  <a:lnTo>
                    <a:pt x="3814200" y="332656"/>
                  </a:lnTo>
                  <a:lnTo>
                    <a:pt x="3781033" y="328858"/>
                  </a:lnTo>
                  <a:lnTo>
                    <a:pt x="3747866" y="324887"/>
                  </a:lnTo>
                  <a:lnTo>
                    <a:pt x="3714699" y="320610"/>
                  </a:lnTo>
                  <a:lnTo>
                    <a:pt x="3681532" y="315724"/>
                  </a:lnTo>
                  <a:lnTo>
                    <a:pt x="3648365" y="310353"/>
                  </a:lnTo>
                  <a:lnTo>
                    <a:pt x="3615198" y="304669"/>
                  </a:lnTo>
                  <a:lnTo>
                    <a:pt x="3582031" y="298833"/>
                  </a:lnTo>
                  <a:lnTo>
                    <a:pt x="3548864" y="292985"/>
                  </a:lnTo>
                  <a:lnTo>
                    <a:pt x="3515697" y="287232"/>
                  </a:lnTo>
                  <a:lnTo>
                    <a:pt x="3482530" y="281649"/>
                  </a:lnTo>
                  <a:lnTo>
                    <a:pt x="3449363" y="276274"/>
                  </a:lnTo>
                  <a:lnTo>
                    <a:pt x="3416196" y="271121"/>
                  </a:lnTo>
                  <a:lnTo>
                    <a:pt x="3383029" y="266181"/>
                  </a:lnTo>
                  <a:lnTo>
                    <a:pt x="3349862" y="261436"/>
                  </a:lnTo>
                  <a:lnTo>
                    <a:pt x="3316695" y="256556"/>
                  </a:lnTo>
                  <a:lnTo>
                    <a:pt x="3283529" y="251383"/>
                  </a:lnTo>
                  <a:lnTo>
                    <a:pt x="3250362" y="246031"/>
                  </a:lnTo>
                  <a:lnTo>
                    <a:pt x="3217195" y="240607"/>
                  </a:lnTo>
                  <a:lnTo>
                    <a:pt x="3184028" y="235206"/>
                  </a:lnTo>
                  <a:lnTo>
                    <a:pt x="3150861" y="229901"/>
                  </a:lnTo>
                  <a:lnTo>
                    <a:pt x="3117694" y="224743"/>
                  </a:lnTo>
                  <a:lnTo>
                    <a:pt x="3084527" y="219754"/>
                  </a:lnTo>
                  <a:lnTo>
                    <a:pt x="3051360" y="214932"/>
                  </a:lnTo>
                  <a:lnTo>
                    <a:pt x="3018193" y="210255"/>
                  </a:lnTo>
                  <a:lnTo>
                    <a:pt x="2985026" y="205684"/>
                  </a:lnTo>
                  <a:lnTo>
                    <a:pt x="2951859" y="201172"/>
                  </a:lnTo>
                  <a:lnTo>
                    <a:pt x="2918692" y="196675"/>
                  </a:lnTo>
                  <a:lnTo>
                    <a:pt x="2885525" y="192179"/>
                  </a:lnTo>
                  <a:lnTo>
                    <a:pt x="2852358" y="187719"/>
                  </a:lnTo>
                  <a:lnTo>
                    <a:pt x="2819191" y="183329"/>
                  </a:lnTo>
                  <a:lnTo>
                    <a:pt x="2786024" y="179037"/>
                  </a:lnTo>
                  <a:lnTo>
                    <a:pt x="2752857" y="174854"/>
                  </a:lnTo>
                  <a:lnTo>
                    <a:pt x="2719690" y="170776"/>
                  </a:lnTo>
                  <a:lnTo>
                    <a:pt x="2686523" y="166782"/>
                  </a:lnTo>
                  <a:lnTo>
                    <a:pt x="2653356" y="162834"/>
                  </a:lnTo>
                  <a:lnTo>
                    <a:pt x="2620189" y="158876"/>
                  </a:lnTo>
                  <a:lnTo>
                    <a:pt x="2587022" y="154845"/>
                  </a:lnTo>
                  <a:lnTo>
                    <a:pt x="2553855" y="150667"/>
                  </a:lnTo>
                  <a:lnTo>
                    <a:pt x="2520688" y="146270"/>
                  </a:lnTo>
                  <a:lnTo>
                    <a:pt x="2487521" y="141691"/>
                  </a:lnTo>
                  <a:lnTo>
                    <a:pt x="2454355" y="137047"/>
                  </a:lnTo>
                  <a:lnTo>
                    <a:pt x="2421188" y="132354"/>
                  </a:lnTo>
                  <a:lnTo>
                    <a:pt x="2388021" y="127623"/>
                  </a:lnTo>
                  <a:lnTo>
                    <a:pt x="2354854" y="122867"/>
                  </a:lnTo>
                  <a:lnTo>
                    <a:pt x="2321687" y="118095"/>
                  </a:lnTo>
                  <a:lnTo>
                    <a:pt x="2288520" y="113317"/>
                  </a:lnTo>
                  <a:lnTo>
                    <a:pt x="2255353" y="108542"/>
                  </a:lnTo>
                  <a:lnTo>
                    <a:pt x="2222186" y="103778"/>
                  </a:lnTo>
                  <a:lnTo>
                    <a:pt x="2189019" y="99031"/>
                  </a:lnTo>
                  <a:lnTo>
                    <a:pt x="2155852" y="94307"/>
                  </a:lnTo>
                  <a:lnTo>
                    <a:pt x="2122685" y="89612"/>
                  </a:lnTo>
                  <a:lnTo>
                    <a:pt x="2089518" y="84949"/>
                  </a:lnTo>
                  <a:lnTo>
                    <a:pt x="2056351" y="80325"/>
                  </a:lnTo>
                  <a:lnTo>
                    <a:pt x="2023184" y="75743"/>
                  </a:lnTo>
                  <a:lnTo>
                    <a:pt x="1990017" y="71210"/>
                  </a:lnTo>
                  <a:lnTo>
                    <a:pt x="1956850" y="66730"/>
                  </a:lnTo>
                  <a:lnTo>
                    <a:pt x="1923683" y="62311"/>
                  </a:lnTo>
                  <a:lnTo>
                    <a:pt x="1890516" y="57963"/>
                  </a:lnTo>
                  <a:lnTo>
                    <a:pt x="1857349" y="53709"/>
                  </a:lnTo>
                  <a:lnTo>
                    <a:pt x="1824182" y="49559"/>
                  </a:lnTo>
                  <a:lnTo>
                    <a:pt x="1791015" y="45521"/>
                  </a:lnTo>
                  <a:lnTo>
                    <a:pt x="1757848" y="41604"/>
                  </a:lnTo>
                  <a:lnTo>
                    <a:pt x="1724681" y="37817"/>
                  </a:lnTo>
                  <a:lnTo>
                    <a:pt x="1691514" y="34168"/>
                  </a:lnTo>
                  <a:lnTo>
                    <a:pt x="1658347" y="30666"/>
                  </a:lnTo>
                  <a:lnTo>
                    <a:pt x="1625181" y="27320"/>
                  </a:lnTo>
                  <a:lnTo>
                    <a:pt x="1592014" y="24137"/>
                  </a:lnTo>
                  <a:lnTo>
                    <a:pt x="1558847" y="21126"/>
                  </a:lnTo>
                  <a:lnTo>
                    <a:pt x="1525680" y="18293"/>
                  </a:lnTo>
                  <a:lnTo>
                    <a:pt x="1492513" y="15647"/>
                  </a:lnTo>
                  <a:lnTo>
                    <a:pt x="1459346" y="13193"/>
                  </a:lnTo>
                  <a:lnTo>
                    <a:pt x="1426179" y="10936"/>
                  </a:lnTo>
                  <a:lnTo>
                    <a:pt x="1393012" y="8882"/>
                  </a:lnTo>
                  <a:lnTo>
                    <a:pt x="1359845" y="7035"/>
                  </a:lnTo>
                  <a:lnTo>
                    <a:pt x="1326678" y="5398"/>
                  </a:lnTo>
                  <a:lnTo>
                    <a:pt x="1293511" y="3975"/>
                  </a:lnTo>
                  <a:lnTo>
                    <a:pt x="1260344" y="2767"/>
                  </a:lnTo>
                  <a:lnTo>
                    <a:pt x="1227177" y="1776"/>
                  </a:lnTo>
                  <a:lnTo>
                    <a:pt x="1194010" y="1003"/>
                  </a:lnTo>
                  <a:lnTo>
                    <a:pt x="1160843" y="450"/>
                  </a:lnTo>
                  <a:lnTo>
                    <a:pt x="1127676" y="115"/>
                  </a:lnTo>
                  <a:lnTo>
                    <a:pt x="1094509" y="0"/>
                  </a:lnTo>
                  <a:lnTo>
                    <a:pt x="1061342" y="102"/>
                  </a:lnTo>
                  <a:lnTo>
                    <a:pt x="1028175" y="421"/>
                  </a:lnTo>
                  <a:lnTo>
                    <a:pt x="995008" y="957"/>
                  </a:lnTo>
                  <a:lnTo>
                    <a:pt x="961841" y="1707"/>
                  </a:lnTo>
                  <a:lnTo>
                    <a:pt x="928674" y="2670"/>
                  </a:lnTo>
                  <a:lnTo>
                    <a:pt x="895507" y="3845"/>
                  </a:lnTo>
                  <a:lnTo>
                    <a:pt x="862340" y="5229"/>
                  </a:lnTo>
                  <a:lnTo>
                    <a:pt x="829173" y="6820"/>
                  </a:lnTo>
                  <a:lnTo>
                    <a:pt x="796007" y="8618"/>
                  </a:lnTo>
                  <a:lnTo>
                    <a:pt x="762840" y="10619"/>
                  </a:lnTo>
                  <a:lnTo>
                    <a:pt x="729673" y="12821"/>
                  </a:lnTo>
                  <a:lnTo>
                    <a:pt x="696506" y="15224"/>
                  </a:lnTo>
                  <a:lnTo>
                    <a:pt x="663339" y="17824"/>
                  </a:lnTo>
                  <a:lnTo>
                    <a:pt x="630172" y="20619"/>
                  </a:lnTo>
                  <a:lnTo>
                    <a:pt x="597005" y="23609"/>
                  </a:lnTo>
                  <a:lnTo>
                    <a:pt x="563838" y="26790"/>
                  </a:lnTo>
                  <a:lnTo>
                    <a:pt x="530671" y="30161"/>
                  </a:lnTo>
                  <a:lnTo>
                    <a:pt x="497504" y="33721"/>
                  </a:lnTo>
                  <a:lnTo>
                    <a:pt x="464337" y="37466"/>
                  </a:lnTo>
                  <a:lnTo>
                    <a:pt x="431170" y="41396"/>
                  </a:lnTo>
                  <a:lnTo>
                    <a:pt x="398003" y="45509"/>
                  </a:lnTo>
                  <a:lnTo>
                    <a:pt x="364836" y="49802"/>
                  </a:lnTo>
                  <a:lnTo>
                    <a:pt x="331669" y="54275"/>
                  </a:lnTo>
                  <a:lnTo>
                    <a:pt x="298502" y="58926"/>
                  </a:lnTo>
                  <a:lnTo>
                    <a:pt x="265335" y="63753"/>
                  </a:lnTo>
                  <a:lnTo>
                    <a:pt x="232168" y="68755"/>
                  </a:lnTo>
                  <a:lnTo>
                    <a:pt x="199001" y="73930"/>
                  </a:lnTo>
                  <a:lnTo>
                    <a:pt x="165834" y="79277"/>
                  </a:lnTo>
                  <a:lnTo>
                    <a:pt x="132667" y="84795"/>
                  </a:lnTo>
                  <a:lnTo>
                    <a:pt x="99500" y="90481"/>
                  </a:lnTo>
                  <a:lnTo>
                    <a:pt x="66333" y="96336"/>
                  </a:lnTo>
                  <a:lnTo>
                    <a:pt x="33166" y="102356"/>
                  </a:lnTo>
                  <a:lnTo>
                    <a:pt x="0" y="1085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1271887" y="4420161"/>
              <a:ext cx="6600224" cy="703010"/>
            </a:xfrm>
            <a:custGeom>
              <a:avLst/>
              <a:pathLst>
                <a:path w="6600224" h="703010">
                  <a:moveTo>
                    <a:pt x="0" y="0"/>
                  </a:moveTo>
                  <a:lnTo>
                    <a:pt x="33166" y="4998"/>
                  </a:lnTo>
                  <a:lnTo>
                    <a:pt x="66333" y="9992"/>
                  </a:lnTo>
                  <a:lnTo>
                    <a:pt x="99500" y="14983"/>
                  </a:lnTo>
                  <a:lnTo>
                    <a:pt x="132667" y="19972"/>
                  </a:lnTo>
                  <a:lnTo>
                    <a:pt x="165834" y="24957"/>
                  </a:lnTo>
                  <a:lnTo>
                    <a:pt x="199001" y="29940"/>
                  </a:lnTo>
                  <a:lnTo>
                    <a:pt x="232168" y="34921"/>
                  </a:lnTo>
                  <a:lnTo>
                    <a:pt x="265335" y="39899"/>
                  </a:lnTo>
                  <a:lnTo>
                    <a:pt x="298502" y="44876"/>
                  </a:lnTo>
                  <a:lnTo>
                    <a:pt x="331669" y="49852"/>
                  </a:lnTo>
                  <a:lnTo>
                    <a:pt x="364836" y="54826"/>
                  </a:lnTo>
                  <a:lnTo>
                    <a:pt x="398003" y="59799"/>
                  </a:lnTo>
                  <a:lnTo>
                    <a:pt x="431170" y="64771"/>
                  </a:lnTo>
                  <a:lnTo>
                    <a:pt x="464337" y="69743"/>
                  </a:lnTo>
                  <a:lnTo>
                    <a:pt x="497504" y="74715"/>
                  </a:lnTo>
                  <a:lnTo>
                    <a:pt x="530671" y="79687"/>
                  </a:lnTo>
                  <a:lnTo>
                    <a:pt x="563838" y="84659"/>
                  </a:lnTo>
                  <a:lnTo>
                    <a:pt x="597005" y="89632"/>
                  </a:lnTo>
                  <a:lnTo>
                    <a:pt x="630172" y="94605"/>
                  </a:lnTo>
                  <a:lnTo>
                    <a:pt x="663339" y="99580"/>
                  </a:lnTo>
                  <a:lnTo>
                    <a:pt x="696506" y="104555"/>
                  </a:lnTo>
                  <a:lnTo>
                    <a:pt x="729673" y="109533"/>
                  </a:lnTo>
                  <a:lnTo>
                    <a:pt x="762840" y="114512"/>
                  </a:lnTo>
                  <a:lnTo>
                    <a:pt x="796007" y="119493"/>
                  </a:lnTo>
                  <a:lnTo>
                    <a:pt x="829173" y="124477"/>
                  </a:lnTo>
                  <a:lnTo>
                    <a:pt x="862340" y="129463"/>
                  </a:lnTo>
                  <a:lnTo>
                    <a:pt x="895507" y="134452"/>
                  </a:lnTo>
                  <a:lnTo>
                    <a:pt x="928674" y="139444"/>
                  </a:lnTo>
                  <a:lnTo>
                    <a:pt x="961841" y="144439"/>
                  </a:lnTo>
                  <a:lnTo>
                    <a:pt x="995008" y="149438"/>
                  </a:lnTo>
                  <a:lnTo>
                    <a:pt x="1028175" y="154441"/>
                  </a:lnTo>
                  <a:lnTo>
                    <a:pt x="1061342" y="159448"/>
                  </a:lnTo>
                  <a:lnTo>
                    <a:pt x="1094509" y="164460"/>
                  </a:lnTo>
                  <a:lnTo>
                    <a:pt x="1127676" y="169475"/>
                  </a:lnTo>
                  <a:lnTo>
                    <a:pt x="1160843" y="174496"/>
                  </a:lnTo>
                  <a:lnTo>
                    <a:pt x="1194010" y="179522"/>
                  </a:lnTo>
                  <a:lnTo>
                    <a:pt x="1227177" y="184554"/>
                  </a:lnTo>
                  <a:lnTo>
                    <a:pt x="1260344" y="189591"/>
                  </a:lnTo>
                  <a:lnTo>
                    <a:pt x="1293511" y="194634"/>
                  </a:lnTo>
                  <a:lnTo>
                    <a:pt x="1326678" y="199683"/>
                  </a:lnTo>
                  <a:lnTo>
                    <a:pt x="1359845" y="204738"/>
                  </a:lnTo>
                  <a:lnTo>
                    <a:pt x="1393012" y="209800"/>
                  </a:lnTo>
                  <a:lnTo>
                    <a:pt x="1426179" y="214869"/>
                  </a:lnTo>
                  <a:lnTo>
                    <a:pt x="1459346" y="219946"/>
                  </a:lnTo>
                  <a:lnTo>
                    <a:pt x="1492513" y="225029"/>
                  </a:lnTo>
                  <a:lnTo>
                    <a:pt x="1525680" y="230120"/>
                  </a:lnTo>
                  <a:lnTo>
                    <a:pt x="1558847" y="235220"/>
                  </a:lnTo>
                  <a:lnTo>
                    <a:pt x="1592014" y="240327"/>
                  </a:lnTo>
                  <a:lnTo>
                    <a:pt x="1625181" y="245443"/>
                  </a:lnTo>
                  <a:lnTo>
                    <a:pt x="1658347" y="250568"/>
                  </a:lnTo>
                  <a:lnTo>
                    <a:pt x="1691514" y="255701"/>
                  </a:lnTo>
                  <a:lnTo>
                    <a:pt x="1724681" y="260844"/>
                  </a:lnTo>
                  <a:lnTo>
                    <a:pt x="1757848" y="265996"/>
                  </a:lnTo>
                  <a:lnTo>
                    <a:pt x="1791015" y="271158"/>
                  </a:lnTo>
                  <a:lnTo>
                    <a:pt x="1824182" y="276330"/>
                  </a:lnTo>
                  <a:lnTo>
                    <a:pt x="1857349" y="281512"/>
                  </a:lnTo>
                  <a:lnTo>
                    <a:pt x="1890516" y="286705"/>
                  </a:lnTo>
                  <a:lnTo>
                    <a:pt x="1923683" y="291910"/>
                  </a:lnTo>
                  <a:lnTo>
                    <a:pt x="1956850" y="297136"/>
                  </a:lnTo>
                  <a:lnTo>
                    <a:pt x="1990017" y="302378"/>
                  </a:lnTo>
                  <a:lnTo>
                    <a:pt x="2023184" y="307630"/>
                  </a:lnTo>
                  <a:lnTo>
                    <a:pt x="2056351" y="312887"/>
                  </a:lnTo>
                  <a:lnTo>
                    <a:pt x="2089518" y="318144"/>
                  </a:lnTo>
                  <a:lnTo>
                    <a:pt x="2122685" y="323395"/>
                  </a:lnTo>
                  <a:lnTo>
                    <a:pt x="2155852" y="328633"/>
                  </a:lnTo>
                  <a:lnTo>
                    <a:pt x="2189019" y="333855"/>
                  </a:lnTo>
                  <a:lnTo>
                    <a:pt x="2222186" y="339053"/>
                  </a:lnTo>
                  <a:lnTo>
                    <a:pt x="2255353" y="344223"/>
                  </a:lnTo>
                  <a:lnTo>
                    <a:pt x="2288520" y="349358"/>
                  </a:lnTo>
                  <a:lnTo>
                    <a:pt x="2321687" y="354454"/>
                  </a:lnTo>
                  <a:lnTo>
                    <a:pt x="2354854" y="359504"/>
                  </a:lnTo>
                  <a:lnTo>
                    <a:pt x="2388021" y="364504"/>
                  </a:lnTo>
                  <a:lnTo>
                    <a:pt x="2421188" y="369446"/>
                  </a:lnTo>
                  <a:lnTo>
                    <a:pt x="2454355" y="374327"/>
                  </a:lnTo>
                  <a:lnTo>
                    <a:pt x="2487521" y="379140"/>
                  </a:lnTo>
                  <a:lnTo>
                    <a:pt x="2520688" y="383880"/>
                  </a:lnTo>
                  <a:lnTo>
                    <a:pt x="2553855" y="388509"/>
                  </a:lnTo>
                  <a:lnTo>
                    <a:pt x="2587022" y="393016"/>
                  </a:lnTo>
                  <a:lnTo>
                    <a:pt x="2620189" y="397423"/>
                  </a:lnTo>
                  <a:lnTo>
                    <a:pt x="2653356" y="401748"/>
                  </a:lnTo>
                  <a:lnTo>
                    <a:pt x="2686523" y="406014"/>
                  </a:lnTo>
                  <a:lnTo>
                    <a:pt x="2719690" y="410239"/>
                  </a:lnTo>
                  <a:lnTo>
                    <a:pt x="2752857" y="414444"/>
                  </a:lnTo>
                  <a:lnTo>
                    <a:pt x="2786024" y="418650"/>
                  </a:lnTo>
                  <a:lnTo>
                    <a:pt x="2819191" y="422877"/>
                  </a:lnTo>
                  <a:lnTo>
                    <a:pt x="2852358" y="427145"/>
                  </a:lnTo>
                  <a:lnTo>
                    <a:pt x="2885525" y="431476"/>
                  </a:lnTo>
                  <a:lnTo>
                    <a:pt x="2918692" y="435888"/>
                  </a:lnTo>
                  <a:lnTo>
                    <a:pt x="2951859" y="440413"/>
                  </a:lnTo>
                  <a:lnTo>
                    <a:pt x="2985026" y="445121"/>
                  </a:lnTo>
                  <a:lnTo>
                    <a:pt x="3018193" y="449997"/>
                  </a:lnTo>
                  <a:lnTo>
                    <a:pt x="3051360" y="455007"/>
                  </a:lnTo>
                  <a:lnTo>
                    <a:pt x="3084527" y="460120"/>
                  </a:lnTo>
                  <a:lnTo>
                    <a:pt x="3117694" y="465301"/>
                  </a:lnTo>
                  <a:lnTo>
                    <a:pt x="3150861" y="470520"/>
                  </a:lnTo>
                  <a:lnTo>
                    <a:pt x="3184028" y="475743"/>
                  </a:lnTo>
                  <a:lnTo>
                    <a:pt x="3217195" y="480937"/>
                  </a:lnTo>
                  <a:lnTo>
                    <a:pt x="3250362" y="486071"/>
                  </a:lnTo>
                  <a:lnTo>
                    <a:pt x="3283529" y="491110"/>
                  </a:lnTo>
                  <a:lnTo>
                    <a:pt x="3316695" y="496024"/>
                  </a:lnTo>
                  <a:lnTo>
                    <a:pt x="3349862" y="500778"/>
                  </a:lnTo>
                  <a:lnTo>
                    <a:pt x="3383029" y="505573"/>
                  </a:lnTo>
                  <a:lnTo>
                    <a:pt x="3416196" y="510662"/>
                  </a:lnTo>
                  <a:lnTo>
                    <a:pt x="3449363" y="515977"/>
                  </a:lnTo>
                  <a:lnTo>
                    <a:pt x="3482530" y="521446"/>
                  </a:lnTo>
                  <a:lnTo>
                    <a:pt x="3515697" y="526997"/>
                  </a:lnTo>
                  <a:lnTo>
                    <a:pt x="3548864" y="532559"/>
                  </a:lnTo>
                  <a:lnTo>
                    <a:pt x="3582031" y="538059"/>
                  </a:lnTo>
                  <a:lnTo>
                    <a:pt x="3615198" y="543428"/>
                  </a:lnTo>
                  <a:lnTo>
                    <a:pt x="3648365" y="548593"/>
                  </a:lnTo>
                  <a:lnTo>
                    <a:pt x="3681532" y="553481"/>
                  </a:lnTo>
                  <a:lnTo>
                    <a:pt x="3714699" y="558023"/>
                  </a:lnTo>
                  <a:lnTo>
                    <a:pt x="3747866" y="562177"/>
                  </a:lnTo>
                  <a:lnTo>
                    <a:pt x="3781033" y="566146"/>
                  </a:lnTo>
                  <a:lnTo>
                    <a:pt x="3814200" y="569983"/>
                  </a:lnTo>
                  <a:lnTo>
                    <a:pt x="3847367" y="573699"/>
                  </a:lnTo>
                  <a:lnTo>
                    <a:pt x="3880534" y="577299"/>
                  </a:lnTo>
                  <a:lnTo>
                    <a:pt x="3913701" y="580791"/>
                  </a:lnTo>
                  <a:lnTo>
                    <a:pt x="3946868" y="584183"/>
                  </a:lnTo>
                  <a:lnTo>
                    <a:pt x="3980035" y="587481"/>
                  </a:lnTo>
                  <a:lnTo>
                    <a:pt x="4013202" y="590694"/>
                  </a:lnTo>
                  <a:lnTo>
                    <a:pt x="4046369" y="593829"/>
                  </a:lnTo>
                  <a:lnTo>
                    <a:pt x="4079536" y="596893"/>
                  </a:lnTo>
                  <a:lnTo>
                    <a:pt x="4112703" y="599894"/>
                  </a:lnTo>
                  <a:lnTo>
                    <a:pt x="4145869" y="602838"/>
                  </a:lnTo>
                  <a:lnTo>
                    <a:pt x="4179036" y="605735"/>
                  </a:lnTo>
                  <a:lnTo>
                    <a:pt x="4212203" y="608590"/>
                  </a:lnTo>
                  <a:lnTo>
                    <a:pt x="4245370" y="611332"/>
                  </a:lnTo>
                  <a:lnTo>
                    <a:pt x="4278537" y="613892"/>
                  </a:lnTo>
                  <a:lnTo>
                    <a:pt x="4311704" y="616284"/>
                  </a:lnTo>
                  <a:lnTo>
                    <a:pt x="4344871" y="618519"/>
                  </a:lnTo>
                  <a:lnTo>
                    <a:pt x="4378038" y="620611"/>
                  </a:lnTo>
                  <a:lnTo>
                    <a:pt x="4411205" y="622571"/>
                  </a:lnTo>
                  <a:lnTo>
                    <a:pt x="4444372" y="624413"/>
                  </a:lnTo>
                  <a:lnTo>
                    <a:pt x="4477539" y="626149"/>
                  </a:lnTo>
                  <a:lnTo>
                    <a:pt x="4510706" y="627792"/>
                  </a:lnTo>
                  <a:lnTo>
                    <a:pt x="4543873" y="629355"/>
                  </a:lnTo>
                  <a:lnTo>
                    <a:pt x="4577040" y="630850"/>
                  </a:lnTo>
                  <a:lnTo>
                    <a:pt x="4610207" y="632289"/>
                  </a:lnTo>
                  <a:lnTo>
                    <a:pt x="4643374" y="633686"/>
                  </a:lnTo>
                  <a:lnTo>
                    <a:pt x="4676541" y="635054"/>
                  </a:lnTo>
                  <a:lnTo>
                    <a:pt x="4709708" y="636403"/>
                  </a:lnTo>
                  <a:lnTo>
                    <a:pt x="4742875" y="637749"/>
                  </a:lnTo>
                  <a:lnTo>
                    <a:pt x="4776042" y="639102"/>
                  </a:lnTo>
                  <a:lnTo>
                    <a:pt x="4809209" y="640476"/>
                  </a:lnTo>
                  <a:lnTo>
                    <a:pt x="4842376" y="641883"/>
                  </a:lnTo>
                  <a:lnTo>
                    <a:pt x="4875543" y="643336"/>
                  </a:lnTo>
                  <a:lnTo>
                    <a:pt x="4908710" y="644848"/>
                  </a:lnTo>
                  <a:lnTo>
                    <a:pt x="4941876" y="646382"/>
                  </a:lnTo>
                  <a:lnTo>
                    <a:pt x="4975043" y="647905"/>
                  </a:lnTo>
                  <a:lnTo>
                    <a:pt x="5008210" y="649417"/>
                  </a:lnTo>
                  <a:lnTo>
                    <a:pt x="5041377" y="650918"/>
                  </a:lnTo>
                  <a:lnTo>
                    <a:pt x="5074544" y="652408"/>
                  </a:lnTo>
                  <a:lnTo>
                    <a:pt x="5107711" y="653886"/>
                  </a:lnTo>
                  <a:lnTo>
                    <a:pt x="5140878" y="655351"/>
                  </a:lnTo>
                  <a:lnTo>
                    <a:pt x="5174045" y="656805"/>
                  </a:lnTo>
                  <a:lnTo>
                    <a:pt x="5207212" y="658245"/>
                  </a:lnTo>
                  <a:lnTo>
                    <a:pt x="5240379" y="659672"/>
                  </a:lnTo>
                  <a:lnTo>
                    <a:pt x="5273546" y="661086"/>
                  </a:lnTo>
                  <a:lnTo>
                    <a:pt x="5306713" y="662487"/>
                  </a:lnTo>
                  <a:lnTo>
                    <a:pt x="5339880" y="663873"/>
                  </a:lnTo>
                  <a:lnTo>
                    <a:pt x="5373047" y="665245"/>
                  </a:lnTo>
                  <a:lnTo>
                    <a:pt x="5406214" y="666602"/>
                  </a:lnTo>
                  <a:lnTo>
                    <a:pt x="5439381" y="667944"/>
                  </a:lnTo>
                  <a:lnTo>
                    <a:pt x="5472548" y="669271"/>
                  </a:lnTo>
                  <a:lnTo>
                    <a:pt x="5505715" y="670582"/>
                  </a:lnTo>
                  <a:lnTo>
                    <a:pt x="5538882" y="671877"/>
                  </a:lnTo>
                  <a:lnTo>
                    <a:pt x="5572049" y="673156"/>
                  </a:lnTo>
                  <a:lnTo>
                    <a:pt x="5605216" y="674419"/>
                  </a:lnTo>
                  <a:lnTo>
                    <a:pt x="5638383" y="675664"/>
                  </a:lnTo>
                  <a:lnTo>
                    <a:pt x="5671550" y="676893"/>
                  </a:lnTo>
                  <a:lnTo>
                    <a:pt x="5704717" y="678103"/>
                  </a:lnTo>
                  <a:lnTo>
                    <a:pt x="5737884" y="679296"/>
                  </a:lnTo>
                  <a:lnTo>
                    <a:pt x="5771050" y="680471"/>
                  </a:lnTo>
                  <a:lnTo>
                    <a:pt x="5804217" y="681628"/>
                  </a:lnTo>
                  <a:lnTo>
                    <a:pt x="5837384" y="682765"/>
                  </a:lnTo>
                  <a:lnTo>
                    <a:pt x="5870551" y="683884"/>
                  </a:lnTo>
                  <a:lnTo>
                    <a:pt x="5903718" y="684982"/>
                  </a:lnTo>
                  <a:lnTo>
                    <a:pt x="5936885" y="686062"/>
                  </a:lnTo>
                  <a:lnTo>
                    <a:pt x="5970052" y="687121"/>
                  </a:lnTo>
                  <a:lnTo>
                    <a:pt x="6003219" y="688160"/>
                  </a:lnTo>
                  <a:lnTo>
                    <a:pt x="6036386" y="689178"/>
                  </a:lnTo>
                  <a:lnTo>
                    <a:pt x="6069553" y="690175"/>
                  </a:lnTo>
                  <a:lnTo>
                    <a:pt x="6102720" y="691150"/>
                  </a:lnTo>
                  <a:lnTo>
                    <a:pt x="6135887" y="692105"/>
                  </a:lnTo>
                  <a:lnTo>
                    <a:pt x="6169054" y="693037"/>
                  </a:lnTo>
                  <a:lnTo>
                    <a:pt x="6202221" y="693946"/>
                  </a:lnTo>
                  <a:lnTo>
                    <a:pt x="6235388" y="694834"/>
                  </a:lnTo>
                  <a:lnTo>
                    <a:pt x="6268555" y="695698"/>
                  </a:lnTo>
                  <a:lnTo>
                    <a:pt x="6301722" y="696539"/>
                  </a:lnTo>
                  <a:lnTo>
                    <a:pt x="6334889" y="697356"/>
                  </a:lnTo>
                  <a:lnTo>
                    <a:pt x="6368056" y="698150"/>
                  </a:lnTo>
                  <a:lnTo>
                    <a:pt x="6401223" y="698919"/>
                  </a:lnTo>
                  <a:lnTo>
                    <a:pt x="6434390" y="699664"/>
                  </a:lnTo>
                  <a:lnTo>
                    <a:pt x="6467557" y="700384"/>
                  </a:lnTo>
                  <a:lnTo>
                    <a:pt x="6500724" y="701079"/>
                  </a:lnTo>
                  <a:lnTo>
                    <a:pt x="6533891" y="701749"/>
                  </a:lnTo>
                  <a:lnTo>
                    <a:pt x="6567058" y="702392"/>
                  </a:lnTo>
                  <a:lnTo>
                    <a:pt x="6600224" y="703010"/>
                  </a:lnTo>
                </a:path>
              </a:pathLst>
            </a:custGeom>
            <a:ln w="46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tx46"/>
            <p:cNvSpPr/>
            <p:nvPr/>
          </p:nvSpPr>
          <p:spPr>
            <a:xfrm>
              <a:off x="817066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430439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4887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4887" y="25546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2708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264753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264753" y="459601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264753" y="401277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264753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264753" y="284629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8264753" y="226305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125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264753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114144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18748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260816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334152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07488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857937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56020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29356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02692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776028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1950323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455459" y="3419472"/>
              <a:ext cx="20647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  (carboplatin ±20%)</a:t>
              </a:r>
            </a:p>
          </p:txBody>
        </p:sp>
        <p:sp>
          <p:nvSpPr>
            <p:cNvPr id="70" name="tx70"/>
            <p:cNvSpPr/>
            <p:nvPr/>
          </p:nvSpPr>
          <p:spPr>
            <a:xfrm rot="5400000">
              <a:off x="7864385" y="3419472"/>
              <a:ext cx="140543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Number of participants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941876" y="1367948"/>
              <a:ext cx="394097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Black line = % overdosed (left axis) · bars = distribution (right axis) · N = 1,200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219303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34444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46958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94721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1719860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7188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0524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73860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47196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67203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40539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3875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87211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941876" y="5149314"/>
              <a:ext cx="330011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71887" y="5149314"/>
              <a:ext cx="366679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38566" y="4846029"/>
              <a:ext cx="366679" cy="37327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005245" y="4589403"/>
              <a:ext cx="366679" cy="62989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371925" y="4519414"/>
              <a:ext cx="366679" cy="6998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738604" y="4006163"/>
              <a:ext cx="366679" cy="121314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3105283" y="3189626"/>
              <a:ext cx="366679" cy="20296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471962" y="2979660"/>
              <a:ext cx="366679" cy="223964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838641" y="2093134"/>
              <a:ext cx="366679" cy="312616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4205320" y="2023145"/>
              <a:ext cx="366679" cy="319615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572000" y="1929827"/>
              <a:ext cx="366679" cy="32894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938679" y="2373089"/>
              <a:ext cx="366679" cy="284621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305358" y="2863011"/>
              <a:ext cx="366679" cy="2356291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672037" y="3562900"/>
              <a:ext cx="366679" cy="165640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038716" y="3772867"/>
              <a:ext cx="366679" cy="14464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405395" y="4262789"/>
              <a:ext cx="366679" cy="95651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772074" y="4449426"/>
              <a:ext cx="366679" cy="76987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38754" y="4799370"/>
              <a:ext cx="366679" cy="41993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505433" y="5032666"/>
              <a:ext cx="366679" cy="1866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872112" y="5009336"/>
              <a:ext cx="330011" cy="20996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1271887" y="4324495"/>
              <a:ext cx="6600224" cy="894808"/>
            </a:xfrm>
            <a:custGeom>
              <a:avLst/>
              <a:pathLst>
                <a:path w="6600224" h="894808">
                  <a:moveTo>
                    <a:pt x="0" y="441659"/>
                  </a:moveTo>
                  <a:lnTo>
                    <a:pt x="33166" y="454326"/>
                  </a:lnTo>
                  <a:lnTo>
                    <a:pt x="66333" y="466766"/>
                  </a:lnTo>
                  <a:lnTo>
                    <a:pt x="99500" y="478978"/>
                  </a:lnTo>
                  <a:lnTo>
                    <a:pt x="132667" y="490961"/>
                  </a:lnTo>
                  <a:lnTo>
                    <a:pt x="165834" y="502715"/>
                  </a:lnTo>
                  <a:lnTo>
                    <a:pt x="199001" y="514238"/>
                  </a:lnTo>
                  <a:lnTo>
                    <a:pt x="232168" y="525531"/>
                  </a:lnTo>
                  <a:lnTo>
                    <a:pt x="265335" y="536592"/>
                  </a:lnTo>
                  <a:lnTo>
                    <a:pt x="298502" y="547421"/>
                  </a:lnTo>
                  <a:lnTo>
                    <a:pt x="331669" y="558017"/>
                  </a:lnTo>
                  <a:lnTo>
                    <a:pt x="364836" y="568379"/>
                  </a:lnTo>
                  <a:lnTo>
                    <a:pt x="398003" y="578506"/>
                  </a:lnTo>
                  <a:lnTo>
                    <a:pt x="431170" y="588396"/>
                  </a:lnTo>
                  <a:lnTo>
                    <a:pt x="464337" y="598050"/>
                  </a:lnTo>
                  <a:lnTo>
                    <a:pt x="497504" y="607466"/>
                  </a:lnTo>
                  <a:lnTo>
                    <a:pt x="530671" y="616644"/>
                  </a:lnTo>
                  <a:lnTo>
                    <a:pt x="563838" y="625581"/>
                  </a:lnTo>
                  <a:lnTo>
                    <a:pt x="597005" y="634277"/>
                  </a:lnTo>
                  <a:lnTo>
                    <a:pt x="630172" y="642731"/>
                  </a:lnTo>
                  <a:lnTo>
                    <a:pt x="663339" y="650941"/>
                  </a:lnTo>
                  <a:lnTo>
                    <a:pt x="696506" y="658907"/>
                  </a:lnTo>
                  <a:lnTo>
                    <a:pt x="729673" y="666627"/>
                  </a:lnTo>
                  <a:lnTo>
                    <a:pt x="762840" y="674100"/>
                  </a:lnTo>
                  <a:lnTo>
                    <a:pt x="796007" y="681325"/>
                  </a:lnTo>
                  <a:lnTo>
                    <a:pt x="829173" y="688301"/>
                  </a:lnTo>
                  <a:lnTo>
                    <a:pt x="862340" y="695025"/>
                  </a:lnTo>
                  <a:lnTo>
                    <a:pt x="895507" y="701498"/>
                  </a:lnTo>
                  <a:lnTo>
                    <a:pt x="928674" y="707718"/>
                  </a:lnTo>
                  <a:lnTo>
                    <a:pt x="961841" y="713683"/>
                  </a:lnTo>
                  <a:lnTo>
                    <a:pt x="995008" y="719394"/>
                  </a:lnTo>
                  <a:lnTo>
                    <a:pt x="1028175" y="724849"/>
                  </a:lnTo>
                  <a:lnTo>
                    <a:pt x="1061342" y="730047"/>
                  </a:lnTo>
                  <a:lnTo>
                    <a:pt x="1094509" y="734987"/>
                  </a:lnTo>
                  <a:lnTo>
                    <a:pt x="1127676" y="739670"/>
                  </a:lnTo>
                  <a:lnTo>
                    <a:pt x="1160843" y="744095"/>
                  </a:lnTo>
                  <a:lnTo>
                    <a:pt x="1194010" y="748263"/>
                  </a:lnTo>
                  <a:lnTo>
                    <a:pt x="1227177" y="752174"/>
                  </a:lnTo>
                  <a:lnTo>
                    <a:pt x="1260344" y="755828"/>
                  </a:lnTo>
                  <a:lnTo>
                    <a:pt x="1293511" y="759228"/>
                  </a:lnTo>
                  <a:lnTo>
                    <a:pt x="1326678" y="762374"/>
                  </a:lnTo>
                  <a:lnTo>
                    <a:pt x="1359845" y="765270"/>
                  </a:lnTo>
                  <a:lnTo>
                    <a:pt x="1393012" y="767917"/>
                  </a:lnTo>
                  <a:lnTo>
                    <a:pt x="1426179" y="770319"/>
                  </a:lnTo>
                  <a:lnTo>
                    <a:pt x="1459346" y="772481"/>
                  </a:lnTo>
                  <a:lnTo>
                    <a:pt x="1492513" y="774405"/>
                  </a:lnTo>
                  <a:lnTo>
                    <a:pt x="1525680" y="776097"/>
                  </a:lnTo>
                  <a:lnTo>
                    <a:pt x="1558847" y="777564"/>
                  </a:lnTo>
                  <a:lnTo>
                    <a:pt x="1592014" y="778809"/>
                  </a:lnTo>
                  <a:lnTo>
                    <a:pt x="1625181" y="779841"/>
                  </a:lnTo>
                  <a:lnTo>
                    <a:pt x="1658347" y="780665"/>
                  </a:lnTo>
                  <a:lnTo>
                    <a:pt x="1691514" y="781289"/>
                  </a:lnTo>
                  <a:lnTo>
                    <a:pt x="1724681" y="781720"/>
                  </a:lnTo>
                  <a:lnTo>
                    <a:pt x="1757848" y="781966"/>
                  </a:lnTo>
                  <a:lnTo>
                    <a:pt x="1791015" y="782034"/>
                  </a:lnTo>
                  <a:lnTo>
                    <a:pt x="1824182" y="781930"/>
                  </a:lnTo>
                  <a:lnTo>
                    <a:pt x="1857349" y="781664"/>
                  </a:lnTo>
                  <a:lnTo>
                    <a:pt x="1890516" y="781241"/>
                  </a:lnTo>
                  <a:lnTo>
                    <a:pt x="1923683" y="780666"/>
                  </a:lnTo>
                  <a:lnTo>
                    <a:pt x="1956850" y="779933"/>
                  </a:lnTo>
                  <a:lnTo>
                    <a:pt x="1990017" y="779048"/>
                  </a:lnTo>
                  <a:lnTo>
                    <a:pt x="2023184" y="778013"/>
                  </a:lnTo>
                  <a:lnTo>
                    <a:pt x="2056351" y="776831"/>
                  </a:lnTo>
                  <a:lnTo>
                    <a:pt x="2089518" y="775506"/>
                  </a:lnTo>
                  <a:lnTo>
                    <a:pt x="2122685" y="774040"/>
                  </a:lnTo>
                  <a:lnTo>
                    <a:pt x="2155852" y="772433"/>
                  </a:lnTo>
                  <a:lnTo>
                    <a:pt x="2189019" y="770690"/>
                  </a:lnTo>
                  <a:lnTo>
                    <a:pt x="2222186" y="768811"/>
                  </a:lnTo>
                  <a:lnTo>
                    <a:pt x="2255353" y="766801"/>
                  </a:lnTo>
                  <a:lnTo>
                    <a:pt x="2288520" y="764663"/>
                  </a:lnTo>
                  <a:lnTo>
                    <a:pt x="2321687" y="762402"/>
                  </a:lnTo>
                  <a:lnTo>
                    <a:pt x="2354854" y="760021"/>
                  </a:lnTo>
                  <a:lnTo>
                    <a:pt x="2388021" y="757529"/>
                  </a:lnTo>
                  <a:lnTo>
                    <a:pt x="2421188" y="754931"/>
                  </a:lnTo>
                  <a:lnTo>
                    <a:pt x="2454355" y="752236"/>
                  </a:lnTo>
                  <a:lnTo>
                    <a:pt x="2487521" y="749451"/>
                  </a:lnTo>
                  <a:lnTo>
                    <a:pt x="2520688" y="746585"/>
                  </a:lnTo>
                  <a:lnTo>
                    <a:pt x="2553855" y="743531"/>
                  </a:lnTo>
                  <a:lnTo>
                    <a:pt x="2587022" y="740208"/>
                  </a:lnTo>
                  <a:lnTo>
                    <a:pt x="2620189" y="736620"/>
                  </a:lnTo>
                  <a:lnTo>
                    <a:pt x="2653356" y="732773"/>
                  </a:lnTo>
                  <a:lnTo>
                    <a:pt x="2686523" y="728677"/>
                  </a:lnTo>
                  <a:lnTo>
                    <a:pt x="2719690" y="724351"/>
                  </a:lnTo>
                  <a:lnTo>
                    <a:pt x="2752857" y="719828"/>
                  </a:lnTo>
                  <a:lnTo>
                    <a:pt x="2786024" y="715154"/>
                  </a:lnTo>
                  <a:lnTo>
                    <a:pt x="2819191" y="710389"/>
                  </a:lnTo>
                  <a:lnTo>
                    <a:pt x="2852358" y="705605"/>
                  </a:lnTo>
                  <a:lnTo>
                    <a:pt x="2885525" y="700889"/>
                  </a:lnTo>
                  <a:lnTo>
                    <a:pt x="2918692" y="696330"/>
                  </a:lnTo>
                  <a:lnTo>
                    <a:pt x="2951859" y="691933"/>
                  </a:lnTo>
                  <a:lnTo>
                    <a:pt x="2985026" y="687130"/>
                  </a:lnTo>
                  <a:lnTo>
                    <a:pt x="3018193" y="681848"/>
                  </a:lnTo>
                  <a:lnTo>
                    <a:pt x="3051360" y="676136"/>
                  </a:lnTo>
                  <a:lnTo>
                    <a:pt x="3084527" y="670048"/>
                  </a:lnTo>
                  <a:lnTo>
                    <a:pt x="3117694" y="663649"/>
                  </a:lnTo>
                  <a:lnTo>
                    <a:pt x="3150861" y="657024"/>
                  </a:lnTo>
                  <a:lnTo>
                    <a:pt x="3184028" y="650276"/>
                  </a:lnTo>
                  <a:lnTo>
                    <a:pt x="3217195" y="643531"/>
                  </a:lnTo>
                  <a:lnTo>
                    <a:pt x="3250362" y="636934"/>
                  </a:lnTo>
                  <a:lnTo>
                    <a:pt x="3283529" y="630647"/>
                  </a:lnTo>
                  <a:lnTo>
                    <a:pt x="3316695" y="624842"/>
                  </a:lnTo>
                  <a:lnTo>
                    <a:pt x="3349862" y="619695"/>
                  </a:lnTo>
                  <a:lnTo>
                    <a:pt x="3383029" y="614753"/>
                  </a:lnTo>
                  <a:lnTo>
                    <a:pt x="3416196" y="609276"/>
                  </a:lnTo>
                  <a:lnTo>
                    <a:pt x="3449363" y="603331"/>
                  </a:lnTo>
                  <a:lnTo>
                    <a:pt x="3482530" y="596993"/>
                  </a:lnTo>
                  <a:lnTo>
                    <a:pt x="3515697" y="590354"/>
                  </a:lnTo>
                  <a:lnTo>
                    <a:pt x="3548864" y="583531"/>
                  </a:lnTo>
                  <a:lnTo>
                    <a:pt x="3582031" y="576665"/>
                  </a:lnTo>
                  <a:lnTo>
                    <a:pt x="3615198" y="569927"/>
                  </a:lnTo>
                  <a:lnTo>
                    <a:pt x="3648365" y="563513"/>
                  </a:lnTo>
                  <a:lnTo>
                    <a:pt x="3681532" y="557634"/>
                  </a:lnTo>
                  <a:lnTo>
                    <a:pt x="3714699" y="552516"/>
                  </a:lnTo>
                  <a:lnTo>
                    <a:pt x="3747866" y="548279"/>
                  </a:lnTo>
                  <a:lnTo>
                    <a:pt x="3781033" y="544268"/>
                  </a:lnTo>
                  <a:lnTo>
                    <a:pt x="3814200" y="540299"/>
                  </a:lnTo>
                  <a:lnTo>
                    <a:pt x="3847367" y="536350"/>
                  </a:lnTo>
                  <a:lnTo>
                    <a:pt x="3880534" y="532401"/>
                  </a:lnTo>
                  <a:lnTo>
                    <a:pt x="3913701" y="528442"/>
                  </a:lnTo>
                  <a:lnTo>
                    <a:pt x="3946868" y="524473"/>
                  </a:lnTo>
                  <a:lnTo>
                    <a:pt x="3980035" y="520504"/>
                  </a:lnTo>
                  <a:lnTo>
                    <a:pt x="4013202" y="516558"/>
                  </a:lnTo>
                  <a:lnTo>
                    <a:pt x="4046369" y="512667"/>
                  </a:lnTo>
                  <a:lnTo>
                    <a:pt x="4079536" y="508875"/>
                  </a:lnTo>
                  <a:lnTo>
                    <a:pt x="4112703" y="505233"/>
                  </a:lnTo>
                  <a:lnTo>
                    <a:pt x="4145869" y="501795"/>
                  </a:lnTo>
                  <a:lnTo>
                    <a:pt x="4179036" y="498619"/>
                  </a:lnTo>
                  <a:lnTo>
                    <a:pt x="4212203" y="495761"/>
                  </a:lnTo>
                  <a:lnTo>
                    <a:pt x="4245370" y="493182"/>
                  </a:lnTo>
                  <a:lnTo>
                    <a:pt x="4278537" y="490789"/>
                  </a:lnTo>
                  <a:lnTo>
                    <a:pt x="4311704" y="488552"/>
                  </a:lnTo>
                  <a:lnTo>
                    <a:pt x="4344871" y="486444"/>
                  </a:lnTo>
                  <a:lnTo>
                    <a:pt x="4378038" y="484437"/>
                  </a:lnTo>
                  <a:lnTo>
                    <a:pt x="4411205" y="482506"/>
                  </a:lnTo>
                  <a:lnTo>
                    <a:pt x="4444372" y="480626"/>
                  </a:lnTo>
                  <a:lnTo>
                    <a:pt x="4477539" y="478775"/>
                  </a:lnTo>
                  <a:lnTo>
                    <a:pt x="4510706" y="476933"/>
                  </a:lnTo>
                  <a:lnTo>
                    <a:pt x="4543873" y="475080"/>
                  </a:lnTo>
                  <a:lnTo>
                    <a:pt x="4577040" y="473200"/>
                  </a:lnTo>
                  <a:lnTo>
                    <a:pt x="4610207" y="471278"/>
                  </a:lnTo>
                  <a:lnTo>
                    <a:pt x="4643374" y="469299"/>
                  </a:lnTo>
                  <a:lnTo>
                    <a:pt x="4676541" y="467251"/>
                  </a:lnTo>
                  <a:lnTo>
                    <a:pt x="4709708" y="465124"/>
                  </a:lnTo>
                  <a:lnTo>
                    <a:pt x="4742875" y="462905"/>
                  </a:lnTo>
                  <a:lnTo>
                    <a:pt x="4776042" y="460586"/>
                  </a:lnTo>
                  <a:lnTo>
                    <a:pt x="4809209" y="458156"/>
                  </a:lnTo>
                  <a:lnTo>
                    <a:pt x="4842376" y="455606"/>
                  </a:lnTo>
                  <a:lnTo>
                    <a:pt x="4875543" y="452925"/>
                  </a:lnTo>
                  <a:lnTo>
                    <a:pt x="4908710" y="450102"/>
                  </a:lnTo>
                  <a:lnTo>
                    <a:pt x="4941876" y="447098"/>
                  </a:lnTo>
                  <a:lnTo>
                    <a:pt x="4975043" y="443895"/>
                  </a:lnTo>
                  <a:lnTo>
                    <a:pt x="5008210" y="440492"/>
                  </a:lnTo>
                  <a:lnTo>
                    <a:pt x="5041377" y="436889"/>
                  </a:lnTo>
                  <a:lnTo>
                    <a:pt x="5074544" y="433086"/>
                  </a:lnTo>
                  <a:lnTo>
                    <a:pt x="5107711" y="429082"/>
                  </a:lnTo>
                  <a:lnTo>
                    <a:pt x="5140878" y="424876"/>
                  </a:lnTo>
                  <a:lnTo>
                    <a:pt x="5174045" y="420466"/>
                  </a:lnTo>
                  <a:lnTo>
                    <a:pt x="5207212" y="415850"/>
                  </a:lnTo>
                  <a:lnTo>
                    <a:pt x="5240379" y="411025"/>
                  </a:lnTo>
                  <a:lnTo>
                    <a:pt x="5273546" y="405990"/>
                  </a:lnTo>
                  <a:lnTo>
                    <a:pt x="5306713" y="400740"/>
                  </a:lnTo>
                  <a:lnTo>
                    <a:pt x="5339880" y="395273"/>
                  </a:lnTo>
                  <a:lnTo>
                    <a:pt x="5373047" y="389586"/>
                  </a:lnTo>
                  <a:lnTo>
                    <a:pt x="5406214" y="383674"/>
                  </a:lnTo>
                  <a:lnTo>
                    <a:pt x="5439381" y="377535"/>
                  </a:lnTo>
                  <a:lnTo>
                    <a:pt x="5472548" y="371164"/>
                  </a:lnTo>
                  <a:lnTo>
                    <a:pt x="5505715" y="364558"/>
                  </a:lnTo>
                  <a:lnTo>
                    <a:pt x="5538882" y="357713"/>
                  </a:lnTo>
                  <a:lnTo>
                    <a:pt x="5572049" y="350626"/>
                  </a:lnTo>
                  <a:lnTo>
                    <a:pt x="5605216" y="343292"/>
                  </a:lnTo>
                  <a:lnTo>
                    <a:pt x="5638383" y="335710"/>
                  </a:lnTo>
                  <a:lnTo>
                    <a:pt x="5671550" y="327874"/>
                  </a:lnTo>
                  <a:lnTo>
                    <a:pt x="5704717" y="319783"/>
                  </a:lnTo>
                  <a:lnTo>
                    <a:pt x="5737884" y="311433"/>
                  </a:lnTo>
                  <a:lnTo>
                    <a:pt x="5771050" y="302822"/>
                  </a:lnTo>
                  <a:lnTo>
                    <a:pt x="5804217" y="293947"/>
                  </a:lnTo>
                  <a:lnTo>
                    <a:pt x="5837384" y="284806"/>
                  </a:lnTo>
                  <a:lnTo>
                    <a:pt x="5870551" y="275398"/>
                  </a:lnTo>
                  <a:lnTo>
                    <a:pt x="5903718" y="265720"/>
                  </a:lnTo>
                  <a:lnTo>
                    <a:pt x="5936885" y="255773"/>
                  </a:lnTo>
                  <a:lnTo>
                    <a:pt x="5970052" y="245553"/>
                  </a:lnTo>
                  <a:lnTo>
                    <a:pt x="6003219" y="235062"/>
                  </a:lnTo>
                  <a:lnTo>
                    <a:pt x="6036386" y="224297"/>
                  </a:lnTo>
                  <a:lnTo>
                    <a:pt x="6069553" y="213260"/>
                  </a:lnTo>
                  <a:lnTo>
                    <a:pt x="6102720" y="201949"/>
                  </a:lnTo>
                  <a:lnTo>
                    <a:pt x="6135887" y="190366"/>
                  </a:lnTo>
                  <a:lnTo>
                    <a:pt x="6169054" y="178509"/>
                  </a:lnTo>
                  <a:lnTo>
                    <a:pt x="6202221" y="166381"/>
                  </a:lnTo>
                  <a:lnTo>
                    <a:pt x="6235388" y="153982"/>
                  </a:lnTo>
                  <a:lnTo>
                    <a:pt x="6268555" y="141312"/>
                  </a:lnTo>
                  <a:lnTo>
                    <a:pt x="6301722" y="128372"/>
                  </a:lnTo>
                  <a:lnTo>
                    <a:pt x="6334889" y="115164"/>
                  </a:lnTo>
                  <a:lnTo>
                    <a:pt x="6368056" y="101689"/>
                  </a:lnTo>
                  <a:lnTo>
                    <a:pt x="6401223" y="87948"/>
                  </a:lnTo>
                  <a:lnTo>
                    <a:pt x="6434390" y="73942"/>
                  </a:lnTo>
                  <a:lnTo>
                    <a:pt x="6467557" y="59673"/>
                  </a:lnTo>
                  <a:lnTo>
                    <a:pt x="6500724" y="45143"/>
                  </a:lnTo>
                  <a:lnTo>
                    <a:pt x="6533891" y="30353"/>
                  </a:lnTo>
                  <a:lnTo>
                    <a:pt x="6567058" y="15305"/>
                  </a:lnTo>
                  <a:lnTo>
                    <a:pt x="6600224" y="0"/>
                  </a:lnTo>
                  <a:lnTo>
                    <a:pt x="6600224" y="418068"/>
                  </a:lnTo>
                  <a:lnTo>
                    <a:pt x="6567058" y="422580"/>
                  </a:lnTo>
                  <a:lnTo>
                    <a:pt x="6533891" y="427094"/>
                  </a:lnTo>
                  <a:lnTo>
                    <a:pt x="6500724" y="431611"/>
                  </a:lnTo>
                  <a:lnTo>
                    <a:pt x="6467557" y="436130"/>
                  </a:lnTo>
                  <a:lnTo>
                    <a:pt x="6434390" y="440650"/>
                  </a:lnTo>
                  <a:lnTo>
                    <a:pt x="6401223" y="445172"/>
                  </a:lnTo>
                  <a:lnTo>
                    <a:pt x="6368056" y="449695"/>
                  </a:lnTo>
                  <a:lnTo>
                    <a:pt x="6334889" y="454219"/>
                  </a:lnTo>
                  <a:lnTo>
                    <a:pt x="6301722" y="458743"/>
                  </a:lnTo>
                  <a:lnTo>
                    <a:pt x="6268555" y="463266"/>
                  </a:lnTo>
                  <a:lnTo>
                    <a:pt x="6235388" y="467788"/>
                  </a:lnTo>
                  <a:lnTo>
                    <a:pt x="6202221" y="472308"/>
                  </a:lnTo>
                  <a:lnTo>
                    <a:pt x="6169054" y="476825"/>
                  </a:lnTo>
                  <a:lnTo>
                    <a:pt x="6135887" y="481338"/>
                  </a:lnTo>
                  <a:lnTo>
                    <a:pt x="6102720" y="485845"/>
                  </a:lnTo>
                  <a:lnTo>
                    <a:pt x="6069553" y="490345"/>
                  </a:lnTo>
                  <a:lnTo>
                    <a:pt x="6036386" y="494837"/>
                  </a:lnTo>
                  <a:lnTo>
                    <a:pt x="6003219" y="499318"/>
                  </a:lnTo>
                  <a:lnTo>
                    <a:pt x="5970052" y="503786"/>
                  </a:lnTo>
                  <a:lnTo>
                    <a:pt x="5936885" y="508239"/>
                  </a:lnTo>
                  <a:lnTo>
                    <a:pt x="5903718" y="512675"/>
                  </a:lnTo>
                  <a:lnTo>
                    <a:pt x="5870551" y="517091"/>
                  </a:lnTo>
                  <a:lnTo>
                    <a:pt x="5837384" y="521482"/>
                  </a:lnTo>
                  <a:lnTo>
                    <a:pt x="5804217" y="525847"/>
                  </a:lnTo>
                  <a:lnTo>
                    <a:pt x="5771050" y="530181"/>
                  </a:lnTo>
                  <a:lnTo>
                    <a:pt x="5737884" y="534481"/>
                  </a:lnTo>
                  <a:lnTo>
                    <a:pt x="5704717" y="538742"/>
                  </a:lnTo>
                  <a:lnTo>
                    <a:pt x="5671550" y="542959"/>
                  </a:lnTo>
                  <a:lnTo>
                    <a:pt x="5638383" y="547128"/>
                  </a:lnTo>
                  <a:lnTo>
                    <a:pt x="5605216" y="551245"/>
                  </a:lnTo>
                  <a:lnTo>
                    <a:pt x="5572049" y="555304"/>
                  </a:lnTo>
                  <a:lnTo>
                    <a:pt x="5538882" y="559299"/>
                  </a:lnTo>
                  <a:lnTo>
                    <a:pt x="5505715" y="563226"/>
                  </a:lnTo>
                  <a:lnTo>
                    <a:pt x="5472548" y="567079"/>
                  </a:lnTo>
                  <a:lnTo>
                    <a:pt x="5439381" y="570852"/>
                  </a:lnTo>
                  <a:lnTo>
                    <a:pt x="5406214" y="574540"/>
                  </a:lnTo>
                  <a:lnTo>
                    <a:pt x="5373047" y="578137"/>
                  </a:lnTo>
                  <a:lnTo>
                    <a:pt x="5339880" y="581639"/>
                  </a:lnTo>
                  <a:lnTo>
                    <a:pt x="5306713" y="585039"/>
                  </a:lnTo>
                  <a:lnTo>
                    <a:pt x="5273546" y="588332"/>
                  </a:lnTo>
                  <a:lnTo>
                    <a:pt x="5240379" y="591514"/>
                  </a:lnTo>
                  <a:lnTo>
                    <a:pt x="5207212" y="594579"/>
                  </a:lnTo>
                  <a:lnTo>
                    <a:pt x="5174045" y="597523"/>
                  </a:lnTo>
                  <a:lnTo>
                    <a:pt x="5140878" y="600342"/>
                  </a:lnTo>
                  <a:lnTo>
                    <a:pt x="5107711" y="603031"/>
                  </a:lnTo>
                  <a:lnTo>
                    <a:pt x="5074544" y="605588"/>
                  </a:lnTo>
                  <a:lnTo>
                    <a:pt x="5041377" y="608010"/>
                  </a:lnTo>
                  <a:lnTo>
                    <a:pt x="5008210" y="610292"/>
                  </a:lnTo>
                  <a:lnTo>
                    <a:pt x="4975043" y="612434"/>
                  </a:lnTo>
                  <a:lnTo>
                    <a:pt x="4941876" y="614434"/>
                  </a:lnTo>
                  <a:lnTo>
                    <a:pt x="4908710" y="616290"/>
                  </a:lnTo>
                  <a:lnTo>
                    <a:pt x="4875543" y="617983"/>
                  </a:lnTo>
                  <a:lnTo>
                    <a:pt x="4842376" y="619503"/>
                  </a:lnTo>
                  <a:lnTo>
                    <a:pt x="4809209" y="620874"/>
                  </a:lnTo>
                  <a:lnTo>
                    <a:pt x="4776042" y="622121"/>
                  </a:lnTo>
                  <a:lnTo>
                    <a:pt x="4742875" y="623267"/>
                  </a:lnTo>
                  <a:lnTo>
                    <a:pt x="4709708" y="624339"/>
                  </a:lnTo>
                  <a:lnTo>
                    <a:pt x="4676541" y="625363"/>
                  </a:lnTo>
                  <a:lnTo>
                    <a:pt x="4643374" y="626361"/>
                  </a:lnTo>
                  <a:lnTo>
                    <a:pt x="4610207" y="627359"/>
                  </a:lnTo>
                  <a:lnTo>
                    <a:pt x="4577040" y="628379"/>
                  </a:lnTo>
                  <a:lnTo>
                    <a:pt x="4543873" y="629443"/>
                  </a:lnTo>
                  <a:lnTo>
                    <a:pt x="4510706" y="630570"/>
                  </a:lnTo>
                  <a:lnTo>
                    <a:pt x="4477539" y="631778"/>
                  </a:lnTo>
                  <a:lnTo>
                    <a:pt x="4444372" y="633084"/>
                  </a:lnTo>
                  <a:lnTo>
                    <a:pt x="4411205" y="634502"/>
                  </a:lnTo>
                  <a:lnTo>
                    <a:pt x="4378038" y="636045"/>
                  </a:lnTo>
                  <a:lnTo>
                    <a:pt x="4344871" y="637725"/>
                  </a:lnTo>
                  <a:lnTo>
                    <a:pt x="4311704" y="639550"/>
                  </a:lnTo>
                  <a:lnTo>
                    <a:pt x="4278537" y="641529"/>
                  </a:lnTo>
                  <a:lnTo>
                    <a:pt x="4245370" y="643668"/>
                  </a:lnTo>
                  <a:lnTo>
                    <a:pt x="4212203" y="645974"/>
                  </a:lnTo>
                  <a:lnTo>
                    <a:pt x="4179036" y="648403"/>
                  </a:lnTo>
                  <a:lnTo>
                    <a:pt x="4145869" y="650919"/>
                  </a:lnTo>
                  <a:lnTo>
                    <a:pt x="4112703" y="653546"/>
                  </a:lnTo>
                  <a:lnTo>
                    <a:pt x="4079536" y="656308"/>
                  </a:lnTo>
                  <a:lnTo>
                    <a:pt x="4046369" y="659229"/>
                  </a:lnTo>
                  <a:lnTo>
                    <a:pt x="4013202" y="662326"/>
                  </a:lnTo>
                  <a:lnTo>
                    <a:pt x="3980035" y="665609"/>
                  </a:lnTo>
                  <a:lnTo>
                    <a:pt x="3946868" y="669081"/>
                  </a:lnTo>
                  <a:lnTo>
                    <a:pt x="3913701" y="672729"/>
                  </a:lnTo>
                  <a:lnTo>
                    <a:pt x="3880534" y="676533"/>
                  </a:lnTo>
                  <a:lnTo>
                    <a:pt x="3847367" y="680460"/>
                  </a:lnTo>
                  <a:lnTo>
                    <a:pt x="3814200" y="684465"/>
                  </a:lnTo>
                  <a:lnTo>
                    <a:pt x="3781033" y="688499"/>
                  </a:lnTo>
                  <a:lnTo>
                    <a:pt x="3747866" y="692505"/>
                  </a:lnTo>
                  <a:lnTo>
                    <a:pt x="3714699" y="696544"/>
                  </a:lnTo>
                  <a:lnTo>
                    <a:pt x="3681532" y="701106"/>
                  </a:lnTo>
                  <a:lnTo>
                    <a:pt x="3648365" y="706203"/>
                  </a:lnTo>
                  <a:lnTo>
                    <a:pt x="3615198" y="711777"/>
                  </a:lnTo>
                  <a:lnTo>
                    <a:pt x="3582031" y="717759"/>
                  </a:lnTo>
                  <a:lnTo>
                    <a:pt x="3548864" y="724063"/>
                  </a:lnTo>
                  <a:lnTo>
                    <a:pt x="3515697" y="730578"/>
                  </a:lnTo>
                  <a:lnTo>
                    <a:pt x="3482530" y="737163"/>
                  </a:lnTo>
                  <a:lnTo>
                    <a:pt x="3449363" y="743655"/>
                  </a:lnTo>
                  <a:lnTo>
                    <a:pt x="3416196" y="749862"/>
                  </a:lnTo>
                  <a:lnTo>
                    <a:pt x="3383029" y="755580"/>
                  </a:lnTo>
                  <a:lnTo>
                    <a:pt x="3349862" y="760601"/>
                  </a:lnTo>
                  <a:lnTo>
                    <a:pt x="3316695" y="765545"/>
                  </a:lnTo>
                  <a:lnTo>
                    <a:pt x="3283529" y="770931"/>
                  </a:lnTo>
                  <a:lnTo>
                    <a:pt x="3250362" y="776713"/>
                  </a:lnTo>
                  <a:lnTo>
                    <a:pt x="3217195" y="782840"/>
                  </a:lnTo>
                  <a:lnTo>
                    <a:pt x="3184028" y="789250"/>
                  </a:lnTo>
                  <a:lnTo>
                    <a:pt x="3150861" y="795865"/>
                  </a:lnTo>
                  <a:lnTo>
                    <a:pt x="3117694" y="802587"/>
                  </a:lnTo>
                  <a:lnTo>
                    <a:pt x="3084527" y="809298"/>
                  </a:lnTo>
                  <a:lnTo>
                    <a:pt x="3051360" y="815857"/>
                  </a:lnTo>
                  <a:lnTo>
                    <a:pt x="3018193" y="822108"/>
                  </a:lnTo>
                  <a:lnTo>
                    <a:pt x="2985026" y="827882"/>
                  </a:lnTo>
                  <a:lnTo>
                    <a:pt x="2951859" y="833003"/>
                  </a:lnTo>
                  <a:lnTo>
                    <a:pt x="2918692" y="837446"/>
                  </a:lnTo>
                  <a:lnTo>
                    <a:pt x="2885525" y="841869"/>
                  </a:lnTo>
                  <a:lnTo>
                    <a:pt x="2852358" y="846375"/>
                  </a:lnTo>
                  <a:lnTo>
                    <a:pt x="2819191" y="850963"/>
                  </a:lnTo>
                  <a:lnTo>
                    <a:pt x="2786024" y="855622"/>
                  </a:lnTo>
                  <a:lnTo>
                    <a:pt x="2752857" y="860334"/>
                  </a:lnTo>
                  <a:lnTo>
                    <a:pt x="2719690" y="865063"/>
                  </a:lnTo>
                  <a:lnTo>
                    <a:pt x="2686523" y="869763"/>
                  </a:lnTo>
                  <a:lnTo>
                    <a:pt x="2653356" y="874371"/>
                  </a:lnTo>
                  <a:lnTo>
                    <a:pt x="2620189" y="878814"/>
                  </a:lnTo>
                  <a:lnTo>
                    <a:pt x="2587022" y="883008"/>
                  </a:lnTo>
                  <a:lnTo>
                    <a:pt x="2553855" y="886865"/>
                  </a:lnTo>
                  <a:lnTo>
                    <a:pt x="2520688" y="890295"/>
                  </a:lnTo>
                  <a:lnTo>
                    <a:pt x="2487521" y="893420"/>
                  </a:lnTo>
                  <a:lnTo>
                    <a:pt x="2454355" y="894808"/>
                  </a:lnTo>
                  <a:lnTo>
                    <a:pt x="2421188" y="894808"/>
                  </a:lnTo>
                  <a:lnTo>
                    <a:pt x="2388021" y="894808"/>
                  </a:lnTo>
                  <a:lnTo>
                    <a:pt x="2354854" y="894808"/>
                  </a:lnTo>
                  <a:lnTo>
                    <a:pt x="2321687" y="894808"/>
                  </a:lnTo>
                  <a:lnTo>
                    <a:pt x="2288520" y="894808"/>
                  </a:lnTo>
                  <a:lnTo>
                    <a:pt x="2255353" y="894808"/>
                  </a:lnTo>
                  <a:lnTo>
                    <a:pt x="2222186" y="894808"/>
                  </a:lnTo>
                  <a:lnTo>
                    <a:pt x="2189019" y="894808"/>
                  </a:lnTo>
                  <a:lnTo>
                    <a:pt x="2155852" y="894808"/>
                  </a:lnTo>
                  <a:lnTo>
                    <a:pt x="2122685" y="894808"/>
                  </a:lnTo>
                  <a:lnTo>
                    <a:pt x="2089518" y="894808"/>
                  </a:lnTo>
                  <a:lnTo>
                    <a:pt x="2056351" y="894808"/>
                  </a:lnTo>
                  <a:lnTo>
                    <a:pt x="2023184" y="894808"/>
                  </a:lnTo>
                  <a:lnTo>
                    <a:pt x="1990017" y="894808"/>
                  </a:lnTo>
                  <a:lnTo>
                    <a:pt x="1956850" y="894808"/>
                  </a:lnTo>
                  <a:lnTo>
                    <a:pt x="1923683" y="894808"/>
                  </a:lnTo>
                  <a:lnTo>
                    <a:pt x="1890516" y="894808"/>
                  </a:lnTo>
                  <a:lnTo>
                    <a:pt x="1857349" y="894808"/>
                  </a:lnTo>
                  <a:lnTo>
                    <a:pt x="1824182" y="894808"/>
                  </a:lnTo>
                  <a:lnTo>
                    <a:pt x="1791015" y="894808"/>
                  </a:lnTo>
                  <a:lnTo>
                    <a:pt x="1757848" y="894808"/>
                  </a:lnTo>
                  <a:lnTo>
                    <a:pt x="1724681" y="894808"/>
                  </a:lnTo>
                  <a:lnTo>
                    <a:pt x="1691514" y="894808"/>
                  </a:lnTo>
                  <a:lnTo>
                    <a:pt x="1658347" y="894808"/>
                  </a:lnTo>
                  <a:lnTo>
                    <a:pt x="1625181" y="894808"/>
                  </a:lnTo>
                  <a:lnTo>
                    <a:pt x="1592014" y="894808"/>
                  </a:lnTo>
                  <a:lnTo>
                    <a:pt x="1558847" y="894808"/>
                  </a:lnTo>
                  <a:lnTo>
                    <a:pt x="1525680" y="894808"/>
                  </a:lnTo>
                  <a:lnTo>
                    <a:pt x="1492513" y="894808"/>
                  </a:lnTo>
                  <a:lnTo>
                    <a:pt x="1459346" y="894808"/>
                  </a:lnTo>
                  <a:lnTo>
                    <a:pt x="1426179" y="894808"/>
                  </a:lnTo>
                  <a:lnTo>
                    <a:pt x="1393012" y="894808"/>
                  </a:lnTo>
                  <a:lnTo>
                    <a:pt x="1359845" y="894808"/>
                  </a:lnTo>
                  <a:lnTo>
                    <a:pt x="1326678" y="894808"/>
                  </a:lnTo>
                  <a:lnTo>
                    <a:pt x="1293511" y="894808"/>
                  </a:lnTo>
                  <a:lnTo>
                    <a:pt x="1260344" y="894808"/>
                  </a:lnTo>
                  <a:lnTo>
                    <a:pt x="1227177" y="894808"/>
                  </a:lnTo>
                  <a:lnTo>
                    <a:pt x="1194010" y="894808"/>
                  </a:lnTo>
                  <a:lnTo>
                    <a:pt x="1160843" y="894808"/>
                  </a:lnTo>
                  <a:lnTo>
                    <a:pt x="1127676" y="894808"/>
                  </a:lnTo>
                  <a:lnTo>
                    <a:pt x="1094509" y="894808"/>
                  </a:lnTo>
                  <a:lnTo>
                    <a:pt x="1061342" y="894808"/>
                  </a:lnTo>
                  <a:lnTo>
                    <a:pt x="1028175" y="894808"/>
                  </a:lnTo>
                  <a:lnTo>
                    <a:pt x="995008" y="894808"/>
                  </a:lnTo>
                  <a:lnTo>
                    <a:pt x="961841" y="894808"/>
                  </a:lnTo>
                  <a:lnTo>
                    <a:pt x="928674" y="894808"/>
                  </a:lnTo>
                  <a:lnTo>
                    <a:pt x="895507" y="894808"/>
                  </a:lnTo>
                  <a:lnTo>
                    <a:pt x="862340" y="894808"/>
                  </a:lnTo>
                  <a:lnTo>
                    <a:pt x="829173" y="894808"/>
                  </a:lnTo>
                  <a:lnTo>
                    <a:pt x="796007" y="894808"/>
                  </a:lnTo>
                  <a:lnTo>
                    <a:pt x="762840" y="894808"/>
                  </a:lnTo>
                  <a:lnTo>
                    <a:pt x="729673" y="894808"/>
                  </a:lnTo>
                  <a:lnTo>
                    <a:pt x="696506" y="894808"/>
                  </a:lnTo>
                  <a:lnTo>
                    <a:pt x="663339" y="894808"/>
                  </a:lnTo>
                  <a:lnTo>
                    <a:pt x="630172" y="894808"/>
                  </a:lnTo>
                  <a:lnTo>
                    <a:pt x="597005" y="894808"/>
                  </a:lnTo>
                  <a:lnTo>
                    <a:pt x="563838" y="894808"/>
                  </a:lnTo>
                  <a:lnTo>
                    <a:pt x="530671" y="894808"/>
                  </a:lnTo>
                  <a:lnTo>
                    <a:pt x="497504" y="894808"/>
                  </a:lnTo>
                  <a:lnTo>
                    <a:pt x="464337" y="894808"/>
                  </a:lnTo>
                  <a:lnTo>
                    <a:pt x="431170" y="894808"/>
                  </a:lnTo>
                  <a:lnTo>
                    <a:pt x="398003" y="894808"/>
                  </a:lnTo>
                  <a:lnTo>
                    <a:pt x="364836" y="894808"/>
                  </a:lnTo>
                  <a:lnTo>
                    <a:pt x="331669" y="894808"/>
                  </a:lnTo>
                  <a:lnTo>
                    <a:pt x="298502" y="894808"/>
                  </a:lnTo>
                  <a:lnTo>
                    <a:pt x="265335" y="894808"/>
                  </a:lnTo>
                  <a:lnTo>
                    <a:pt x="232168" y="894808"/>
                  </a:lnTo>
                  <a:lnTo>
                    <a:pt x="199001" y="894808"/>
                  </a:lnTo>
                  <a:lnTo>
                    <a:pt x="165834" y="894808"/>
                  </a:lnTo>
                  <a:lnTo>
                    <a:pt x="132667" y="894808"/>
                  </a:lnTo>
                  <a:lnTo>
                    <a:pt x="99500" y="894808"/>
                  </a:lnTo>
                  <a:lnTo>
                    <a:pt x="66333" y="894808"/>
                  </a:lnTo>
                  <a:lnTo>
                    <a:pt x="33166" y="894808"/>
                  </a:lnTo>
                  <a:lnTo>
                    <a:pt x="0" y="894808"/>
                  </a:lnTo>
                  <a:close/>
                </a:path>
              </a:pathLst>
            </a:custGeom>
            <a:solidFill>
              <a:srgbClr val="000000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271887" y="4324495"/>
              <a:ext cx="6600224" cy="782034"/>
            </a:xfrm>
            <a:custGeom>
              <a:avLst/>
              <a:pathLst>
                <a:path w="6600224" h="782034">
                  <a:moveTo>
                    <a:pt x="0" y="441659"/>
                  </a:moveTo>
                  <a:lnTo>
                    <a:pt x="33166" y="454326"/>
                  </a:lnTo>
                  <a:lnTo>
                    <a:pt x="66333" y="466766"/>
                  </a:lnTo>
                  <a:lnTo>
                    <a:pt x="99500" y="478978"/>
                  </a:lnTo>
                  <a:lnTo>
                    <a:pt x="132667" y="490961"/>
                  </a:lnTo>
                  <a:lnTo>
                    <a:pt x="165834" y="502715"/>
                  </a:lnTo>
                  <a:lnTo>
                    <a:pt x="199001" y="514238"/>
                  </a:lnTo>
                  <a:lnTo>
                    <a:pt x="232168" y="525531"/>
                  </a:lnTo>
                  <a:lnTo>
                    <a:pt x="265335" y="536592"/>
                  </a:lnTo>
                  <a:lnTo>
                    <a:pt x="298502" y="547421"/>
                  </a:lnTo>
                  <a:lnTo>
                    <a:pt x="331669" y="558017"/>
                  </a:lnTo>
                  <a:lnTo>
                    <a:pt x="364836" y="568379"/>
                  </a:lnTo>
                  <a:lnTo>
                    <a:pt x="398003" y="578506"/>
                  </a:lnTo>
                  <a:lnTo>
                    <a:pt x="431170" y="588396"/>
                  </a:lnTo>
                  <a:lnTo>
                    <a:pt x="464337" y="598050"/>
                  </a:lnTo>
                  <a:lnTo>
                    <a:pt x="497504" y="607466"/>
                  </a:lnTo>
                  <a:lnTo>
                    <a:pt x="530671" y="616644"/>
                  </a:lnTo>
                  <a:lnTo>
                    <a:pt x="563838" y="625581"/>
                  </a:lnTo>
                  <a:lnTo>
                    <a:pt x="597005" y="634277"/>
                  </a:lnTo>
                  <a:lnTo>
                    <a:pt x="630172" y="642731"/>
                  </a:lnTo>
                  <a:lnTo>
                    <a:pt x="663339" y="650941"/>
                  </a:lnTo>
                  <a:lnTo>
                    <a:pt x="696506" y="658907"/>
                  </a:lnTo>
                  <a:lnTo>
                    <a:pt x="729673" y="666627"/>
                  </a:lnTo>
                  <a:lnTo>
                    <a:pt x="762840" y="674100"/>
                  </a:lnTo>
                  <a:lnTo>
                    <a:pt x="796007" y="681325"/>
                  </a:lnTo>
                  <a:lnTo>
                    <a:pt x="829173" y="688301"/>
                  </a:lnTo>
                  <a:lnTo>
                    <a:pt x="862340" y="695025"/>
                  </a:lnTo>
                  <a:lnTo>
                    <a:pt x="895507" y="701498"/>
                  </a:lnTo>
                  <a:lnTo>
                    <a:pt x="928674" y="707718"/>
                  </a:lnTo>
                  <a:lnTo>
                    <a:pt x="961841" y="713683"/>
                  </a:lnTo>
                  <a:lnTo>
                    <a:pt x="995008" y="719394"/>
                  </a:lnTo>
                  <a:lnTo>
                    <a:pt x="1028175" y="724849"/>
                  </a:lnTo>
                  <a:lnTo>
                    <a:pt x="1061342" y="730047"/>
                  </a:lnTo>
                  <a:lnTo>
                    <a:pt x="1094509" y="734987"/>
                  </a:lnTo>
                  <a:lnTo>
                    <a:pt x="1127676" y="739670"/>
                  </a:lnTo>
                  <a:lnTo>
                    <a:pt x="1160843" y="744095"/>
                  </a:lnTo>
                  <a:lnTo>
                    <a:pt x="1194010" y="748263"/>
                  </a:lnTo>
                  <a:lnTo>
                    <a:pt x="1227177" y="752174"/>
                  </a:lnTo>
                  <a:lnTo>
                    <a:pt x="1260344" y="755828"/>
                  </a:lnTo>
                  <a:lnTo>
                    <a:pt x="1293511" y="759228"/>
                  </a:lnTo>
                  <a:lnTo>
                    <a:pt x="1326678" y="762374"/>
                  </a:lnTo>
                  <a:lnTo>
                    <a:pt x="1359845" y="765270"/>
                  </a:lnTo>
                  <a:lnTo>
                    <a:pt x="1393012" y="767917"/>
                  </a:lnTo>
                  <a:lnTo>
                    <a:pt x="1426179" y="770319"/>
                  </a:lnTo>
                  <a:lnTo>
                    <a:pt x="1459346" y="772481"/>
                  </a:lnTo>
                  <a:lnTo>
                    <a:pt x="1492513" y="774405"/>
                  </a:lnTo>
                  <a:lnTo>
                    <a:pt x="1525680" y="776097"/>
                  </a:lnTo>
                  <a:lnTo>
                    <a:pt x="1558847" y="777564"/>
                  </a:lnTo>
                  <a:lnTo>
                    <a:pt x="1592014" y="778809"/>
                  </a:lnTo>
                  <a:lnTo>
                    <a:pt x="1625181" y="779841"/>
                  </a:lnTo>
                  <a:lnTo>
                    <a:pt x="1658347" y="780665"/>
                  </a:lnTo>
                  <a:lnTo>
                    <a:pt x="1691514" y="781289"/>
                  </a:lnTo>
                  <a:lnTo>
                    <a:pt x="1724681" y="781720"/>
                  </a:lnTo>
                  <a:lnTo>
                    <a:pt x="1757848" y="781966"/>
                  </a:lnTo>
                  <a:lnTo>
                    <a:pt x="1791015" y="782034"/>
                  </a:lnTo>
                  <a:lnTo>
                    <a:pt x="1824182" y="781930"/>
                  </a:lnTo>
                  <a:lnTo>
                    <a:pt x="1857349" y="781664"/>
                  </a:lnTo>
                  <a:lnTo>
                    <a:pt x="1890516" y="781241"/>
                  </a:lnTo>
                  <a:lnTo>
                    <a:pt x="1923683" y="780666"/>
                  </a:lnTo>
                  <a:lnTo>
                    <a:pt x="1956850" y="779933"/>
                  </a:lnTo>
                  <a:lnTo>
                    <a:pt x="1990017" y="779048"/>
                  </a:lnTo>
                  <a:lnTo>
                    <a:pt x="2023184" y="778013"/>
                  </a:lnTo>
                  <a:lnTo>
                    <a:pt x="2056351" y="776831"/>
                  </a:lnTo>
                  <a:lnTo>
                    <a:pt x="2089518" y="775506"/>
                  </a:lnTo>
                  <a:lnTo>
                    <a:pt x="2122685" y="774040"/>
                  </a:lnTo>
                  <a:lnTo>
                    <a:pt x="2155852" y="772433"/>
                  </a:lnTo>
                  <a:lnTo>
                    <a:pt x="2189019" y="770690"/>
                  </a:lnTo>
                  <a:lnTo>
                    <a:pt x="2222186" y="768811"/>
                  </a:lnTo>
                  <a:lnTo>
                    <a:pt x="2255353" y="766801"/>
                  </a:lnTo>
                  <a:lnTo>
                    <a:pt x="2288520" y="764663"/>
                  </a:lnTo>
                  <a:lnTo>
                    <a:pt x="2321687" y="762402"/>
                  </a:lnTo>
                  <a:lnTo>
                    <a:pt x="2354854" y="760021"/>
                  </a:lnTo>
                  <a:lnTo>
                    <a:pt x="2388021" y="757529"/>
                  </a:lnTo>
                  <a:lnTo>
                    <a:pt x="2421188" y="754931"/>
                  </a:lnTo>
                  <a:lnTo>
                    <a:pt x="2454355" y="752236"/>
                  </a:lnTo>
                  <a:lnTo>
                    <a:pt x="2487521" y="749451"/>
                  </a:lnTo>
                  <a:lnTo>
                    <a:pt x="2520688" y="746585"/>
                  </a:lnTo>
                  <a:lnTo>
                    <a:pt x="2553855" y="743531"/>
                  </a:lnTo>
                  <a:lnTo>
                    <a:pt x="2587022" y="740208"/>
                  </a:lnTo>
                  <a:lnTo>
                    <a:pt x="2620189" y="736620"/>
                  </a:lnTo>
                  <a:lnTo>
                    <a:pt x="2653356" y="732773"/>
                  </a:lnTo>
                  <a:lnTo>
                    <a:pt x="2686523" y="728677"/>
                  </a:lnTo>
                  <a:lnTo>
                    <a:pt x="2719690" y="724351"/>
                  </a:lnTo>
                  <a:lnTo>
                    <a:pt x="2752857" y="719828"/>
                  </a:lnTo>
                  <a:lnTo>
                    <a:pt x="2786024" y="715154"/>
                  </a:lnTo>
                  <a:lnTo>
                    <a:pt x="2819191" y="710389"/>
                  </a:lnTo>
                  <a:lnTo>
                    <a:pt x="2852358" y="705605"/>
                  </a:lnTo>
                  <a:lnTo>
                    <a:pt x="2885525" y="700889"/>
                  </a:lnTo>
                  <a:lnTo>
                    <a:pt x="2918692" y="696330"/>
                  </a:lnTo>
                  <a:lnTo>
                    <a:pt x="2951859" y="691933"/>
                  </a:lnTo>
                  <a:lnTo>
                    <a:pt x="2985026" y="687130"/>
                  </a:lnTo>
                  <a:lnTo>
                    <a:pt x="3018193" y="681848"/>
                  </a:lnTo>
                  <a:lnTo>
                    <a:pt x="3051360" y="676136"/>
                  </a:lnTo>
                  <a:lnTo>
                    <a:pt x="3084527" y="670048"/>
                  </a:lnTo>
                  <a:lnTo>
                    <a:pt x="3117694" y="663649"/>
                  </a:lnTo>
                  <a:lnTo>
                    <a:pt x="3150861" y="657024"/>
                  </a:lnTo>
                  <a:lnTo>
                    <a:pt x="3184028" y="650276"/>
                  </a:lnTo>
                  <a:lnTo>
                    <a:pt x="3217195" y="643531"/>
                  </a:lnTo>
                  <a:lnTo>
                    <a:pt x="3250362" y="636934"/>
                  </a:lnTo>
                  <a:lnTo>
                    <a:pt x="3283529" y="630647"/>
                  </a:lnTo>
                  <a:lnTo>
                    <a:pt x="3316695" y="624842"/>
                  </a:lnTo>
                  <a:lnTo>
                    <a:pt x="3349862" y="619695"/>
                  </a:lnTo>
                  <a:lnTo>
                    <a:pt x="3383029" y="614753"/>
                  </a:lnTo>
                  <a:lnTo>
                    <a:pt x="3416196" y="609276"/>
                  </a:lnTo>
                  <a:lnTo>
                    <a:pt x="3449363" y="603331"/>
                  </a:lnTo>
                  <a:lnTo>
                    <a:pt x="3482530" y="596993"/>
                  </a:lnTo>
                  <a:lnTo>
                    <a:pt x="3515697" y="590354"/>
                  </a:lnTo>
                  <a:lnTo>
                    <a:pt x="3548864" y="583531"/>
                  </a:lnTo>
                  <a:lnTo>
                    <a:pt x="3582031" y="576665"/>
                  </a:lnTo>
                  <a:lnTo>
                    <a:pt x="3615198" y="569927"/>
                  </a:lnTo>
                  <a:lnTo>
                    <a:pt x="3648365" y="563513"/>
                  </a:lnTo>
                  <a:lnTo>
                    <a:pt x="3681532" y="557634"/>
                  </a:lnTo>
                  <a:lnTo>
                    <a:pt x="3714699" y="552516"/>
                  </a:lnTo>
                  <a:lnTo>
                    <a:pt x="3747866" y="548279"/>
                  </a:lnTo>
                  <a:lnTo>
                    <a:pt x="3781033" y="544268"/>
                  </a:lnTo>
                  <a:lnTo>
                    <a:pt x="3814200" y="540299"/>
                  </a:lnTo>
                  <a:lnTo>
                    <a:pt x="3847367" y="536350"/>
                  </a:lnTo>
                  <a:lnTo>
                    <a:pt x="3880534" y="532401"/>
                  </a:lnTo>
                  <a:lnTo>
                    <a:pt x="3913701" y="528442"/>
                  </a:lnTo>
                  <a:lnTo>
                    <a:pt x="3946868" y="524473"/>
                  </a:lnTo>
                  <a:lnTo>
                    <a:pt x="3980035" y="520504"/>
                  </a:lnTo>
                  <a:lnTo>
                    <a:pt x="4013202" y="516558"/>
                  </a:lnTo>
                  <a:lnTo>
                    <a:pt x="4046369" y="512667"/>
                  </a:lnTo>
                  <a:lnTo>
                    <a:pt x="4079536" y="508875"/>
                  </a:lnTo>
                  <a:lnTo>
                    <a:pt x="4112703" y="505233"/>
                  </a:lnTo>
                  <a:lnTo>
                    <a:pt x="4145869" y="501795"/>
                  </a:lnTo>
                  <a:lnTo>
                    <a:pt x="4179036" y="498619"/>
                  </a:lnTo>
                  <a:lnTo>
                    <a:pt x="4212203" y="495761"/>
                  </a:lnTo>
                  <a:lnTo>
                    <a:pt x="4245370" y="493182"/>
                  </a:lnTo>
                  <a:lnTo>
                    <a:pt x="4278537" y="490789"/>
                  </a:lnTo>
                  <a:lnTo>
                    <a:pt x="4311704" y="488552"/>
                  </a:lnTo>
                  <a:lnTo>
                    <a:pt x="4344871" y="486444"/>
                  </a:lnTo>
                  <a:lnTo>
                    <a:pt x="4378038" y="484437"/>
                  </a:lnTo>
                  <a:lnTo>
                    <a:pt x="4411205" y="482506"/>
                  </a:lnTo>
                  <a:lnTo>
                    <a:pt x="4444372" y="480626"/>
                  </a:lnTo>
                  <a:lnTo>
                    <a:pt x="4477539" y="478775"/>
                  </a:lnTo>
                  <a:lnTo>
                    <a:pt x="4510706" y="476933"/>
                  </a:lnTo>
                  <a:lnTo>
                    <a:pt x="4543873" y="475080"/>
                  </a:lnTo>
                  <a:lnTo>
                    <a:pt x="4577040" y="473200"/>
                  </a:lnTo>
                  <a:lnTo>
                    <a:pt x="4610207" y="471278"/>
                  </a:lnTo>
                  <a:lnTo>
                    <a:pt x="4643374" y="469299"/>
                  </a:lnTo>
                  <a:lnTo>
                    <a:pt x="4676541" y="467251"/>
                  </a:lnTo>
                  <a:lnTo>
                    <a:pt x="4709708" y="465124"/>
                  </a:lnTo>
                  <a:lnTo>
                    <a:pt x="4742875" y="462905"/>
                  </a:lnTo>
                  <a:lnTo>
                    <a:pt x="4776042" y="460586"/>
                  </a:lnTo>
                  <a:lnTo>
                    <a:pt x="4809209" y="458156"/>
                  </a:lnTo>
                  <a:lnTo>
                    <a:pt x="4842376" y="455606"/>
                  </a:lnTo>
                  <a:lnTo>
                    <a:pt x="4875543" y="452925"/>
                  </a:lnTo>
                  <a:lnTo>
                    <a:pt x="4908710" y="450102"/>
                  </a:lnTo>
                  <a:lnTo>
                    <a:pt x="4941876" y="447098"/>
                  </a:lnTo>
                  <a:lnTo>
                    <a:pt x="4975043" y="443895"/>
                  </a:lnTo>
                  <a:lnTo>
                    <a:pt x="5008210" y="440492"/>
                  </a:lnTo>
                  <a:lnTo>
                    <a:pt x="5041377" y="436889"/>
                  </a:lnTo>
                  <a:lnTo>
                    <a:pt x="5074544" y="433086"/>
                  </a:lnTo>
                  <a:lnTo>
                    <a:pt x="5107711" y="429082"/>
                  </a:lnTo>
                  <a:lnTo>
                    <a:pt x="5140878" y="424876"/>
                  </a:lnTo>
                  <a:lnTo>
                    <a:pt x="5174045" y="420466"/>
                  </a:lnTo>
                  <a:lnTo>
                    <a:pt x="5207212" y="415850"/>
                  </a:lnTo>
                  <a:lnTo>
                    <a:pt x="5240379" y="411025"/>
                  </a:lnTo>
                  <a:lnTo>
                    <a:pt x="5273546" y="405990"/>
                  </a:lnTo>
                  <a:lnTo>
                    <a:pt x="5306713" y="400740"/>
                  </a:lnTo>
                  <a:lnTo>
                    <a:pt x="5339880" y="395273"/>
                  </a:lnTo>
                  <a:lnTo>
                    <a:pt x="5373047" y="389586"/>
                  </a:lnTo>
                  <a:lnTo>
                    <a:pt x="5406214" y="383674"/>
                  </a:lnTo>
                  <a:lnTo>
                    <a:pt x="5439381" y="377535"/>
                  </a:lnTo>
                  <a:lnTo>
                    <a:pt x="5472548" y="371164"/>
                  </a:lnTo>
                  <a:lnTo>
                    <a:pt x="5505715" y="364558"/>
                  </a:lnTo>
                  <a:lnTo>
                    <a:pt x="5538882" y="357713"/>
                  </a:lnTo>
                  <a:lnTo>
                    <a:pt x="5572049" y="350626"/>
                  </a:lnTo>
                  <a:lnTo>
                    <a:pt x="5605216" y="343292"/>
                  </a:lnTo>
                  <a:lnTo>
                    <a:pt x="5638383" y="335710"/>
                  </a:lnTo>
                  <a:lnTo>
                    <a:pt x="5671550" y="327874"/>
                  </a:lnTo>
                  <a:lnTo>
                    <a:pt x="5704717" y="319783"/>
                  </a:lnTo>
                  <a:lnTo>
                    <a:pt x="5737884" y="311433"/>
                  </a:lnTo>
                  <a:lnTo>
                    <a:pt x="5771050" y="302822"/>
                  </a:lnTo>
                  <a:lnTo>
                    <a:pt x="5804217" y="293947"/>
                  </a:lnTo>
                  <a:lnTo>
                    <a:pt x="5837384" y="284806"/>
                  </a:lnTo>
                  <a:lnTo>
                    <a:pt x="5870551" y="275398"/>
                  </a:lnTo>
                  <a:lnTo>
                    <a:pt x="5903718" y="265720"/>
                  </a:lnTo>
                  <a:lnTo>
                    <a:pt x="5936885" y="255773"/>
                  </a:lnTo>
                  <a:lnTo>
                    <a:pt x="5970052" y="245553"/>
                  </a:lnTo>
                  <a:lnTo>
                    <a:pt x="6003219" y="235062"/>
                  </a:lnTo>
                  <a:lnTo>
                    <a:pt x="6036386" y="224297"/>
                  </a:lnTo>
                  <a:lnTo>
                    <a:pt x="6069553" y="213260"/>
                  </a:lnTo>
                  <a:lnTo>
                    <a:pt x="6102720" y="201949"/>
                  </a:lnTo>
                  <a:lnTo>
                    <a:pt x="6135887" y="190366"/>
                  </a:lnTo>
                  <a:lnTo>
                    <a:pt x="6169054" y="178509"/>
                  </a:lnTo>
                  <a:lnTo>
                    <a:pt x="6202221" y="166381"/>
                  </a:lnTo>
                  <a:lnTo>
                    <a:pt x="6235388" y="153982"/>
                  </a:lnTo>
                  <a:lnTo>
                    <a:pt x="6268555" y="141312"/>
                  </a:lnTo>
                  <a:lnTo>
                    <a:pt x="6301722" y="128372"/>
                  </a:lnTo>
                  <a:lnTo>
                    <a:pt x="6334889" y="115164"/>
                  </a:lnTo>
                  <a:lnTo>
                    <a:pt x="6368056" y="101689"/>
                  </a:lnTo>
                  <a:lnTo>
                    <a:pt x="6401223" y="87948"/>
                  </a:lnTo>
                  <a:lnTo>
                    <a:pt x="6434390" y="73942"/>
                  </a:lnTo>
                  <a:lnTo>
                    <a:pt x="6467557" y="59673"/>
                  </a:lnTo>
                  <a:lnTo>
                    <a:pt x="6500724" y="45143"/>
                  </a:lnTo>
                  <a:lnTo>
                    <a:pt x="6533891" y="30353"/>
                  </a:lnTo>
                  <a:lnTo>
                    <a:pt x="6567058" y="15305"/>
                  </a:lnTo>
                  <a:lnTo>
                    <a:pt x="660022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271887" y="4742563"/>
              <a:ext cx="6600224" cy="476740"/>
            </a:xfrm>
            <a:custGeom>
              <a:avLst/>
              <a:pathLst>
                <a:path w="6600224" h="476740">
                  <a:moveTo>
                    <a:pt x="6600224" y="0"/>
                  </a:moveTo>
                  <a:lnTo>
                    <a:pt x="6567058" y="4512"/>
                  </a:lnTo>
                  <a:lnTo>
                    <a:pt x="6533891" y="9026"/>
                  </a:lnTo>
                  <a:lnTo>
                    <a:pt x="6500724" y="13543"/>
                  </a:lnTo>
                  <a:lnTo>
                    <a:pt x="6467557" y="18062"/>
                  </a:lnTo>
                  <a:lnTo>
                    <a:pt x="6434390" y="22582"/>
                  </a:lnTo>
                  <a:lnTo>
                    <a:pt x="6401223" y="27104"/>
                  </a:lnTo>
                  <a:lnTo>
                    <a:pt x="6368056" y="31627"/>
                  </a:lnTo>
                  <a:lnTo>
                    <a:pt x="6334889" y="36151"/>
                  </a:lnTo>
                  <a:lnTo>
                    <a:pt x="6301722" y="40675"/>
                  </a:lnTo>
                  <a:lnTo>
                    <a:pt x="6268555" y="45198"/>
                  </a:lnTo>
                  <a:lnTo>
                    <a:pt x="6235388" y="49720"/>
                  </a:lnTo>
                  <a:lnTo>
                    <a:pt x="6202221" y="54240"/>
                  </a:lnTo>
                  <a:lnTo>
                    <a:pt x="6169054" y="58757"/>
                  </a:lnTo>
                  <a:lnTo>
                    <a:pt x="6135887" y="63270"/>
                  </a:lnTo>
                  <a:lnTo>
                    <a:pt x="6102720" y="67777"/>
                  </a:lnTo>
                  <a:lnTo>
                    <a:pt x="6069553" y="72277"/>
                  </a:lnTo>
                  <a:lnTo>
                    <a:pt x="6036386" y="76768"/>
                  </a:lnTo>
                  <a:lnTo>
                    <a:pt x="6003219" y="81250"/>
                  </a:lnTo>
                  <a:lnTo>
                    <a:pt x="5970052" y="85718"/>
                  </a:lnTo>
                  <a:lnTo>
                    <a:pt x="5936885" y="90171"/>
                  </a:lnTo>
                  <a:lnTo>
                    <a:pt x="5903718" y="94607"/>
                  </a:lnTo>
                  <a:lnTo>
                    <a:pt x="5870551" y="99023"/>
                  </a:lnTo>
                  <a:lnTo>
                    <a:pt x="5837384" y="103414"/>
                  </a:lnTo>
                  <a:lnTo>
                    <a:pt x="5804217" y="107779"/>
                  </a:lnTo>
                  <a:lnTo>
                    <a:pt x="5771050" y="112113"/>
                  </a:lnTo>
                  <a:lnTo>
                    <a:pt x="5737884" y="116413"/>
                  </a:lnTo>
                  <a:lnTo>
                    <a:pt x="5704717" y="120673"/>
                  </a:lnTo>
                  <a:lnTo>
                    <a:pt x="5671550" y="124891"/>
                  </a:lnTo>
                  <a:lnTo>
                    <a:pt x="5638383" y="129060"/>
                  </a:lnTo>
                  <a:lnTo>
                    <a:pt x="5605216" y="133177"/>
                  </a:lnTo>
                  <a:lnTo>
                    <a:pt x="5572049" y="137236"/>
                  </a:lnTo>
                  <a:lnTo>
                    <a:pt x="5538882" y="141231"/>
                  </a:lnTo>
                  <a:lnTo>
                    <a:pt x="5505715" y="145158"/>
                  </a:lnTo>
                  <a:lnTo>
                    <a:pt x="5472548" y="149011"/>
                  </a:lnTo>
                  <a:lnTo>
                    <a:pt x="5439381" y="152784"/>
                  </a:lnTo>
                  <a:lnTo>
                    <a:pt x="5406214" y="156472"/>
                  </a:lnTo>
                  <a:lnTo>
                    <a:pt x="5373047" y="160069"/>
                  </a:lnTo>
                  <a:lnTo>
                    <a:pt x="5339880" y="163571"/>
                  </a:lnTo>
                  <a:lnTo>
                    <a:pt x="5306713" y="166971"/>
                  </a:lnTo>
                  <a:lnTo>
                    <a:pt x="5273546" y="170264"/>
                  </a:lnTo>
                  <a:lnTo>
                    <a:pt x="5240379" y="173446"/>
                  </a:lnTo>
                  <a:lnTo>
                    <a:pt x="5207212" y="176511"/>
                  </a:lnTo>
                  <a:lnTo>
                    <a:pt x="5174045" y="179455"/>
                  </a:lnTo>
                  <a:lnTo>
                    <a:pt x="5140878" y="182274"/>
                  </a:lnTo>
                  <a:lnTo>
                    <a:pt x="5107711" y="184963"/>
                  </a:lnTo>
                  <a:lnTo>
                    <a:pt x="5074544" y="187520"/>
                  </a:lnTo>
                  <a:lnTo>
                    <a:pt x="5041377" y="189941"/>
                  </a:lnTo>
                  <a:lnTo>
                    <a:pt x="5008210" y="192224"/>
                  </a:lnTo>
                  <a:lnTo>
                    <a:pt x="4975043" y="194366"/>
                  </a:lnTo>
                  <a:lnTo>
                    <a:pt x="4941876" y="196366"/>
                  </a:lnTo>
                  <a:lnTo>
                    <a:pt x="4908710" y="198221"/>
                  </a:lnTo>
                  <a:lnTo>
                    <a:pt x="4875543" y="199915"/>
                  </a:lnTo>
                  <a:lnTo>
                    <a:pt x="4842376" y="201435"/>
                  </a:lnTo>
                  <a:lnTo>
                    <a:pt x="4809209" y="202806"/>
                  </a:lnTo>
                  <a:lnTo>
                    <a:pt x="4776042" y="204053"/>
                  </a:lnTo>
                  <a:lnTo>
                    <a:pt x="4742875" y="205199"/>
                  </a:lnTo>
                  <a:lnTo>
                    <a:pt x="4709708" y="206271"/>
                  </a:lnTo>
                  <a:lnTo>
                    <a:pt x="4676541" y="207295"/>
                  </a:lnTo>
                  <a:lnTo>
                    <a:pt x="4643374" y="208293"/>
                  </a:lnTo>
                  <a:lnTo>
                    <a:pt x="4610207" y="209291"/>
                  </a:lnTo>
                  <a:lnTo>
                    <a:pt x="4577040" y="210311"/>
                  </a:lnTo>
                  <a:lnTo>
                    <a:pt x="4543873" y="211375"/>
                  </a:lnTo>
                  <a:lnTo>
                    <a:pt x="4510706" y="212502"/>
                  </a:lnTo>
                  <a:lnTo>
                    <a:pt x="4477539" y="213710"/>
                  </a:lnTo>
                  <a:lnTo>
                    <a:pt x="4444372" y="215016"/>
                  </a:lnTo>
                  <a:lnTo>
                    <a:pt x="4411205" y="216434"/>
                  </a:lnTo>
                  <a:lnTo>
                    <a:pt x="4378038" y="217977"/>
                  </a:lnTo>
                  <a:lnTo>
                    <a:pt x="4344871" y="219657"/>
                  </a:lnTo>
                  <a:lnTo>
                    <a:pt x="4311704" y="221482"/>
                  </a:lnTo>
                  <a:lnTo>
                    <a:pt x="4278537" y="223461"/>
                  </a:lnTo>
                  <a:lnTo>
                    <a:pt x="4245370" y="225600"/>
                  </a:lnTo>
                  <a:lnTo>
                    <a:pt x="4212203" y="227906"/>
                  </a:lnTo>
                  <a:lnTo>
                    <a:pt x="4179036" y="230335"/>
                  </a:lnTo>
                  <a:lnTo>
                    <a:pt x="4145869" y="232851"/>
                  </a:lnTo>
                  <a:lnTo>
                    <a:pt x="4112703" y="235478"/>
                  </a:lnTo>
                  <a:lnTo>
                    <a:pt x="4079536" y="238240"/>
                  </a:lnTo>
                  <a:lnTo>
                    <a:pt x="4046369" y="241160"/>
                  </a:lnTo>
                  <a:lnTo>
                    <a:pt x="4013202" y="244257"/>
                  </a:lnTo>
                  <a:lnTo>
                    <a:pt x="3980035" y="247541"/>
                  </a:lnTo>
                  <a:lnTo>
                    <a:pt x="3946868" y="251013"/>
                  </a:lnTo>
                  <a:lnTo>
                    <a:pt x="3913701" y="254661"/>
                  </a:lnTo>
                  <a:lnTo>
                    <a:pt x="3880534" y="258465"/>
                  </a:lnTo>
                  <a:lnTo>
                    <a:pt x="3847367" y="262392"/>
                  </a:lnTo>
                  <a:lnTo>
                    <a:pt x="3814200" y="266397"/>
                  </a:lnTo>
                  <a:lnTo>
                    <a:pt x="3781033" y="270431"/>
                  </a:lnTo>
                  <a:lnTo>
                    <a:pt x="3747866" y="274437"/>
                  </a:lnTo>
                  <a:lnTo>
                    <a:pt x="3714699" y="278475"/>
                  </a:lnTo>
                  <a:lnTo>
                    <a:pt x="3681532" y="283038"/>
                  </a:lnTo>
                  <a:lnTo>
                    <a:pt x="3648365" y="288135"/>
                  </a:lnTo>
                  <a:lnTo>
                    <a:pt x="3615198" y="293709"/>
                  </a:lnTo>
                  <a:lnTo>
                    <a:pt x="3582031" y="299691"/>
                  </a:lnTo>
                  <a:lnTo>
                    <a:pt x="3548864" y="305995"/>
                  </a:lnTo>
                  <a:lnTo>
                    <a:pt x="3515697" y="312510"/>
                  </a:lnTo>
                  <a:lnTo>
                    <a:pt x="3482530" y="319095"/>
                  </a:lnTo>
                  <a:lnTo>
                    <a:pt x="3449363" y="325587"/>
                  </a:lnTo>
                  <a:lnTo>
                    <a:pt x="3416196" y="331794"/>
                  </a:lnTo>
                  <a:lnTo>
                    <a:pt x="3383029" y="337512"/>
                  </a:lnTo>
                  <a:lnTo>
                    <a:pt x="3349862" y="342533"/>
                  </a:lnTo>
                  <a:lnTo>
                    <a:pt x="3316695" y="347477"/>
                  </a:lnTo>
                  <a:lnTo>
                    <a:pt x="3283529" y="352863"/>
                  </a:lnTo>
                  <a:lnTo>
                    <a:pt x="3250362" y="358645"/>
                  </a:lnTo>
                  <a:lnTo>
                    <a:pt x="3217195" y="364772"/>
                  </a:lnTo>
                  <a:lnTo>
                    <a:pt x="3184028" y="371182"/>
                  </a:lnTo>
                  <a:lnTo>
                    <a:pt x="3150861" y="377797"/>
                  </a:lnTo>
                  <a:lnTo>
                    <a:pt x="3117694" y="384519"/>
                  </a:lnTo>
                  <a:lnTo>
                    <a:pt x="3084527" y="391230"/>
                  </a:lnTo>
                  <a:lnTo>
                    <a:pt x="3051360" y="397789"/>
                  </a:lnTo>
                  <a:lnTo>
                    <a:pt x="3018193" y="404040"/>
                  </a:lnTo>
                  <a:lnTo>
                    <a:pt x="2985026" y="409814"/>
                  </a:lnTo>
                  <a:lnTo>
                    <a:pt x="2951859" y="414935"/>
                  </a:lnTo>
                  <a:lnTo>
                    <a:pt x="2918692" y="419378"/>
                  </a:lnTo>
                  <a:lnTo>
                    <a:pt x="2885525" y="423801"/>
                  </a:lnTo>
                  <a:lnTo>
                    <a:pt x="2852358" y="428307"/>
                  </a:lnTo>
                  <a:lnTo>
                    <a:pt x="2819191" y="432895"/>
                  </a:lnTo>
                  <a:lnTo>
                    <a:pt x="2786024" y="437554"/>
                  </a:lnTo>
                  <a:lnTo>
                    <a:pt x="2752857" y="442266"/>
                  </a:lnTo>
                  <a:lnTo>
                    <a:pt x="2719690" y="446995"/>
                  </a:lnTo>
                  <a:lnTo>
                    <a:pt x="2686523" y="451695"/>
                  </a:lnTo>
                  <a:lnTo>
                    <a:pt x="2653356" y="456303"/>
                  </a:lnTo>
                  <a:lnTo>
                    <a:pt x="2620189" y="460746"/>
                  </a:lnTo>
                  <a:lnTo>
                    <a:pt x="2587022" y="464940"/>
                  </a:lnTo>
                  <a:lnTo>
                    <a:pt x="2553855" y="468797"/>
                  </a:lnTo>
                  <a:lnTo>
                    <a:pt x="2520688" y="472227"/>
                  </a:lnTo>
                  <a:lnTo>
                    <a:pt x="2487521" y="475352"/>
                  </a:lnTo>
                  <a:lnTo>
                    <a:pt x="2454355" y="476740"/>
                  </a:lnTo>
                  <a:lnTo>
                    <a:pt x="2421188" y="476740"/>
                  </a:lnTo>
                  <a:lnTo>
                    <a:pt x="2388021" y="476740"/>
                  </a:lnTo>
                  <a:lnTo>
                    <a:pt x="2354854" y="476740"/>
                  </a:lnTo>
                  <a:lnTo>
                    <a:pt x="2321687" y="476740"/>
                  </a:lnTo>
                  <a:lnTo>
                    <a:pt x="2288520" y="476740"/>
                  </a:lnTo>
                  <a:lnTo>
                    <a:pt x="2255353" y="476740"/>
                  </a:lnTo>
                  <a:lnTo>
                    <a:pt x="2222186" y="476740"/>
                  </a:lnTo>
                  <a:lnTo>
                    <a:pt x="2189019" y="476740"/>
                  </a:lnTo>
                  <a:lnTo>
                    <a:pt x="2155852" y="476740"/>
                  </a:lnTo>
                  <a:lnTo>
                    <a:pt x="2122685" y="476740"/>
                  </a:lnTo>
                  <a:lnTo>
                    <a:pt x="2089518" y="476740"/>
                  </a:lnTo>
                  <a:lnTo>
                    <a:pt x="2056351" y="476740"/>
                  </a:lnTo>
                  <a:lnTo>
                    <a:pt x="2023184" y="476740"/>
                  </a:lnTo>
                  <a:lnTo>
                    <a:pt x="1990017" y="476740"/>
                  </a:lnTo>
                  <a:lnTo>
                    <a:pt x="1956850" y="476740"/>
                  </a:lnTo>
                  <a:lnTo>
                    <a:pt x="1923683" y="476740"/>
                  </a:lnTo>
                  <a:lnTo>
                    <a:pt x="1890516" y="476740"/>
                  </a:lnTo>
                  <a:lnTo>
                    <a:pt x="1857349" y="476740"/>
                  </a:lnTo>
                  <a:lnTo>
                    <a:pt x="1824182" y="476740"/>
                  </a:lnTo>
                  <a:lnTo>
                    <a:pt x="1791015" y="476740"/>
                  </a:lnTo>
                  <a:lnTo>
                    <a:pt x="1757848" y="476740"/>
                  </a:lnTo>
                  <a:lnTo>
                    <a:pt x="1724681" y="476740"/>
                  </a:lnTo>
                  <a:lnTo>
                    <a:pt x="1691514" y="476740"/>
                  </a:lnTo>
                  <a:lnTo>
                    <a:pt x="1658347" y="476740"/>
                  </a:lnTo>
                  <a:lnTo>
                    <a:pt x="1625181" y="476740"/>
                  </a:lnTo>
                  <a:lnTo>
                    <a:pt x="1592014" y="476740"/>
                  </a:lnTo>
                  <a:lnTo>
                    <a:pt x="1558847" y="476740"/>
                  </a:lnTo>
                  <a:lnTo>
                    <a:pt x="1525680" y="476740"/>
                  </a:lnTo>
                  <a:lnTo>
                    <a:pt x="1492513" y="476740"/>
                  </a:lnTo>
                  <a:lnTo>
                    <a:pt x="1459346" y="476740"/>
                  </a:lnTo>
                  <a:lnTo>
                    <a:pt x="1426179" y="476740"/>
                  </a:lnTo>
                  <a:lnTo>
                    <a:pt x="1393012" y="476740"/>
                  </a:lnTo>
                  <a:lnTo>
                    <a:pt x="1359845" y="476740"/>
                  </a:lnTo>
                  <a:lnTo>
                    <a:pt x="1326678" y="476740"/>
                  </a:lnTo>
                  <a:lnTo>
                    <a:pt x="1293511" y="476740"/>
                  </a:lnTo>
                  <a:lnTo>
                    <a:pt x="1260344" y="476740"/>
                  </a:lnTo>
                  <a:lnTo>
                    <a:pt x="1227177" y="476740"/>
                  </a:lnTo>
                  <a:lnTo>
                    <a:pt x="1194010" y="476740"/>
                  </a:lnTo>
                  <a:lnTo>
                    <a:pt x="1160843" y="476740"/>
                  </a:lnTo>
                  <a:lnTo>
                    <a:pt x="1127676" y="476740"/>
                  </a:lnTo>
                  <a:lnTo>
                    <a:pt x="1094509" y="476740"/>
                  </a:lnTo>
                  <a:lnTo>
                    <a:pt x="1061342" y="476740"/>
                  </a:lnTo>
                  <a:lnTo>
                    <a:pt x="1028175" y="476740"/>
                  </a:lnTo>
                  <a:lnTo>
                    <a:pt x="995008" y="476740"/>
                  </a:lnTo>
                  <a:lnTo>
                    <a:pt x="961841" y="476740"/>
                  </a:lnTo>
                  <a:lnTo>
                    <a:pt x="928674" y="476740"/>
                  </a:lnTo>
                  <a:lnTo>
                    <a:pt x="895507" y="476740"/>
                  </a:lnTo>
                  <a:lnTo>
                    <a:pt x="862340" y="476740"/>
                  </a:lnTo>
                  <a:lnTo>
                    <a:pt x="829173" y="476740"/>
                  </a:lnTo>
                  <a:lnTo>
                    <a:pt x="796007" y="476740"/>
                  </a:lnTo>
                  <a:lnTo>
                    <a:pt x="762840" y="476740"/>
                  </a:lnTo>
                  <a:lnTo>
                    <a:pt x="729673" y="476740"/>
                  </a:lnTo>
                  <a:lnTo>
                    <a:pt x="696506" y="476740"/>
                  </a:lnTo>
                  <a:lnTo>
                    <a:pt x="663339" y="476740"/>
                  </a:lnTo>
                  <a:lnTo>
                    <a:pt x="630172" y="476740"/>
                  </a:lnTo>
                  <a:lnTo>
                    <a:pt x="597005" y="476740"/>
                  </a:lnTo>
                  <a:lnTo>
                    <a:pt x="563838" y="476740"/>
                  </a:lnTo>
                  <a:lnTo>
                    <a:pt x="530671" y="476740"/>
                  </a:lnTo>
                  <a:lnTo>
                    <a:pt x="497504" y="476740"/>
                  </a:lnTo>
                  <a:lnTo>
                    <a:pt x="464337" y="476740"/>
                  </a:lnTo>
                  <a:lnTo>
                    <a:pt x="431170" y="476740"/>
                  </a:lnTo>
                  <a:lnTo>
                    <a:pt x="398003" y="476740"/>
                  </a:lnTo>
                  <a:lnTo>
                    <a:pt x="364836" y="476740"/>
                  </a:lnTo>
                  <a:lnTo>
                    <a:pt x="331669" y="476740"/>
                  </a:lnTo>
                  <a:lnTo>
                    <a:pt x="298502" y="476740"/>
                  </a:lnTo>
                  <a:lnTo>
                    <a:pt x="265335" y="476740"/>
                  </a:lnTo>
                  <a:lnTo>
                    <a:pt x="232168" y="476740"/>
                  </a:lnTo>
                  <a:lnTo>
                    <a:pt x="199001" y="476740"/>
                  </a:lnTo>
                  <a:lnTo>
                    <a:pt x="165834" y="476740"/>
                  </a:lnTo>
                  <a:lnTo>
                    <a:pt x="132667" y="476740"/>
                  </a:lnTo>
                  <a:lnTo>
                    <a:pt x="99500" y="476740"/>
                  </a:lnTo>
                  <a:lnTo>
                    <a:pt x="66333" y="476740"/>
                  </a:lnTo>
                  <a:lnTo>
                    <a:pt x="33166" y="476740"/>
                  </a:lnTo>
                  <a:lnTo>
                    <a:pt x="0" y="4767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1271887" y="4533529"/>
              <a:ext cx="6600224" cy="660422"/>
            </a:xfrm>
            <a:custGeom>
              <a:avLst/>
              <a:pathLst>
                <a:path w="6600224" h="660422">
                  <a:moveTo>
                    <a:pt x="0" y="584521"/>
                  </a:moveTo>
                  <a:lnTo>
                    <a:pt x="33166" y="588140"/>
                  </a:lnTo>
                  <a:lnTo>
                    <a:pt x="66333" y="591669"/>
                  </a:lnTo>
                  <a:lnTo>
                    <a:pt x="99500" y="595106"/>
                  </a:lnTo>
                  <a:lnTo>
                    <a:pt x="132667" y="598453"/>
                  </a:lnTo>
                  <a:lnTo>
                    <a:pt x="165834" y="601710"/>
                  </a:lnTo>
                  <a:lnTo>
                    <a:pt x="199001" y="604877"/>
                  </a:lnTo>
                  <a:lnTo>
                    <a:pt x="232168" y="607954"/>
                  </a:lnTo>
                  <a:lnTo>
                    <a:pt x="265335" y="610940"/>
                  </a:lnTo>
                  <a:lnTo>
                    <a:pt x="298502" y="613838"/>
                  </a:lnTo>
                  <a:lnTo>
                    <a:pt x="331669" y="616646"/>
                  </a:lnTo>
                  <a:lnTo>
                    <a:pt x="364836" y="619364"/>
                  </a:lnTo>
                  <a:lnTo>
                    <a:pt x="398003" y="621994"/>
                  </a:lnTo>
                  <a:lnTo>
                    <a:pt x="431170" y="624535"/>
                  </a:lnTo>
                  <a:lnTo>
                    <a:pt x="464337" y="626987"/>
                  </a:lnTo>
                  <a:lnTo>
                    <a:pt x="497504" y="629351"/>
                  </a:lnTo>
                  <a:lnTo>
                    <a:pt x="530671" y="631627"/>
                  </a:lnTo>
                  <a:lnTo>
                    <a:pt x="563838" y="633814"/>
                  </a:lnTo>
                  <a:lnTo>
                    <a:pt x="597005" y="635914"/>
                  </a:lnTo>
                  <a:lnTo>
                    <a:pt x="630172" y="637925"/>
                  </a:lnTo>
                  <a:lnTo>
                    <a:pt x="663339" y="639850"/>
                  </a:lnTo>
                  <a:lnTo>
                    <a:pt x="696506" y="641687"/>
                  </a:lnTo>
                  <a:lnTo>
                    <a:pt x="729673" y="643437"/>
                  </a:lnTo>
                  <a:lnTo>
                    <a:pt x="762840" y="645099"/>
                  </a:lnTo>
                  <a:lnTo>
                    <a:pt x="796007" y="646676"/>
                  </a:lnTo>
                  <a:lnTo>
                    <a:pt x="829173" y="648165"/>
                  </a:lnTo>
                  <a:lnTo>
                    <a:pt x="862340" y="649568"/>
                  </a:lnTo>
                  <a:lnTo>
                    <a:pt x="895507" y="650885"/>
                  </a:lnTo>
                  <a:lnTo>
                    <a:pt x="928674" y="652116"/>
                  </a:lnTo>
                  <a:lnTo>
                    <a:pt x="961841" y="653261"/>
                  </a:lnTo>
                  <a:lnTo>
                    <a:pt x="995008" y="654321"/>
                  </a:lnTo>
                  <a:lnTo>
                    <a:pt x="1028175" y="655295"/>
                  </a:lnTo>
                  <a:lnTo>
                    <a:pt x="1061342" y="656183"/>
                  </a:lnTo>
                  <a:lnTo>
                    <a:pt x="1094509" y="656987"/>
                  </a:lnTo>
                  <a:lnTo>
                    <a:pt x="1127676" y="657706"/>
                  </a:lnTo>
                  <a:lnTo>
                    <a:pt x="1160843" y="658340"/>
                  </a:lnTo>
                  <a:lnTo>
                    <a:pt x="1194010" y="658889"/>
                  </a:lnTo>
                  <a:lnTo>
                    <a:pt x="1227177" y="659354"/>
                  </a:lnTo>
                  <a:lnTo>
                    <a:pt x="1260344" y="659735"/>
                  </a:lnTo>
                  <a:lnTo>
                    <a:pt x="1293511" y="660032"/>
                  </a:lnTo>
                  <a:lnTo>
                    <a:pt x="1326678" y="660246"/>
                  </a:lnTo>
                  <a:lnTo>
                    <a:pt x="1359845" y="660375"/>
                  </a:lnTo>
                  <a:lnTo>
                    <a:pt x="1393012" y="660422"/>
                  </a:lnTo>
                  <a:lnTo>
                    <a:pt x="1426179" y="660385"/>
                  </a:lnTo>
                  <a:lnTo>
                    <a:pt x="1459346" y="660265"/>
                  </a:lnTo>
                  <a:lnTo>
                    <a:pt x="1492513" y="660062"/>
                  </a:lnTo>
                  <a:lnTo>
                    <a:pt x="1525680" y="659777"/>
                  </a:lnTo>
                  <a:lnTo>
                    <a:pt x="1558847" y="659409"/>
                  </a:lnTo>
                  <a:lnTo>
                    <a:pt x="1592014" y="658959"/>
                  </a:lnTo>
                  <a:lnTo>
                    <a:pt x="1625181" y="658427"/>
                  </a:lnTo>
                  <a:lnTo>
                    <a:pt x="1658347" y="657812"/>
                  </a:lnTo>
                  <a:lnTo>
                    <a:pt x="1691514" y="657117"/>
                  </a:lnTo>
                  <a:lnTo>
                    <a:pt x="1724681" y="656339"/>
                  </a:lnTo>
                  <a:lnTo>
                    <a:pt x="1757848" y="655481"/>
                  </a:lnTo>
                  <a:lnTo>
                    <a:pt x="1791015" y="654541"/>
                  </a:lnTo>
                  <a:lnTo>
                    <a:pt x="1824182" y="653520"/>
                  </a:lnTo>
                  <a:lnTo>
                    <a:pt x="1857349" y="652418"/>
                  </a:lnTo>
                  <a:lnTo>
                    <a:pt x="1890516" y="651236"/>
                  </a:lnTo>
                  <a:lnTo>
                    <a:pt x="1923683" y="649967"/>
                  </a:lnTo>
                  <a:lnTo>
                    <a:pt x="1956850" y="648582"/>
                  </a:lnTo>
                  <a:lnTo>
                    <a:pt x="1990017" y="647080"/>
                  </a:lnTo>
                  <a:lnTo>
                    <a:pt x="2023184" y="645464"/>
                  </a:lnTo>
                  <a:lnTo>
                    <a:pt x="2056351" y="643736"/>
                  </a:lnTo>
                  <a:lnTo>
                    <a:pt x="2089518" y="641899"/>
                  </a:lnTo>
                  <a:lnTo>
                    <a:pt x="2122685" y="639956"/>
                  </a:lnTo>
                  <a:lnTo>
                    <a:pt x="2155852" y="637911"/>
                  </a:lnTo>
                  <a:lnTo>
                    <a:pt x="2189019" y="635765"/>
                  </a:lnTo>
                  <a:lnTo>
                    <a:pt x="2222186" y="633521"/>
                  </a:lnTo>
                  <a:lnTo>
                    <a:pt x="2255353" y="631183"/>
                  </a:lnTo>
                  <a:lnTo>
                    <a:pt x="2288520" y="628753"/>
                  </a:lnTo>
                  <a:lnTo>
                    <a:pt x="2321687" y="626234"/>
                  </a:lnTo>
                  <a:lnTo>
                    <a:pt x="2354854" y="623629"/>
                  </a:lnTo>
                  <a:lnTo>
                    <a:pt x="2388021" y="620940"/>
                  </a:lnTo>
                  <a:lnTo>
                    <a:pt x="2421188" y="618171"/>
                  </a:lnTo>
                  <a:lnTo>
                    <a:pt x="2454355" y="615323"/>
                  </a:lnTo>
                  <a:lnTo>
                    <a:pt x="2487521" y="612401"/>
                  </a:lnTo>
                  <a:lnTo>
                    <a:pt x="2520688" y="609406"/>
                  </a:lnTo>
                  <a:lnTo>
                    <a:pt x="2553855" y="606164"/>
                  </a:lnTo>
                  <a:lnTo>
                    <a:pt x="2587022" y="602574"/>
                  </a:lnTo>
                  <a:lnTo>
                    <a:pt x="2620189" y="598683"/>
                  </a:lnTo>
                  <a:lnTo>
                    <a:pt x="2653356" y="594538"/>
                  </a:lnTo>
                  <a:lnTo>
                    <a:pt x="2686523" y="590186"/>
                  </a:lnTo>
                  <a:lnTo>
                    <a:pt x="2719690" y="585673"/>
                  </a:lnTo>
                  <a:lnTo>
                    <a:pt x="2752857" y="581047"/>
                  </a:lnTo>
                  <a:lnTo>
                    <a:pt x="2786024" y="576354"/>
                  </a:lnTo>
                  <a:lnTo>
                    <a:pt x="2819191" y="571642"/>
                  </a:lnTo>
                  <a:lnTo>
                    <a:pt x="2852358" y="566956"/>
                  </a:lnTo>
                  <a:lnTo>
                    <a:pt x="2885525" y="562345"/>
                  </a:lnTo>
                  <a:lnTo>
                    <a:pt x="2918692" y="557854"/>
                  </a:lnTo>
                  <a:lnTo>
                    <a:pt x="2951859" y="553434"/>
                  </a:lnTo>
                  <a:lnTo>
                    <a:pt x="2985026" y="548472"/>
                  </a:lnTo>
                  <a:lnTo>
                    <a:pt x="3018193" y="542944"/>
                  </a:lnTo>
                  <a:lnTo>
                    <a:pt x="3051360" y="536963"/>
                  </a:lnTo>
                  <a:lnTo>
                    <a:pt x="3084527" y="530639"/>
                  </a:lnTo>
                  <a:lnTo>
                    <a:pt x="3117694" y="524084"/>
                  </a:lnTo>
                  <a:lnTo>
                    <a:pt x="3150861" y="517410"/>
                  </a:lnTo>
                  <a:lnTo>
                    <a:pt x="3184028" y="510729"/>
                  </a:lnTo>
                  <a:lnTo>
                    <a:pt x="3217195" y="504151"/>
                  </a:lnTo>
                  <a:lnTo>
                    <a:pt x="3250362" y="497790"/>
                  </a:lnTo>
                  <a:lnTo>
                    <a:pt x="3283529" y="491755"/>
                  </a:lnTo>
                  <a:lnTo>
                    <a:pt x="3316695" y="486159"/>
                  </a:lnTo>
                  <a:lnTo>
                    <a:pt x="3349862" y="481114"/>
                  </a:lnTo>
                  <a:lnTo>
                    <a:pt x="3383029" y="476132"/>
                  </a:lnTo>
                  <a:lnTo>
                    <a:pt x="3416196" y="470535"/>
                  </a:lnTo>
                  <a:lnTo>
                    <a:pt x="3449363" y="464459"/>
                  </a:lnTo>
                  <a:lnTo>
                    <a:pt x="3482530" y="458044"/>
                  </a:lnTo>
                  <a:lnTo>
                    <a:pt x="3515697" y="451432"/>
                  </a:lnTo>
                  <a:lnTo>
                    <a:pt x="3548864" y="444763"/>
                  </a:lnTo>
                  <a:lnTo>
                    <a:pt x="3582031" y="438178"/>
                  </a:lnTo>
                  <a:lnTo>
                    <a:pt x="3615198" y="431818"/>
                  </a:lnTo>
                  <a:lnTo>
                    <a:pt x="3648365" y="425824"/>
                  </a:lnTo>
                  <a:lnTo>
                    <a:pt x="3681532" y="420336"/>
                  </a:lnTo>
                  <a:lnTo>
                    <a:pt x="3714699" y="415496"/>
                  </a:lnTo>
                  <a:lnTo>
                    <a:pt x="3747866" y="411358"/>
                  </a:lnTo>
                  <a:lnTo>
                    <a:pt x="3781033" y="407350"/>
                  </a:lnTo>
                  <a:lnTo>
                    <a:pt x="3814200" y="403348"/>
                  </a:lnTo>
                  <a:lnTo>
                    <a:pt x="3847367" y="399371"/>
                  </a:lnTo>
                  <a:lnTo>
                    <a:pt x="3880534" y="395433"/>
                  </a:lnTo>
                  <a:lnTo>
                    <a:pt x="3913701" y="391552"/>
                  </a:lnTo>
                  <a:lnTo>
                    <a:pt x="3946868" y="387743"/>
                  </a:lnTo>
                  <a:lnTo>
                    <a:pt x="3980035" y="384023"/>
                  </a:lnTo>
                  <a:lnTo>
                    <a:pt x="4013202" y="380408"/>
                  </a:lnTo>
                  <a:lnTo>
                    <a:pt x="4046369" y="376914"/>
                  </a:lnTo>
                  <a:lnTo>
                    <a:pt x="4079536" y="373558"/>
                  </a:lnTo>
                  <a:lnTo>
                    <a:pt x="4112703" y="370355"/>
                  </a:lnTo>
                  <a:lnTo>
                    <a:pt x="4145869" y="367323"/>
                  </a:lnTo>
                  <a:lnTo>
                    <a:pt x="4179036" y="364477"/>
                  </a:lnTo>
                  <a:lnTo>
                    <a:pt x="4212203" y="361834"/>
                  </a:lnTo>
                  <a:lnTo>
                    <a:pt x="4245370" y="359391"/>
                  </a:lnTo>
                  <a:lnTo>
                    <a:pt x="4278537" y="357125"/>
                  </a:lnTo>
                  <a:lnTo>
                    <a:pt x="4311704" y="355017"/>
                  </a:lnTo>
                  <a:lnTo>
                    <a:pt x="4344871" y="353051"/>
                  </a:lnTo>
                  <a:lnTo>
                    <a:pt x="4378038" y="351207"/>
                  </a:lnTo>
                  <a:lnTo>
                    <a:pt x="4411205" y="349470"/>
                  </a:lnTo>
                  <a:lnTo>
                    <a:pt x="4444372" y="347821"/>
                  </a:lnTo>
                  <a:lnTo>
                    <a:pt x="4477539" y="346242"/>
                  </a:lnTo>
                  <a:lnTo>
                    <a:pt x="4510706" y="344717"/>
                  </a:lnTo>
                  <a:lnTo>
                    <a:pt x="4543873" y="343228"/>
                  </a:lnTo>
                  <a:lnTo>
                    <a:pt x="4577040" y="341756"/>
                  </a:lnTo>
                  <a:lnTo>
                    <a:pt x="4610207" y="340285"/>
                  </a:lnTo>
                  <a:lnTo>
                    <a:pt x="4643374" y="338796"/>
                  </a:lnTo>
                  <a:lnTo>
                    <a:pt x="4676541" y="337273"/>
                  </a:lnTo>
                  <a:lnTo>
                    <a:pt x="4709708" y="335698"/>
                  </a:lnTo>
                  <a:lnTo>
                    <a:pt x="4742875" y="334052"/>
                  </a:lnTo>
                  <a:lnTo>
                    <a:pt x="4776042" y="332319"/>
                  </a:lnTo>
                  <a:lnTo>
                    <a:pt x="4809209" y="330481"/>
                  </a:lnTo>
                  <a:lnTo>
                    <a:pt x="4842376" y="328521"/>
                  </a:lnTo>
                  <a:lnTo>
                    <a:pt x="4875543" y="326420"/>
                  </a:lnTo>
                  <a:lnTo>
                    <a:pt x="4908710" y="324161"/>
                  </a:lnTo>
                  <a:lnTo>
                    <a:pt x="4941876" y="321732"/>
                  </a:lnTo>
                  <a:lnTo>
                    <a:pt x="4975043" y="319131"/>
                  </a:lnTo>
                  <a:lnTo>
                    <a:pt x="5008210" y="316358"/>
                  </a:lnTo>
                  <a:lnTo>
                    <a:pt x="5041377" y="313415"/>
                  </a:lnTo>
                  <a:lnTo>
                    <a:pt x="5074544" y="310303"/>
                  </a:lnTo>
                  <a:lnTo>
                    <a:pt x="5107711" y="307023"/>
                  </a:lnTo>
                  <a:lnTo>
                    <a:pt x="5140878" y="303575"/>
                  </a:lnTo>
                  <a:lnTo>
                    <a:pt x="5174045" y="299960"/>
                  </a:lnTo>
                  <a:lnTo>
                    <a:pt x="5207212" y="296180"/>
                  </a:lnTo>
                  <a:lnTo>
                    <a:pt x="5240379" y="292235"/>
                  </a:lnTo>
                  <a:lnTo>
                    <a:pt x="5273546" y="288127"/>
                  </a:lnTo>
                  <a:lnTo>
                    <a:pt x="5306713" y="283855"/>
                  </a:lnTo>
                  <a:lnTo>
                    <a:pt x="5339880" y="279422"/>
                  </a:lnTo>
                  <a:lnTo>
                    <a:pt x="5373047" y="274828"/>
                  </a:lnTo>
                  <a:lnTo>
                    <a:pt x="5406214" y="270073"/>
                  </a:lnTo>
                  <a:lnTo>
                    <a:pt x="5439381" y="265159"/>
                  </a:lnTo>
                  <a:lnTo>
                    <a:pt x="5472548" y="260087"/>
                  </a:lnTo>
                  <a:lnTo>
                    <a:pt x="5505715" y="254858"/>
                  </a:lnTo>
                  <a:lnTo>
                    <a:pt x="5538882" y="249472"/>
                  </a:lnTo>
                  <a:lnTo>
                    <a:pt x="5572049" y="243931"/>
                  </a:lnTo>
                  <a:lnTo>
                    <a:pt x="5605216" y="238235"/>
                  </a:lnTo>
                  <a:lnTo>
                    <a:pt x="5638383" y="232385"/>
                  </a:lnTo>
                  <a:lnTo>
                    <a:pt x="5671550" y="226382"/>
                  </a:lnTo>
                  <a:lnTo>
                    <a:pt x="5704717" y="220228"/>
                  </a:lnTo>
                  <a:lnTo>
                    <a:pt x="5737884" y="213923"/>
                  </a:lnTo>
                  <a:lnTo>
                    <a:pt x="5771050" y="207467"/>
                  </a:lnTo>
                  <a:lnTo>
                    <a:pt x="5804217" y="200863"/>
                  </a:lnTo>
                  <a:lnTo>
                    <a:pt x="5837384" y="194110"/>
                  </a:lnTo>
                  <a:lnTo>
                    <a:pt x="5870551" y="187210"/>
                  </a:lnTo>
                  <a:lnTo>
                    <a:pt x="5903718" y="180164"/>
                  </a:lnTo>
                  <a:lnTo>
                    <a:pt x="5936885" y="172972"/>
                  </a:lnTo>
                  <a:lnTo>
                    <a:pt x="5970052" y="165636"/>
                  </a:lnTo>
                  <a:lnTo>
                    <a:pt x="6003219" y="158156"/>
                  </a:lnTo>
                  <a:lnTo>
                    <a:pt x="6036386" y="150533"/>
                  </a:lnTo>
                  <a:lnTo>
                    <a:pt x="6069553" y="142768"/>
                  </a:lnTo>
                  <a:lnTo>
                    <a:pt x="6102720" y="134863"/>
                  </a:lnTo>
                  <a:lnTo>
                    <a:pt x="6135887" y="126818"/>
                  </a:lnTo>
                  <a:lnTo>
                    <a:pt x="6169054" y="118633"/>
                  </a:lnTo>
                  <a:lnTo>
                    <a:pt x="6202221" y="110311"/>
                  </a:lnTo>
                  <a:lnTo>
                    <a:pt x="6235388" y="101851"/>
                  </a:lnTo>
                  <a:lnTo>
                    <a:pt x="6268555" y="93255"/>
                  </a:lnTo>
                  <a:lnTo>
                    <a:pt x="6301722" y="84523"/>
                  </a:lnTo>
                  <a:lnTo>
                    <a:pt x="6334889" y="75658"/>
                  </a:lnTo>
                  <a:lnTo>
                    <a:pt x="6368056" y="66658"/>
                  </a:lnTo>
                  <a:lnTo>
                    <a:pt x="6401223" y="57526"/>
                  </a:lnTo>
                  <a:lnTo>
                    <a:pt x="6434390" y="48262"/>
                  </a:lnTo>
                  <a:lnTo>
                    <a:pt x="6467557" y="38868"/>
                  </a:lnTo>
                  <a:lnTo>
                    <a:pt x="6500724" y="29343"/>
                  </a:lnTo>
                  <a:lnTo>
                    <a:pt x="6533891" y="19690"/>
                  </a:lnTo>
                  <a:lnTo>
                    <a:pt x="6567058" y="9908"/>
                  </a:lnTo>
                  <a:lnTo>
                    <a:pt x="6600224" y="0"/>
                  </a:lnTo>
                </a:path>
              </a:pathLst>
            </a:custGeom>
            <a:ln w="46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tx46"/>
            <p:cNvSpPr/>
            <p:nvPr/>
          </p:nvSpPr>
          <p:spPr>
            <a:xfrm>
              <a:off x="817066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430439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4887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4887" y="25546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2708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264753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264753" y="459601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264753" y="401277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264753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264753" y="284629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8264753" y="226305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125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264753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114144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18748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260816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334152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07488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857937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56020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29356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02692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776028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1950323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455459" y="3419472"/>
              <a:ext cx="20647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  (carboplatin ±20%)</a:t>
              </a:r>
            </a:p>
          </p:txBody>
        </p:sp>
        <p:sp>
          <p:nvSpPr>
            <p:cNvPr id="70" name="tx70"/>
            <p:cNvSpPr/>
            <p:nvPr/>
          </p:nvSpPr>
          <p:spPr>
            <a:xfrm rot="5400000">
              <a:off x="7864385" y="3419472"/>
              <a:ext cx="140543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Number of participants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941876" y="1367948"/>
              <a:ext cx="394097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Black line = % overdosed (left axis) · bars = distribution (right axis) · N = 1,200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219303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34444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46958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94721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1719860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7188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0524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73860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47196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67203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40539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3875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87211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941876" y="5149314"/>
              <a:ext cx="330011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71887" y="5149314"/>
              <a:ext cx="366679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38566" y="4846029"/>
              <a:ext cx="366679" cy="37327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005245" y="4589403"/>
              <a:ext cx="366679" cy="62989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371925" y="4519414"/>
              <a:ext cx="366679" cy="6998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738604" y="4006163"/>
              <a:ext cx="366679" cy="121314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3105283" y="3189626"/>
              <a:ext cx="366679" cy="20296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471962" y="2979660"/>
              <a:ext cx="366679" cy="223964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838641" y="2093134"/>
              <a:ext cx="366679" cy="312616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4205320" y="2023145"/>
              <a:ext cx="366679" cy="319615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572000" y="1929827"/>
              <a:ext cx="366679" cy="32894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938679" y="2373089"/>
              <a:ext cx="366679" cy="284621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305358" y="2863011"/>
              <a:ext cx="366679" cy="2356291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672037" y="3562900"/>
              <a:ext cx="366679" cy="165640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038716" y="3772867"/>
              <a:ext cx="366679" cy="14464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405395" y="4262789"/>
              <a:ext cx="366679" cy="95651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772074" y="4449426"/>
              <a:ext cx="366679" cy="76987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38754" y="4799370"/>
              <a:ext cx="366679" cy="41993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505433" y="5032666"/>
              <a:ext cx="366679" cy="1866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872112" y="5009336"/>
              <a:ext cx="330011" cy="20996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1271887" y="4864080"/>
              <a:ext cx="6600224" cy="355222"/>
            </a:xfrm>
            <a:custGeom>
              <a:avLst/>
              <a:pathLst>
                <a:path w="6600224" h="355222">
                  <a:moveTo>
                    <a:pt x="0" y="0"/>
                  </a:moveTo>
                  <a:lnTo>
                    <a:pt x="33166" y="9473"/>
                  </a:lnTo>
                  <a:lnTo>
                    <a:pt x="66333" y="18767"/>
                  </a:lnTo>
                  <a:lnTo>
                    <a:pt x="99500" y="27879"/>
                  </a:lnTo>
                  <a:lnTo>
                    <a:pt x="132667" y="36810"/>
                  </a:lnTo>
                  <a:lnTo>
                    <a:pt x="165834" y="45559"/>
                  </a:lnTo>
                  <a:lnTo>
                    <a:pt x="199001" y="54124"/>
                  </a:lnTo>
                  <a:lnTo>
                    <a:pt x="232168" y="62505"/>
                  </a:lnTo>
                  <a:lnTo>
                    <a:pt x="265335" y="70700"/>
                  </a:lnTo>
                  <a:lnTo>
                    <a:pt x="298502" y="78709"/>
                  </a:lnTo>
                  <a:lnTo>
                    <a:pt x="331669" y="86532"/>
                  </a:lnTo>
                  <a:lnTo>
                    <a:pt x="364836" y="94165"/>
                  </a:lnTo>
                  <a:lnTo>
                    <a:pt x="398003" y="101610"/>
                  </a:lnTo>
                  <a:lnTo>
                    <a:pt x="431170" y="108864"/>
                  </a:lnTo>
                  <a:lnTo>
                    <a:pt x="464337" y="115927"/>
                  </a:lnTo>
                  <a:lnTo>
                    <a:pt x="497504" y="122798"/>
                  </a:lnTo>
                  <a:lnTo>
                    <a:pt x="530671" y="129474"/>
                  </a:lnTo>
                  <a:lnTo>
                    <a:pt x="563838" y="135956"/>
                  </a:lnTo>
                  <a:lnTo>
                    <a:pt x="597005" y="142241"/>
                  </a:lnTo>
                  <a:lnTo>
                    <a:pt x="630172" y="148329"/>
                  </a:lnTo>
                  <a:lnTo>
                    <a:pt x="663339" y="154218"/>
                  </a:lnTo>
                  <a:lnTo>
                    <a:pt x="696506" y="159908"/>
                  </a:lnTo>
                  <a:lnTo>
                    <a:pt x="729673" y="165395"/>
                  </a:lnTo>
                  <a:lnTo>
                    <a:pt x="762840" y="170681"/>
                  </a:lnTo>
                  <a:lnTo>
                    <a:pt x="796007" y="175762"/>
                  </a:lnTo>
                  <a:lnTo>
                    <a:pt x="829173" y="180637"/>
                  </a:lnTo>
                  <a:lnTo>
                    <a:pt x="862340" y="185306"/>
                  </a:lnTo>
                  <a:lnTo>
                    <a:pt x="895507" y="189767"/>
                  </a:lnTo>
                  <a:lnTo>
                    <a:pt x="928674" y="194019"/>
                  </a:lnTo>
                  <a:lnTo>
                    <a:pt x="961841" y="198060"/>
                  </a:lnTo>
                  <a:lnTo>
                    <a:pt x="995008" y="201889"/>
                  </a:lnTo>
                  <a:lnTo>
                    <a:pt x="1028175" y="205506"/>
                  </a:lnTo>
                  <a:lnTo>
                    <a:pt x="1061342" y="208910"/>
                  </a:lnTo>
                  <a:lnTo>
                    <a:pt x="1094509" y="212099"/>
                  </a:lnTo>
                  <a:lnTo>
                    <a:pt x="1127676" y="215073"/>
                  </a:lnTo>
                  <a:lnTo>
                    <a:pt x="1160843" y="217832"/>
                  </a:lnTo>
                  <a:lnTo>
                    <a:pt x="1194010" y="220376"/>
                  </a:lnTo>
                  <a:lnTo>
                    <a:pt x="1227177" y="222704"/>
                  </a:lnTo>
                  <a:lnTo>
                    <a:pt x="1260344" y="224819"/>
                  </a:lnTo>
                  <a:lnTo>
                    <a:pt x="1293511" y="226719"/>
                  </a:lnTo>
                  <a:lnTo>
                    <a:pt x="1326678" y="228407"/>
                  </a:lnTo>
                  <a:lnTo>
                    <a:pt x="1359845" y="229885"/>
                  </a:lnTo>
                  <a:lnTo>
                    <a:pt x="1393012" y="231154"/>
                  </a:lnTo>
                  <a:lnTo>
                    <a:pt x="1426179" y="232218"/>
                  </a:lnTo>
                  <a:lnTo>
                    <a:pt x="1459346" y="233080"/>
                  </a:lnTo>
                  <a:lnTo>
                    <a:pt x="1492513" y="233742"/>
                  </a:lnTo>
                  <a:lnTo>
                    <a:pt x="1525680" y="234210"/>
                  </a:lnTo>
                  <a:lnTo>
                    <a:pt x="1558847" y="234488"/>
                  </a:lnTo>
                  <a:lnTo>
                    <a:pt x="1592014" y="234581"/>
                  </a:lnTo>
                  <a:lnTo>
                    <a:pt x="1625181" y="234495"/>
                  </a:lnTo>
                  <a:lnTo>
                    <a:pt x="1658347" y="234235"/>
                  </a:lnTo>
                  <a:lnTo>
                    <a:pt x="1691514" y="233808"/>
                  </a:lnTo>
                  <a:lnTo>
                    <a:pt x="1724681" y="233220"/>
                  </a:lnTo>
                  <a:lnTo>
                    <a:pt x="1757848" y="232477"/>
                  </a:lnTo>
                  <a:lnTo>
                    <a:pt x="1791015" y="231586"/>
                  </a:lnTo>
                  <a:lnTo>
                    <a:pt x="1824182" y="230553"/>
                  </a:lnTo>
                  <a:lnTo>
                    <a:pt x="1857349" y="229385"/>
                  </a:lnTo>
                  <a:lnTo>
                    <a:pt x="1890516" y="228086"/>
                  </a:lnTo>
                  <a:lnTo>
                    <a:pt x="1923683" y="226654"/>
                  </a:lnTo>
                  <a:lnTo>
                    <a:pt x="1956850" y="225044"/>
                  </a:lnTo>
                  <a:lnTo>
                    <a:pt x="1990017" y="223264"/>
                  </a:lnTo>
                  <a:lnTo>
                    <a:pt x="2023184" y="221326"/>
                  </a:lnTo>
                  <a:lnTo>
                    <a:pt x="2056351" y="219241"/>
                  </a:lnTo>
                  <a:lnTo>
                    <a:pt x="2089518" y="217021"/>
                  </a:lnTo>
                  <a:lnTo>
                    <a:pt x="2122685" y="214676"/>
                  </a:lnTo>
                  <a:lnTo>
                    <a:pt x="2155852" y="212217"/>
                  </a:lnTo>
                  <a:lnTo>
                    <a:pt x="2189019" y="209654"/>
                  </a:lnTo>
                  <a:lnTo>
                    <a:pt x="2222186" y="206999"/>
                  </a:lnTo>
                  <a:lnTo>
                    <a:pt x="2255353" y="204263"/>
                  </a:lnTo>
                  <a:lnTo>
                    <a:pt x="2288520" y="201458"/>
                  </a:lnTo>
                  <a:lnTo>
                    <a:pt x="2321687" y="198598"/>
                  </a:lnTo>
                  <a:lnTo>
                    <a:pt x="2354854" y="195694"/>
                  </a:lnTo>
                  <a:lnTo>
                    <a:pt x="2388021" y="192762"/>
                  </a:lnTo>
                  <a:lnTo>
                    <a:pt x="2421188" y="189817"/>
                  </a:lnTo>
                  <a:lnTo>
                    <a:pt x="2454355" y="186873"/>
                  </a:lnTo>
                  <a:lnTo>
                    <a:pt x="2487521" y="183948"/>
                  </a:lnTo>
                  <a:lnTo>
                    <a:pt x="2520688" y="181057"/>
                  </a:lnTo>
                  <a:lnTo>
                    <a:pt x="2553855" y="177944"/>
                  </a:lnTo>
                  <a:lnTo>
                    <a:pt x="2587022" y="174438"/>
                  </a:lnTo>
                  <a:lnTo>
                    <a:pt x="2620189" y="170585"/>
                  </a:lnTo>
                  <a:lnTo>
                    <a:pt x="2653356" y="166432"/>
                  </a:lnTo>
                  <a:lnTo>
                    <a:pt x="2686523" y="162028"/>
                  </a:lnTo>
                  <a:lnTo>
                    <a:pt x="2719690" y="157435"/>
                  </a:lnTo>
                  <a:lnTo>
                    <a:pt x="2752857" y="152722"/>
                  </a:lnTo>
                  <a:lnTo>
                    <a:pt x="2786024" y="147972"/>
                  </a:lnTo>
                  <a:lnTo>
                    <a:pt x="2819191" y="143281"/>
                  </a:lnTo>
                  <a:lnTo>
                    <a:pt x="2852358" y="138756"/>
                  </a:lnTo>
                  <a:lnTo>
                    <a:pt x="2885525" y="134514"/>
                  </a:lnTo>
                  <a:lnTo>
                    <a:pt x="2918692" y="130680"/>
                  </a:lnTo>
                  <a:lnTo>
                    <a:pt x="2951859" y="127298"/>
                  </a:lnTo>
                  <a:lnTo>
                    <a:pt x="2985026" y="123862"/>
                  </a:lnTo>
                  <a:lnTo>
                    <a:pt x="3018193" y="120272"/>
                  </a:lnTo>
                  <a:lnTo>
                    <a:pt x="3051360" y="116533"/>
                  </a:lnTo>
                  <a:lnTo>
                    <a:pt x="3084527" y="112656"/>
                  </a:lnTo>
                  <a:lnTo>
                    <a:pt x="3117694" y="108662"/>
                  </a:lnTo>
                  <a:lnTo>
                    <a:pt x="3150861" y="104588"/>
                  </a:lnTo>
                  <a:lnTo>
                    <a:pt x="3184028" y="100489"/>
                  </a:lnTo>
                  <a:lnTo>
                    <a:pt x="3217195" y="96441"/>
                  </a:lnTo>
                  <a:lnTo>
                    <a:pt x="3250362" y="92535"/>
                  </a:lnTo>
                  <a:lnTo>
                    <a:pt x="3283529" y="88879"/>
                  </a:lnTo>
                  <a:lnTo>
                    <a:pt x="3316695" y="85589"/>
                  </a:lnTo>
                  <a:lnTo>
                    <a:pt x="3349862" y="82785"/>
                  </a:lnTo>
                  <a:lnTo>
                    <a:pt x="3383029" y="80347"/>
                  </a:lnTo>
                  <a:lnTo>
                    <a:pt x="3416196" y="77970"/>
                  </a:lnTo>
                  <a:lnTo>
                    <a:pt x="3449363" y="75608"/>
                  </a:lnTo>
                  <a:lnTo>
                    <a:pt x="3482530" y="73223"/>
                  </a:lnTo>
                  <a:lnTo>
                    <a:pt x="3515697" y="70792"/>
                  </a:lnTo>
                  <a:lnTo>
                    <a:pt x="3548864" y="68312"/>
                  </a:lnTo>
                  <a:lnTo>
                    <a:pt x="3582031" y="65804"/>
                  </a:lnTo>
                  <a:lnTo>
                    <a:pt x="3615198" y="63316"/>
                  </a:lnTo>
                  <a:lnTo>
                    <a:pt x="3648365" y="60915"/>
                  </a:lnTo>
                  <a:lnTo>
                    <a:pt x="3681532" y="58686"/>
                  </a:lnTo>
                  <a:lnTo>
                    <a:pt x="3714699" y="56724"/>
                  </a:lnTo>
                  <a:lnTo>
                    <a:pt x="3747866" y="55092"/>
                  </a:lnTo>
                  <a:lnTo>
                    <a:pt x="3781033" y="53599"/>
                  </a:lnTo>
                  <a:lnTo>
                    <a:pt x="3814200" y="52172"/>
                  </a:lnTo>
                  <a:lnTo>
                    <a:pt x="3847367" y="50786"/>
                  </a:lnTo>
                  <a:lnTo>
                    <a:pt x="3880534" y="49420"/>
                  </a:lnTo>
                  <a:lnTo>
                    <a:pt x="3913701" y="48061"/>
                  </a:lnTo>
                  <a:lnTo>
                    <a:pt x="3946868" y="46704"/>
                  </a:lnTo>
                  <a:lnTo>
                    <a:pt x="3980035" y="45355"/>
                  </a:lnTo>
                  <a:lnTo>
                    <a:pt x="4013202" y="44029"/>
                  </a:lnTo>
                  <a:lnTo>
                    <a:pt x="4046369" y="42752"/>
                  </a:lnTo>
                  <a:lnTo>
                    <a:pt x="4079536" y="41560"/>
                  </a:lnTo>
                  <a:lnTo>
                    <a:pt x="4112703" y="40492"/>
                  </a:lnTo>
                  <a:lnTo>
                    <a:pt x="4145869" y="39595"/>
                  </a:lnTo>
                  <a:lnTo>
                    <a:pt x="4179036" y="38916"/>
                  </a:lnTo>
                  <a:lnTo>
                    <a:pt x="4212203" y="38500"/>
                  </a:lnTo>
                  <a:lnTo>
                    <a:pt x="4245370" y="38332"/>
                  </a:lnTo>
                  <a:lnTo>
                    <a:pt x="4278537" y="38349"/>
                  </a:lnTo>
                  <a:lnTo>
                    <a:pt x="4311704" y="38531"/>
                  </a:lnTo>
                  <a:lnTo>
                    <a:pt x="4344871" y="38855"/>
                  </a:lnTo>
                  <a:lnTo>
                    <a:pt x="4378038" y="39302"/>
                  </a:lnTo>
                  <a:lnTo>
                    <a:pt x="4411205" y="39853"/>
                  </a:lnTo>
                  <a:lnTo>
                    <a:pt x="4444372" y="40491"/>
                  </a:lnTo>
                  <a:lnTo>
                    <a:pt x="4477539" y="41199"/>
                  </a:lnTo>
                  <a:lnTo>
                    <a:pt x="4510706" y="41963"/>
                  </a:lnTo>
                  <a:lnTo>
                    <a:pt x="4543873" y="42770"/>
                  </a:lnTo>
                  <a:lnTo>
                    <a:pt x="4577040" y="43610"/>
                  </a:lnTo>
                  <a:lnTo>
                    <a:pt x="4610207" y="44473"/>
                  </a:lnTo>
                  <a:lnTo>
                    <a:pt x="4643374" y="45350"/>
                  </a:lnTo>
                  <a:lnTo>
                    <a:pt x="4676541" y="46235"/>
                  </a:lnTo>
                  <a:lnTo>
                    <a:pt x="4709708" y="47121"/>
                  </a:lnTo>
                  <a:lnTo>
                    <a:pt x="4742875" y="48004"/>
                  </a:lnTo>
                  <a:lnTo>
                    <a:pt x="4776042" y="48878"/>
                  </a:lnTo>
                  <a:lnTo>
                    <a:pt x="4809209" y="49739"/>
                  </a:lnTo>
                  <a:lnTo>
                    <a:pt x="4842376" y="50582"/>
                  </a:lnTo>
                  <a:lnTo>
                    <a:pt x="4875543" y="51402"/>
                  </a:lnTo>
                  <a:lnTo>
                    <a:pt x="4908710" y="52193"/>
                  </a:lnTo>
                  <a:lnTo>
                    <a:pt x="4941876" y="52953"/>
                  </a:lnTo>
                  <a:lnTo>
                    <a:pt x="4975043" y="53685"/>
                  </a:lnTo>
                  <a:lnTo>
                    <a:pt x="5008210" y="54390"/>
                  </a:lnTo>
                  <a:lnTo>
                    <a:pt x="5041377" y="55067"/>
                  </a:lnTo>
                  <a:lnTo>
                    <a:pt x="5074544" y="55715"/>
                  </a:lnTo>
                  <a:lnTo>
                    <a:pt x="5107711" y="56333"/>
                  </a:lnTo>
                  <a:lnTo>
                    <a:pt x="5140878" y="56920"/>
                  </a:lnTo>
                  <a:lnTo>
                    <a:pt x="5174045" y="57472"/>
                  </a:lnTo>
                  <a:lnTo>
                    <a:pt x="5207212" y="57989"/>
                  </a:lnTo>
                  <a:lnTo>
                    <a:pt x="5240379" y="58466"/>
                  </a:lnTo>
                  <a:lnTo>
                    <a:pt x="5273546" y="58902"/>
                  </a:lnTo>
                  <a:lnTo>
                    <a:pt x="5306713" y="59294"/>
                  </a:lnTo>
                  <a:lnTo>
                    <a:pt x="5339880" y="59637"/>
                  </a:lnTo>
                  <a:lnTo>
                    <a:pt x="5373047" y="59928"/>
                  </a:lnTo>
                  <a:lnTo>
                    <a:pt x="5406214" y="60164"/>
                  </a:lnTo>
                  <a:lnTo>
                    <a:pt x="5439381" y="60341"/>
                  </a:lnTo>
                  <a:lnTo>
                    <a:pt x="5472548" y="60455"/>
                  </a:lnTo>
                  <a:lnTo>
                    <a:pt x="5505715" y="60502"/>
                  </a:lnTo>
                  <a:lnTo>
                    <a:pt x="5538882" y="60479"/>
                  </a:lnTo>
                  <a:lnTo>
                    <a:pt x="5572049" y="60382"/>
                  </a:lnTo>
                  <a:lnTo>
                    <a:pt x="5605216" y="60207"/>
                  </a:lnTo>
                  <a:lnTo>
                    <a:pt x="5638383" y="59950"/>
                  </a:lnTo>
                  <a:lnTo>
                    <a:pt x="5671550" y="59608"/>
                  </a:lnTo>
                  <a:lnTo>
                    <a:pt x="5704717" y="59179"/>
                  </a:lnTo>
                  <a:lnTo>
                    <a:pt x="5737884" y="58658"/>
                  </a:lnTo>
                  <a:lnTo>
                    <a:pt x="5771050" y="58043"/>
                  </a:lnTo>
                  <a:lnTo>
                    <a:pt x="5804217" y="57331"/>
                  </a:lnTo>
                  <a:lnTo>
                    <a:pt x="5837384" y="56521"/>
                  </a:lnTo>
                  <a:lnTo>
                    <a:pt x="5870551" y="55609"/>
                  </a:lnTo>
                  <a:lnTo>
                    <a:pt x="5903718" y="54594"/>
                  </a:lnTo>
                  <a:lnTo>
                    <a:pt x="5936885" y="53475"/>
                  </a:lnTo>
                  <a:lnTo>
                    <a:pt x="5970052" y="52249"/>
                  </a:lnTo>
                  <a:lnTo>
                    <a:pt x="6003219" y="50916"/>
                  </a:lnTo>
                  <a:lnTo>
                    <a:pt x="6036386" y="49475"/>
                  </a:lnTo>
                  <a:lnTo>
                    <a:pt x="6069553" y="47924"/>
                  </a:lnTo>
                  <a:lnTo>
                    <a:pt x="6102720" y="46264"/>
                  </a:lnTo>
                  <a:lnTo>
                    <a:pt x="6135887" y="44495"/>
                  </a:lnTo>
                  <a:lnTo>
                    <a:pt x="6169054" y="42615"/>
                  </a:lnTo>
                  <a:lnTo>
                    <a:pt x="6202221" y="40625"/>
                  </a:lnTo>
                  <a:lnTo>
                    <a:pt x="6235388" y="38525"/>
                  </a:lnTo>
                  <a:lnTo>
                    <a:pt x="6268555" y="36316"/>
                  </a:lnTo>
                  <a:lnTo>
                    <a:pt x="6301722" y="33997"/>
                  </a:lnTo>
                  <a:lnTo>
                    <a:pt x="6334889" y="31570"/>
                  </a:lnTo>
                  <a:lnTo>
                    <a:pt x="6368056" y="29034"/>
                  </a:lnTo>
                  <a:lnTo>
                    <a:pt x="6401223" y="26391"/>
                  </a:lnTo>
                  <a:lnTo>
                    <a:pt x="6434390" y="23642"/>
                  </a:lnTo>
                  <a:lnTo>
                    <a:pt x="6467557" y="20786"/>
                  </a:lnTo>
                  <a:lnTo>
                    <a:pt x="6500724" y="17826"/>
                  </a:lnTo>
                  <a:lnTo>
                    <a:pt x="6533891" y="14761"/>
                  </a:lnTo>
                  <a:lnTo>
                    <a:pt x="6567058" y="11593"/>
                  </a:lnTo>
                  <a:lnTo>
                    <a:pt x="6600224" y="8323"/>
                  </a:lnTo>
                  <a:lnTo>
                    <a:pt x="6600224" y="355222"/>
                  </a:lnTo>
                  <a:lnTo>
                    <a:pt x="6567058" y="355222"/>
                  </a:lnTo>
                  <a:lnTo>
                    <a:pt x="6533891" y="355222"/>
                  </a:lnTo>
                  <a:lnTo>
                    <a:pt x="6500724" y="355222"/>
                  </a:lnTo>
                  <a:lnTo>
                    <a:pt x="6467557" y="355222"/>
                  </a:lnTo>
                  <a:lnTo>
                    <a:pt x="6434390" y="352762"/>
                  </a:lnTo>
                  <a:lnTo>
                    <a:pt x="6401223" y="347000"/>
                  </a:lnTo>
                  <a:lnTo>
                    <a:pt x="6368056" y="341370"/>
                  </a:lnTo>
                  <a:lnTo>
                    <a:pt x="6334889" y="335871"/>
                  </a:lnTo>
                  <a:lnTo>
                    <a:pt x="6301722" y="330505"/>
                  </a:lnTo>
                  <a:lnTo>
                    <a:pt x="6268555" y="325270"/>
                  </a:lnTo>
                  <a:lnTo>
                    <a:pt x="6235388" y="320166"/>
                  </a:lnTo>
                  <a:lnTo>
                    <a:pt x="6202221" y="315194"/>
                  </a:lnTo>
                  <a:lnTo>
                    <a:pt x="6169054" y="310353"/>
                  </a:lnTo>
                  <a:lnTo>
                    <a:pt x="6135887" y="305642"/>
                  </a:lnTo>
                  <a:lnTo>
                    <a:pt x="6102720" y="301060"/>
                  </a:lnTo>
                  <a:lnTo>
                    <a:pt x="6069553" y="296608"/>
                  </a:lnTo>
                  <a:lnTo>
                    <a:pt x="6036386" y="292283"/>
                  </a:lnTo>
                  <a:lnTo>
                    <a:pt x="6003219" y="288085"/>
                  </a:lnTo>
                  <a:lnTo>
                    <a:pt x="5970052" y="284012"/>
                  </a:lnTo>
                  <a:lnTo>
                    <a:pt x="5936885" y="280063"/>
                  </a:lnTo>
                  <a:lnTo>
                    <a:pt x="5903718" y="276236"/>
                  </a:lnTo>
                  <a:lnTo>
                    <a:pt x="5870551" y="272528"/>
                  </a:lnTo>
                  <a:lnTo>
                    <a:pt x="5837384" y="268937"/>
                  </a:lnTo>
                  <a:lnTo>
                    <a:pt x="5804217" y="265462"/>
                  </a:lnTo>
                  <a:lnTo>
                    <a:pt x="5771050" y="262098"/>
                  </a:lnTo>
                  <a:lnTo>
                    <a:pt x="5737884" y="258843"/>
                  </a:lnTo>
                  <a:lnTo>
                    <a:pt x="5704717" y="255694"/>
                  </a:lnTo>
                  <a:lnTo>
                    <a:pt x="5671550" y="252647"/>
                  </a:lnTo>
                  <a:lnTo>
                    <a:pt x="5638383" y="249698"/>
                  </a:lnTo>
                  <a:lnTo>
                    <a:pt x="5605216" y="246844"/>
                  </a:lnTo>
                  <a:lnTo>
                    <a:pt x="5572049" y="244080"/>
                  </a:lnTo>
                  <a:lnTo>
                    <a:pt x="5538882" y="241402"/>
                  </a:lnTo>
                  <a:lnTo>
                    <a:pt x="5505715" y="238806"/>
                  </a:lnTo>
                  <a:lnTo>
                    <a:pt x="5472548" y="236288"/>
                  </a:lnTo>
                  <a:lnTo>
                    <a:pt x="5439381" y="233843"/>
                  </a:lnTo>
                  <a:lnTo>
                    <a:pt x="5406214" y="231466"/>
                  </a:lnTo>
                  <a:lnTo>
                    <a:pt x="5373047" y="229153"/>
                  </a:lnTo>
                  <a:lnTo>
                    <a:pt x="5339880" y="226899"/>
                  </a:lnTo>
                  <a:lnTo>
                    <a:pt x="5306713" y="224701"/>
                  </a:lnTo>
                  <a:lnTo>
                    <a:pt x="5273546" y="222554"/>
                  </a:lnTo>
                  <a:lnTo>
                    <a:pt x="5240379" y="220454"/>
                  </a:lnTo>
                  <a:lnTo>
                    <a:pt x="5207212" y="218398"/>
                  </a:lnTo>
                  <a:lnTo>
                    <a:pt x="5174045" y="216381"/>
                  </a:lnTo>
                  <a:lnTo>
                    <a:pt x="5140878" y="214400"/>
                  </a:lnTo>
                  <a:lnTo>
                    <a:pt x="5107711" y="212453"/>
                  </a:lnTo>
                  <a:lnTo>
                    <a:pt x="5074544" y="210536"/>
                  </a:lnTo>
                  <a:lnTo>
                    <a:pt x="5041377" y="208648"/>
                  </a:lnTo>
                  <a:lnTo>
                    <a:pt x="5008210" y="206786"/>
                  </a:lnTo>
                  <a:lnTo>
                    <a:pt x="4975043" y="204949"/>
                  </a:lnTo>
                  <a:lnTo>
                    <a:pt x="4941876" y="203136"/>
                  </a:lnTo>
                  <a:lnTo>
                    <a:pt x="4908710" y="201346"/>
                  </a:lnTo>
                  <a:lnTo>
                    <a:pt x="4875543" y="199541"/>
                  </a:lnTo>
                  <a:lnTo>
                    <a:pt x="4842376" y="197680"/>
                  </a:lnTo>
                  <a:lnTo>
                    <a:pt x="4809209" y="195778"/>
                  </a:lnTo>
                  <a:lnTo>
                    <a:pt x="4776042" y="193855"/>
                  </a:lnTo>
                  <a:lnTo>
                    <a:pt x="4742875" y="191929"/>
                  </a:lnTo>
                  <a:lnTo>
                    <a:pt x="4709708" y="190017"/>
                  </a:lnTo>
                  <a:lnTo>
                    <a:pt x="4676541" y="188139"/>
                  </a:lnTo>
                  <a:lnTo>
                    <a:pt x="4643374" y="186313"/>
                  </a:lnTo>
                  <a:lnTo>
                    <a:pt x="4610207" y="184556"/>
                  </a:lnTo>
                  <a:lnTo>
                    <a:pt x="4577040" y="182883"/>
                  </a:lnTo>
                  <a:lnTo>
                    <a:pt x="4543873" y="181310"/>
                  </a:lnTo>
                  <a:lnTo>
                    <a:pt x="4510706" y="179851"/>
                  </a:lnTo>
                  <a:lnTo>
                    <a:pt x="4477539" y="178518"/>
                  </a:lnTo>
                  <a:lnTo>
                    <a:pt x="4444372" y="177321"/>
                  </a:lnTo>
                  <a:lnTo>
                    <a:pt x="4411205" y="176270"/>
                  </a:lnTo>
                  <a:lnTo>
                    <a:pt x="4378038" y="175370"/>
                  </a:lnTo>
                  <a:lnTo>
                    <a:pt x="4344871" y="174629"/>
                  </a:lnTo>
                  <a:lnTo>
                    <a:pt x="4311704" y="174051"/>
                  </a:lnTo>
                  <a:lnTo>
                    <a:pt x="4278537" y="173638"/>
                  </a:lnTo>
                  <a:lnTo>
                    <a:pt x="4245370" y="173393"/>
                  </a:lnTo>
                  <a:lnTo>
                    <a:pt x="4212203" y="173317"/>
                  </a:lnTo>
                  <a:lnTo>
                    <a:pt x="4179036" y="173346"/>
                  </a:lnTo>
                  <a:lnTo>
                    <a:pt x="4145869" y="173433"/>
                  </a:lnTo>
                  <a:lnTo>
                    <a:pt x="4112703" y="173603"/>
                  </a:lnTo>
                  <a:lnTo>
                    <a:pt x="4079536" y="173880"/>
                  </a:lnTo>
                  <a:lnTo>
                    <a:pt x="4046369" y="174291"/>
                  </a:lnTo>
                  <a:lnTo>
                    <a:pt x="4013202" y="174855"/>
                  </a:lnTo>
                  <a:lnTo>
                    <a:pt x="3980035" y="175586"/>
                  </a:lnTo>
                  <a:lnTo>
                    <a:pt x="3946868" y="176489"/>
                  </a:lnTo>
                  <a:lnTo>
                    <a:pt x="3913701" y="177558"/>
                  </a:lnTo>
                  <a:lnTo>
                    <a:pt x="3880534" y="178778"/>
                  </a:lnTo>
                  <a:lnTo>
                    <a:pt x="3847367" y="180124"/>
                  </a:lnTo>
                  <a:lnTo>
                    <a:pt x="3814200" y="181560"/>
                  </a:lnTo>
                  <a:lnTo>
                    <a:pt x="3781033" y="183046"/>
                  </a:lnTo>
                  <a:lnTo>
                    <a:pt x="3747866" y="184535"/>
                  </a:lnTo>
                  <a:lnTo>
                    <a:pt x="3714699" y="185989"/>
                  </a:lnTo>
                  <a:lnTo>
                    <a:pt x="3681532" y="187452"/>
                  </a:lnTo>
                  <a:lnTo>
                    <a:pt x="3648365" y="188979"/>
                  </a:lnTo>
                  <a:lnTo>
                    <a:pt x="3615198" y="190626"/>
                  </a:lnTo>
                  <a:lnTo>
                    <a:pt x="3582031" y="192436"/>
                  </a:lnTo>
                  <a:lnTo>
                    <a:pt x="3548864" y="194440"/>
                  </a:lnTo>
                  <a:lnTo>
                    <a:pt x="3515697" y="196642"/>
                  </a:lnTo>
                  <a:lnTo>
                    <a:pt x="3482530" y="199026"/>
                  </a:lnTo>
                  <a:lnTo>
                    <a:pt x="3449363" y="201548"/>
                  </a:lnTo>
                  <a:lnTo>
                    <a:pt x="3416196" y="204145"/>
                  </a:lnTo>
                  <a:lnTo>
                    <a:pt x="3383029" y="206739"/>
                  </a:lnTo>
                  <a:lnTo>
                    <a:pt x="3349862" y="209248"/>
                  </a:lnTo>
                  <a:lnTo>
                    <a:pt x="3316695" y="211869"/>
                  </a:lnTo>
                  <a:lnTo>
                    <a:pt x="3283529" y="214784"/>
                  </a:lnTo>
                  <a:lnTo>
                    <a:pt x="3250362" y="217986"/>
                  </a:lnTo>
                  <a:lnTo>
                    <a:pt x="3217195" y="221470"/>
                  </a:lnTo>
                  <a:lnTo>
                    <a:pt x="3184028" y="225218"/>
                  </a:lnTo>
                  <a:lnTo>
                    <a:pt x="3150861" y="229197"/>
                  </a:lnTo>
                  <a:lnTo>
                    <a:pt x="3117694" y="233358"/>
                  </a:lnTo>
                  <a:lnTo>
                    <a:pt x="3084527" y="237633"/>
                  </a:lnTo>
                  <a:lnTo>
                    <a:pt x="3051360" y="241932"/>
                  </a:lnTo>
                  <a:lnTo>
                    <a:pt x="3018193" y="246155"/>
                  </a:lnTo>
                  <a:lnTo>
                    <a:pt x="2985026" y="250187"/>
                  </a:lnTo>
                  <a:lnTo>
                    <a:pt x="2951859" y="253908"/>
                  </a:lnTo>
                  <a:lnTo>
                    <a:pt x="2918692" y="257332"/>
                  </a:lnTo>
                  <a:lnTo>
                    <a:pt x="2885525" y="261044"/>
                  </a:lnTo>
                  <a:lnTo>
                    <a:pt x="2852358" y="265096"/>
                  </a:lnTo>
                  <a:lnTo>
                    <a:pt x="2819191" y="269446"/>
                  </a:lnTo>
                  <a:lnTo>
                    <a:pt x="2786024" y="274042"/>
                  </a:lnTo>
                  <a:lnTo>
                    <a:pt x="2752857" y="278825"/>
                  </a:lnTo>
                  <a:lnTo>
                    <a:pt x="2719690" y="283724"/>
                  </a:lnTo>
                  <a:lnTo>
                    <a:pt x="2686523" y="288653"/>
                  </a:lnTo>
                  <a:lnTo>
                    <a:pt x="2653356" y="293516"/>
                  </a:lnTo>
                  <a:lnTo>
                    <a:pt x="2620189" y="298204"/>
                  </a:lnTo>
                  <a:lnTo>
                    <a:pt x="2587022" y="302601"/>
                  </a:lnTo>
                  <a:lnTo>
                    <a:pt x="2553855" y="306586"/>
                  </a:lnTo>
                  <a:lnTo>
                    <a:pt x="2520688" y="310037"/>
                  </a:lnTo>
                  <a:lnTo>
                    <a:pt x="2487521" y="313160"/>
                  </a:lnTo>
                  <a:lnTo>
                    <a:pt x="2454355" y="316332"/>
                  </a:lnTo>
                  <a:lnTo>
                    <a:pt x="2421188" y="319547"/>
                  </a:lnTo>
                  <a:lnTo>
                    <a:pt x="2388021" y="322801"/>
                  </a:lnTo>
                  <a:lnTo>
                    <a:pt x="2354854" y="326085"/>
                  </a:lnTo>
                  <a:lnTo>
                    <a:pt x="2321687" y="329393"/>
                  </a:lnTo>
                  <a:lnTo>
                    <a:pt x="2288520" y="332716"/>
                  </a:lnTo>
                  <a:lnTo>
                    <a:pt x="2255353" y="336044"/>
                  </a:lnTo>
                  <a:lnTo>
                    <a:pt x="2222186" y="339369"/>
                  </a:lnTo>
                  <a:lnTo>
                    <a:pt x="2189019" y="342680"/>
                  </a:lnTo>
                  <a:lnTo>
                    <a:pt x="2155852" y="345964"/>
                  </a:lnTo>
                  <a:lnTo>
                    <a:pt x="2122685" y="349212"/>
                  </a:lnTo>
                  <a:lnTo>
                    <a:pt x="2089518" y="352412"/>
                  </a:lnTo>
                  <a:lnTo>
                    <a:pt x="2056351" y="355222"/>
                  </a:lnTo>
                  <a:lnTo>
                    <a:pt x="2023184" y="355222"/>
                  </a:lnTo>
                  <a:lnTo>
                    <a:pt x="1990017" y="355222"/>
                  </a:lnTo>
                  <a:lnTo>
                    <a:pt x="1956850" y="355222"/>
                  </a:lnTo>
                  <a:lnTo>
                    <a:pt x="1923683" y="355222"/>
                  </a:lnTo>
                  <a:lnTo>
                    <a:pt x="1890516" y="355222"/>
                  </a:lnTo>
                  <a:lnTo>
                    <a:pt x="1857349" y="355222"/>
                  </a:lnTo>
                  <a:lnTo>
                    <a:pt x="1824182" y="355222"/>
                  </a:lnTo>
                  <a:lnTo>
                    <a:pt x="1791015" y="355222"/>
                  </a:lnTo>
                  <a:lnTo>
                    <a:pt x="1757848" y="355222"/>
                  </a:lnTo>
                  <a:lnTo>
                    <a:pt x="1724681" y="355222"/>
                  </a:lnTo>
                  <a:lnTo>
                    <a:pt x="1691514" y="355222"/>
                  </a:lnTo>
                  <a:lnTo>
                    <a:pt x="1658347" y="355222"/>
                  </a:lnTo>
                  <a:lnTo>
                    <a:pt x="1625181" y="355222"/>
                  </a:lnTo>
                  <a:lnTo>
                    <a:pt x="1592014" y="355222"/>
                  </a:lnTo>
                  <a:lnTo>
                    <a:pt x="1558847" y="355222"/>
                  </a:lnTo>
                  <a:lnTo>
                    <a:pt x="1525680" y="355222"/>
                  </a:lnTo>
                  <a:lnTo>
                    <a:pt x="1492513" y="355222"/>
                  </a:lnTo>
                  <a:lnTo>
                    <a:pt x="1459346" y="355222"/>
                  </a:lnTo>
                  <a:lnTo>
                    <a:pt x="1426179" y="355222"/>
                  </a:lnTo>
                  <a:lnTo>
                    <a:pt x="1393012" y="355222"/>
                  </a:lnTo>
                  <a:lnTo>
                    <a:pt x="1359845" y="355222"/>
                  </a:lnTo>
                  <a:lnTo>
                    <a:pt x="1326678" y="355222"/>
                  </a:lnTo>
                  <a:lnTo>
                    <a:pt x="1293511" y="355222"/>
                  </a:lnTo>
                  <a:lnTo>
                    <a:pt x="1260344" y="355222"/>
                  </a:lnTo>
                  <a:lnTo>
                    <a:pt x="1227177" y="355222"/>
                  </a:lnTo>
                  <a:lnTo>
                    <a:pt x="1194010" y="355222"/>
                  </a:lnTo>
                  <a:lnTo>
                    <a:pt x="1160843" y="355222"/>
                  </a:lnTo>
                  <a:lnTo>
                    <a:pt x="1127676" y="355222"/>
                  </a:lnTo>
                  <a:lnTo>
                    <a:pt x="1094509" y="355222"/>
                  </a:lnTo>
                  <a:lnTo>
                    <a:pt x="1061342" y="355222"/>
                  </a:lnTo>
                  <a:lnTo>
                    <a:pt x="1028175" y="355222"/>
                  </a:lnTo>
                  <a:lnTo>
                    <a:pt x="995008" y="355222"/>
                  </a:lnTo>
                  <a:lnTo>
                    <a:pt x="961841" y="355222"/>
                  </a:lnTo>
                  <a:lnTo>
                    <a:pt x="928674" y="355222"/>
                  </a:lnTo>
                  <a:lnTo>
                    <a:pt x="895507" y="355222"/>
                  </a:lnTo>
                  <a:lnTo>
                    <a:pt x="862340" y="355222"/>
                  </a:lnTo>
                  <a:lnTo>
                    <a:pt x="829173" y="355222"/>
                  </a:lnTo>
                  <a:lnTo>
                    <a:pt x="796007" y="355222"/>
                  </a:lnTo>
                  <a:lnTo>
                    <a:pt x="762840" y="355222"/>
                  </a:lnTo>
                  <a:lnTo>
                    <a:pt x="729673" y="355222"/>
                  </a:lnTo>
                  <a:lnTo>
                    <a:pt x="696506" y="355222"/>
                  </a:lnTo>
                  <a:lnTo>
                    <a:pt x="663339" y="355222"/>
                  </a:lnTo>
                  <a:lnTo>
                    <a:pt x="630172" y="355222"/>
                  </a:lnTo>
                  <a:lnTo>
                    <a:pt x="597005" y="355222"/>
                  </a:lnTo>
                  <a:lnTo>
                    <a:pt x="563838" y="355222"/>
                  </a:lnTo>
                  <a:lnTo>
                    <a:pt x="530671" y="355222"/>
                  </a:lnTo>
                  <a:lnTo>
                    <a:pt x="497504" y="355222"/>
                  </a:lnTo>
                  <a:lnTo>
                    <a:pt x="464337" y="355222"/>
                  </a:lnTo>
                  <a:lnTo>
                    <a:pt x="431170" y="355222"/>
                  </a:lnTo>
                  <a:lnTo>
                    <a:pt x="398003" y="355222"/>
                  </a:lnTo>
                  <a:lnTo>
                    <a:pt x="364836" y="355222"/>
                  </a:lnTo>
                  <a:lnTo>
                    <a:pt x="331669" y="355222"/>
                  </a:lnTo>
                  <a:lnTo>
                    <a:pt x="298502" y="355222"/>
                  </a:lnTo>
                  <a:lnTo>
                    <a:pt x="265335" y="355222"/>
                  </a:lnTo>
                  <a:lnTo>
                    <a:pt x="232168" y="355222"/>
                  </a:lnTo>
                  <a:lnTo>
                    <a:pt x="199001" y="355222"/>
                  </a:lnTo>
                  <a:lnTo>
                    <a:pt x="165834" y="355222"/>
                  </a:lnTo>
                  <a:lnTo>
                    <a:pt x="132667" y="355222"/>
                  </a:lnTo>
                  <a:lnTo>
                    <a:pt x="99500" y="355222"/>
                  </a:lnTo>
                  <a:lnTo>
                    <a:pt x="66333" y="355222"/>
                  </a:lnTo>
                  <a:lnTo>
                    <a:pt x="33166" y="355222"/>
                  </a:lnTo>
                  <a:lnTo>
                    <a:pt x="0" y="355222"/>
                  </a:lnTo>
                  <a:close/>
                </a:path>
              </a:pathLst>
            </a:custGeom>
            <a:solidFill>
              <a:srgbClr val="000000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271887" y="4864080"/>
              <a:ext cx="6600224" cy="234581"/>
            </a:xfrm>
            <a:custGeom>
              <a:avLst/>
              <a:pathLst>
                <a:path w="6600224" h="234581">
                  <a:moveTo>
                    <a:pt x="0" y="0"/>
                  </a:moveTo>
                  <a:lnTo>
                    <a:pt x="33166" y="9473"/>
                  </a:lnTo>
                  <a:lnTo>
                    <a:pt x="66333" y="18767"/>
                  </a:lnTo>
                  <a:lnTo>
                    <a:pt x="99500" y="27879"/>
                  </a:lnTo>
                  <a:lnTo>
                    <a:pt x="132667" y="36810"/>
                  </a:lnTo>
                  <a:lnTo>
                    <a:pt x="165834" y="45559"/>
                  </a:lnTo>
                  <a:lnTo>
                    <a:pt x="199001" y="54124"/>
                  </a:lnTo>
                  <a:lnTo>
                    <a:pt x="232168" y="62505"/>
                  </a:lnTo>
                  <a:lnTo>
                    <a:pt x="265335" y="70700"/>
                  </a:lnTo>
                  <a:lnTo>
                    <a:pt x="298502" y="78709"/>
                  </a:lnTo>
                  <a:lnTo>
                    <a:pt x="331669" y="86532"/>
                  </a:lnTo>
                  <a:lnTo>
                    <a:pt x="364836" y="94165"/>
                  </a:lnTo>
                  <a:lnTo>
                    <a:pt x="398003" y="101610"/>
                  </a:lnTo>
                  <a:lnTo>
                    <a:pt x="431170" y="108864"/>
                  </a:lnTo>
                  <a:lnTo>
                    <a:pt x="464337" y="115927"/>
                  </a:lnTo>
                  <a:lnTo>
                    <a:pt x="497504" y="122798"/>
                  </a:lnTo>
                  <a:lnTo>
                    <a:pt x="530671" y="129474"/>
                  </a:lnTo>
                  <a:lnTo>
                    <a:pt x="563838" y="135956"/>
                  </a:lnTo>
                  <a:lnTo>
                    <a:pt x="597005" y="142241"/>
                  </a:lnTo>
                  <a:lnTo>
                    <a:pt x="630172" y="148329"/>
                  </a:lnTo>
                  <a:lnTo>
                    <a:pt x="663339" y="154218"/>
                  </a:lnTo>
                  <a:lnTo>
                    <a:pt x="696506" y="159908"/>
                  </a:lnTo>
                  <a:lnTo>
                    <a:pt x="729673" y="165395"/>
                  </a:lnTo>
                  <a:lnTo>
                    <a:pt x="762840" y="170681"/>
                  </a:lnTo>
                  <a:lnTo>
                    <a:pt x="796007" y="175762"/>
                  </a:lnTo>
                  <a:lnTo>
                    <a:pt x="829173" y="180637"/>
                  </a:lnTo>
                  <a:lnTo>
                    <a:pt x="862340" y="185306"/>
                  </a:lnTo>
                  <a:lnTo>
                    <a:pt x="895507" y="189767"/>
                  </a:lnTo>
                  <a:lnTo>
                    <a:pt x="928674" y="194019"/>
                  </a:lnTo>
                  <a:lnTo>
                    <a:pt x="961841" y="198060"/>
                  </a:lnTo>
                  <a:lnTo>
                    <a:pt x="995008" y="201889"/>
                  </a:lnTo>
                  <a:lnTo>
                    <a:pt x="1028175" y="205506"/>
                  </a:lnTo>
                  <a:lnTo>
                    <a:pt x="1061342" y="208910"/>
                  </a:lnTo>
                  <a:lnTo>
                    <a:pt x="1094509" y="212099"/>
                  </a:lnTo>
                  <a:lnTo>
                    <a:pt x="1127676" y="215073"/>
                  </a:lnTo>
                  <a:lnTo>
                    <a:pt x="1160843" y="217832"/>
                  </a:lnTo>
                  <a:lnTo>
                    <a:pt x="1194010" y="220376"/>
                  </a:lnTo>
                  <a:lnTo>
                    <a:pt x="1227177" y="222704"/>
                  </a:lnTo>
                  <a:lnTo>
                    <a:pt x="1260344" y="224819"/>
                  </a:lnTo>
                  <a:lnTo>
                    <a:pt x="1293511" y="226719"/>
                  </a:lnTo>
                  <a:lnTo>
                    <a:pt x="1326678" y="228407"/>
                  </a:lnTo>
                  <a:lnTo>
                    <a:pt x="1359845" y="229885"/>
                  </a:lnTo>
                  <a:lnTo>
                    <a:pt x="1393012" y="231154"/>
                  </a:lnTo>
                  <a:lnTo>
                    <a:pt x="1426179" y="232218"/>
                  </a:lnTo>
                  <a:lnTo>
                    <a:pt x="1459346" y="233080"/>
                  </a:lnTo>
                  <a:lnTo>
                    <a:pt x="1492513" y="233742"/>
                  </a:lnTo>
                  <a:lnTo>
                    <a:pt x="1525680" y="234210"/>
                  </a:lnTo>
                  <a:lnTo>
                    <a:pt x="1558847" y="234488"/>
                  </a:lnTo>
                  <a:lnTo>
                    <a:pt x="1592014" y="234581"/>
                  </a:lnTo>
                  <a:lnTo>
                    <a:pt x="1625181" y="234495"/>
                  </a:lnTo>
                  <a:lnTo>
                    <a:pt x="1658347" y="234235"/>
                  </a:lnTo>
                  <a:lnTo>
                    <a:pt x="1691514" y="233808"/>
                  </a:lnTo>
                  <a:lnTo>
                    <a:pt x="1724681" y="233220"/>
                  </a:lnTo>
                  <a:lnTo>
                    <a:pt x="1757848" y="232477"/>
                  </a:lnTo>
                  <a:lnTo>
                    <a:pt x="1791015" y="231586"/>
                  </a:lnTo>
                  <a:lnTo>
                    <a:pt x="1824182" y="230553"/>
                  </a:lnTo>
                  <a:lnTo>
                    <a:pt x="1857349" y="229385"/>
                  </a:lnTo>
                  <a:lnTo>
                    <a:pt x="1890516" y="228086"/>
                  </a:lnTo>
                  <a:lnTo>
                    <a:pt x="1923683" y="226654"/>
                  </a:lnTo>
                  <a:lnTo>
                    <a:pt x="1956850" y="225044"/>
                  </a:lnTo>
                  <a:lnTo>
                    <a:pt x="1990017" y="223264"/>
                  </a:lnTo>
                  <a:lnTo>
                    <a:pt x="2023184" y="221326"/>
                  </a:lnTo>
                  <a:lnTo>
                    <a:pt x="2056351" y="219241"/>
                  </a:lnTo>
                  <a:lnTo>
                    <a:pt x="2089518" y="217021"/>
                  </a:lnTo>
                  <a:lnTo>
                    <a:pt x="2122685" y="214676"/>
                  </a:lnTo>
                  <a:lnTo>
                    <a:pt x="2155852" y="212217"/>
                  </a:lnTo>
                  <a:lnTo>
                    <a:pt x="2189019" y="209654"/>
                  </a:lnTo>
                  <a:lnTo>
                    <a:pt x="2222186" y="206999"/>
                  </a:lnTo>
                  <a:lnTo>
                    <a:pt x="2255353" y="204263"/>
                  </a:lnTo>
                  <a:lnTo>
                    <a:pt x="2288520" y="201458"/>
                  </a:lnTo>
                  <a:lnTo>
                    <a:pt x="2321687" y="198598"/>
                  </a:lnTo>
                  <a:lnTo>
                    <a:pt x="2354854" y="195694"/>
                  </a:lnTo>
                  <a:lnTo>
                    <a:pt x="2388021" y="192762"/>
                  </a:lnTo>
                  <a:lnTo>
                    <a:pt x="2421188" y="189817"/>
                  </a:lnTo>
                  <a:lnTo>
                    <a:pt x="2454355" y="186873"/>
                  </a:lnTo>
                  <a:lnTo>
                    <a:pt x="2487521" y="183948"/>
                  </a:lnTo>
                  <a:lnTo>
                    <a:pt x="2520688" y="181057"/>
                  </a:lnTo>
                  <a:lnTo>
                    <a:pt x="2553855" y="177944"/>
                  </a:lnTo>
                  <a:lnTo>
                    <a:pt x="2587022" y="174438"/>
                  </a:lnTo>
                  <a:lnTo>
                    <a:pt x="2620189" y="170585"/>
                  </a:lnTo>
                  <a:lnTo>
                    <a:pt x="2653356" y="166432"/>
                  </a:lnTo>
                  <a:lnTo>
                    <a:pt x="2686523" y="162028"/>
                  </a:lnTo>
                  <a:lnTo>
                    <a:pt x="2719690" y="157435"/>
                  </a:lnTo>
                  <a:lnTo>
                    <a:pt x="2752857" y="152722"/>
                  </a:lnTo>
                  <a:lnTo>
                    <a:pt x="2786024" y="147972"/>
                  </a:lnTo>
                  <a:lnTo>
                    <a:pt x="2819191" y="143281"/>
                  </a:lnTo>
                  <a:lnTo>
                    <a:pt x="2852358" y="138756"/>
                  </a:lnTo>
                  <a:lnTo>
                    <a:pt x="2885525" y="134514"/>
                  </a:lnTo>
                  <a:lnTo>
                    <a:pt x="2918692" y="130680"/>
                  </a:lnTo>
                  <a:lnTo>
                    <a:pt x="2951859" y="127298"/>
                  </a:lnTo>
                  <a:lnTo>
                    <a:pt x="2985026" y="123862"/>
                  </a:lnTo>
                  <a:lnTo>
                    <a:pt x="3018193" y="120272"/>
                  </a:lnTo>
                  <a:lnTo>
                    <a:pt x="3051360" y="116533"/>
                  </a:lnTo>
                  <a:lnTo>
                    <a:pt x="3084527" y="112656"/>
                  </a:lnTo>
                  <a:lnTo>
                    <a:pt x="3117694" y="108662"/>
                  </a:lnTo>
                  <a:lnTo>
                    <a:pt x="3150861" y="104588"/>
                  </a:lnTo>
                  <a:lnTo>
                    <a:pt x="3184028" y="100489"/>
                  </a:lnTo>
                  <a:lnTo>
                    <a:pt x="3217195" y="96441"/>
                  </a:lnTo>
                  <a:lnTo>
                    <a:pt x="3250362" y="92535"/>
                  </a:lnTo>
                  <a:lnTo>
                    <a:pt x="3283529" y="88879"/>
                  </a:lnTo>
                  <a:lnTo>
                    <a:pt x="3316695" y="85589"/>
                  </a:lnTo>
                  <a:lnTo>
                    <a:pt x="3349862" y="82785"/>
                  </a:lnTo>
                  <a:lnTo>
                    <a:pt x="3383029" y="80347"/>
                  </a:lnTo>
                  <a:lnTo>
                    <a:pt x="3416196" y="77970"/>
                  </a:lnTo>
                  <a:lnTo>
                    <a:pt x="3449363" y="75608"/>
                  </a:lnTo>
                  <a:lnTo>
                    <a:pt x="3482530" y="73223"/>
                  </a:lnTo>
                  <a:lnTo>
                    <a:pt x="3515697" y="70792"/>
                  </a:lnTo>
                  <a:lnTo>
                    <a:pt x="3548864" y="68312"/>
                  </a:lnTo>
                  <a:lnTo>
                    <a:pt x="3582031" y="65804"/>
                  </a:lnTo>
                  <a:lnTo>
                    <a:pt x="3615198" y="63316"/>
                  </a:lnTo>
                  <a:lnTo>
                    <a:pt x="3648365" y="60915"/>
                  </a:lnTo>
                  <a:lnTo>
                    <a:pt x="3681532" y="58686"/>
                  </a:lnTo>
                  <a:lnTo>
                    <a:pt x="3714699" y="56724"/>
                  </a:lnTo>
                  <a:lnTo>
                    <a:pt x="3747866" y="55092"/>
                  </a:lnTo>
                  <a:lnTo>
                    <a:pt x="3781033" y="53599"/>
                  </a:lnTo>
                  <a:lnTo>
                    <a:pt x="3814200" y="52172"/>
                  </a:lnTo>
                  <a:lnTo>
                    <a:pt x="3847367" y="50786"/>
                  </a:lnTo>
                  <a:lnTo>
                    <a:pt x="3880534" y="49420"/>
                  </a:lnTo>
                  <a:lnTo>
                    <a:pt x="3913701" y="48061"/>
                  </a:lnTo>
                  <a:lnTo>
                    <a:pt x="3946868" y="46704"/>
                  </a:lnTo>
                  <a:lnTo>
                    <a:pt x="3980035" y="45355"/>
                  </a:lnTo>
                  <a:lnTo>
                    <a:pt x="4013202" y="44029"/>
                  </a:lnTo>
                  <a:lnTo>
                    <a:pt x="4046369" y="42752"/>
                  </a:lnTo>
                  <a:lnTo>
                    <a:pt x="4079536" y="41560"/>
                  </a:lnTo>
                  <a:lnTo>
                    <a:pt x="4112703" y="40492"/>
                  </a:lnTo>
                  <a:lnTo>
                    <a:pt x="4145869" y="39595"/>
                  </a:lnTo>
                  <a:lnTo>
                    <a:pt x="4179036" y="38916"/>
                  </a:lnTo>
                  <a:lnTo>
                    <a:pt x="4212203" y="38500"/>
                  </a:lnTo>
                  <a:lnTo>
                    <a:pt x="4245370" y="38332"/>
                  </a:lnTo>
                  <a:lnTo>
                    <a:pt x="4278537" y="38349"/>
                  </a:lnTo>
                  <a:lnTo>
                    <a:pt x="4311704" y="38531"/>
                  </a:lnTo>
                  <a:lnTo>
                    <a:pt x="4344871" y="38855"/>
                  </a:lnTo>
                  <a:lnTo>
                    <a:pt x="4378038" y="39302"/>
                  </a:lnTo>
                  <a:lnTo>
                    <a:pt x="4411205" y="39853"/>
                  </a:lnTo>
                  <a:lnTo>
                    <a:pt x="4444372" y="40491"/>
                  </a:lnTo>
                  <a:lnTo>
                    <a:pt x="4477539" y="41199"/>
                  </a:lnTo>
                  <a:lnTo>
                    <a:pt x="4510706" y="41963"/>
                  </a:lnTo>
                  <a:lnTo>
                    <a:pt x="4543873" y="42770"/>
                  </a:lnTo>
                  <a:lnTo>
                    <a:pt x="4577040" y="43610"/>
                  </a:lnTo>
                  <a:lnTo>
                    <a:pt x="4610207" y="44473"/>
                  </a:lnTo>
                  <a:lnTo>
                    <a:pt x="4643374" y="45350"/>
                  </a:lnTo>
                  <a:lnTo>
                    <a:pt x="4676541" y="46235"/>
                  </a:lnTo>
                  <a:lnTo>
                    <a:pt x="4709708" y="47121"/>
                  </a:lnTo>
                  <a:lnTo>
                    <a:pt x="4742875" y="48004"/>
                  </a:lnTo>
                  <a:lnTo>
                    <a:pt x="4776042" y="48878"/>
                  </a:lnTo>
                  <a:lnTo>
                    <a:pt x="4809209" y="49739"/>
                  </a:lnTo>
                  <a:lnTo>
                    <a:pt x="4842376" y="50582"/>
                  </a:lnTo>
                  <a:lnTo>
                    <a:pt x="4875543" y="51402"/>
                  </a:lnTo>
                  <a:lnTo>
                    <a:pt x="4908710" y="52193"/>
                  </a:lnTo>
                  <a:lnTo>
                    <a:pt x="4941876" y="52953"/>
                  </a:lnTo>
                  <a:lnTo>
                    <a:pt x="4975043" y="53685"/>
                  </a:lnTo>
                  <a:lnTo>
                    <a:pt x="5008210" y="54390"/>
                  </a:lnTo>
                  <a:lnTo>
                    <a:pt x="5041377" y="55067"/>
                  </a:lnTo>
                  <a:lnTo>
                    <a:pt x="5074544" y="55715"/>
                  </a:lnTo>
                  <a:lnTo>
                    <a:pt x="5107711" y="56333"/>
                  </a:lnTo>
                  <a:lnTo>
                    <a:pt x="5140878" y="56920"/>
                  </a:lnTo>
                  <a:lnTo>
                    <a:pt x="5174045" y="57472"/>
                  </a:lnTo>
                  <a:lnTo>
                    <a:pt x="5207212" y="57989"/>
                  </a:lnTo>
                  <a:lnTo>
                    <a:pt x="5240379" y="58466"/>
                  </a:lnTo>
                  <a:lnTo>
                    <a:pt x="5273546" y="58902"/>
                  </a:lnTo>
                  <a:lnTo>
                    <a:pt x="5306713" y="59294"/>
                  </a:lnTo>
                  <a:lnTo>
                    <a:pt x="5339880" y="59637"/>
                  </a:lnTo>
                  <a:lnTo>
                    <a:pt x="5373047" y="59928"/>
                  </a:lnTo>
                  <a:lnTo>
                    <a:pt x="5406214" y="60164"/>
                  </a:lnTo>
                  <a:lnTo>
                    <a:pt x="5439381" y="60341"/>
                  </a:lnTo>
                  <a:lnTo>
                    <a:pt x="5472548" y="60455"/>
                  </a:lnTo>
                  <a:lnTo>
                    <a:pt x="5505715" y="60502"/>
                  </a:lnTo>
                  <a:lnTo>
                    <a:pt x="5538882" y="60479"/>
                  </a:lnTo>
                  <a:lnTo>
                    <a:pt x="5572049" y="60382"/>
                  </a:lnTo>
                  <a:lnTo>
                    <a:pt x="5605216" y="60207"/>
                  </a:lnTo>
                  <a:lnTo>
                    <a:pt x="5638383" y="59950"/>
                  </a:lnTo>
                  <a:lnTo>
                    <a:pt x="5671550" y="59608"/>
                  </a:lnTo>
                  <a:lnTo>
                    <a:pt x="5704717" y="59179"/>
                  </a:lnTo>
                  <a:lnTo>
                    <a:pt x="5737884" y="58658"/>
                  </a:lnTo>
                  <a:lnTo>
                    <a:pt x="5771050" y="58043"/>
                  </a:lnTo>
                  <a:lnTo>
                    <a:pt x="5804217" y="57331"/>
                  </a:lnTo>
                  <a:lnTo>
                    <a:pt x="5837384" y="56521"/>
                  </a:lnTo>
                  <a:lnTo>
                    <a:pt x="5870551" y="55609"/>
                  </a:lnTo>
                  <a:lnTo>
                    <a:pt x="5903718" y="54594"/>
                  </a:lnTo>
                  <a:lnTo>
                    <a:pt x="5936885" y="53475"/>
                  </a:lnTo>
                  <a:lnTo>
                    <a:pt x="5970052" y="52249"/>
                  </a:lnTo>
                  <a:lnTo>
                    <a:pt x="6003219" y="50916"/>
                  </a:lnTo>
                  <a:lnTo>
                    <a:pt x="6036386" y="49475"/>
                  </a:lnTo>
                  <a:lnTo>
                    <a:pt x="6069553" y="47924"/>
                  </a:lnTo>
                  <a:lnTo>
                    <a:pt x="6102720" y="46264"/>
                  </a:lnTo>
                  <a:lnTo>
                    <a:pt x="6135887" y="44495"/>
                  </a:lnTo>
                  <a:lnTo>
                    <a:pt x="6169054" y="42615"/>
                  </a:lnTo>
                  <a:lnTo>
                    <a:pt x="6202221" y="40625"/>
                  </a:lnTo>
                  <a:lnTo>
                    <a:pt x="6235388" y="38525"/>
                  </a:lnTo>
                  <a:lnTo>
                    <a:pt x="6268555" y="36316"/>
                  </a:lnTo>
                  <a:lnTo>
                    <a:pt x="6301722" y="33997"/>
                  </a:lnTo>
                  <a:lnTo>
                    <a:pt x="6334889" y="31570"/>
                  </a:lnTo>
                  <a:lnTo>
                    <a:pt x="6368056" y="29034"/>
                  </a:lnTo>
                  <a:lnTo>
                    <a:pt x="6401223" y="26391"/>
                  </a:lnTo>
                  <a:lnTo>
                    <a:pt x="6434390" y="23642"/>
                  </a:lnTo>
                  <a:lnTo>
                    <a:pt x="6467557" y="20786"/>
                  </a:lnTo>
                  <a:lnTo>
                    <a:pt x="6500724" y="17826"/>
                  </a:lnTo>
                  <a:lnTo>
                    <a:pt x="6533891" y="14761"/>
                  </a:lnTo>
                  <a:lnTo>
                    <a:pt x="6567058" y="11593"/>
                  </a:lnTo>
                  <a:lnTo>
                    <a:pt x="6600224" y="83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271887" y="5037397"/>
              <a:ext cx="6600224" cy="181905"/>
            </a:xfrm>
            <a:custGeom>
              <a:avLst/>
              <a:pathLst>
                <a:path w="6600224" h="181905">
                  <a:moveTo>
                    <a:pt x="6600224" y="181905"/>
                  </a:moveTo>
                  <a:lnTo>
                    <a:pt x="6567058" y="181905"/>
                  </a:lnTo>
                  <a:lnTo>
                    <a:pt x="6533891" y="181905"/>
                  </a:lnTo>
                  <a:lnTo>
                    <a:pt x="6500724" y="181905"/>
                  </a:lnTo>
                  <a:lnTo>
                    <a:pt x="6467557" y="181905"/>
                  </a:lnTo>
                  <a:lnTo>
                    <a:pt x="6434390" y="179445"/>
                  </a:lnTo>
                  <a:lnTo>
                    <a:pt x="6401223" y="173683"/>
                  </a:lnTo>
                  <a:lnTo>
                    <a:pt x="6368056" y="168053"/>
                  </a:lnTo>
                  <a:lnTo>
                    <a:pt x="6334889" y="162554"/>
                  </a:lnTo>
                  <a:lnTo>
                    <a:pt x="6301722" y="157188"/>
                  </a:lnTo>
                  <a:lnTo>
                    <a:pt x="6268555" y="151953"/>
                  </a:lnTo>
                  <a:lnTo>
                    <a:pt x="6235388" y="146849"/>
                  </a:lnTo>
                  <a:lnTo>
                    <a:pt x="6202221" y="141877"/>
                  </a:lnTo>
                  <a:lnTo>
                    <a:pt x="6169054" y="137036"/>
                  </a:lnTo>
                  <a:lnTo>
                    <a:pt x="6135887" y="132325"/>
                  </a:lnTo>
                  <a:lnTo>
                    <a:pt x="6102720" y="127743"/>
                  </a:lnTo>
                  <a:lnTo>
                    <a:pt x="6069553" y="123291"/>
                  </a:lnTo>
                  <a:lnTo>
                    <a:pt x="6036386" y="118966"/>
                  </a:lnTo>
                  <a:lnTo>
                    <a:pt x="6003219" y="114768"/>
                  </a:lnTo>
                  <a:lnTo>
                    <a:pt x="5970052" y="110695"/>
                  </a:lnTo>
                  <a:lnTo>
                    <a:pt x="5936885" y="106746"/>
                  </a:lnTo>
                  <a:lnTo>
                    <a:pt x="5903718" y="102919"/>
                  </a:lnTo>
                  <a:lnTo>
                    <a:pt x="5870551" y="99211"/>
                  </a:lnTo>
                  <a:lnTo>
                    <a:pt x="5837384" y="95620"/>
                  </a:lnTo>
                  <a:lnTo>
                    <a:pt x="5804217" y="92145"/>
                  </a:lnTo>
                  <a:lnTo>
                    <a:pt x="5771050" y="88781"/>
                  </a:lnTo>
                  <a:lnTo>
                    <a:pt x="5737884" y="85526"/>
                  </a:lnTo>
                  <a:lnTo>
                    <a:pt x="5704717" y="82377"/>
                  </a:lnTo>
                  <a:lnTo>
                    <a:pt x="5671550" y="79330"/>
                  </a:lnTo>
                  <a:lnTo>
                    <a:pt x="5638383" y="76381"/>
                  </a:lnTo>
                  <a:lnTo>
                    <a:pt x="5605216" y="73527"/>
                  </a:lnTo>
                  <a:lnTo>
                    <a:pt x="5572049" y="70763"/>
                  </a:lnTo>
                  <a:lnTo>
                    <a:pt x="5538882" y="68085"/>
                  </a:lnTo>
                  <a:lnTo>
                    <a:pt x="5505715" y="65489"/>
                  </a:lnTo>
                  <a:lnTo>
                    <a:pt x="5472548" y="62971"/>
                  </a:lnTo>
                  <a:lnTo>
                    <a:pt x="5439381" y="60526"/>
                  </a:lnTo>
                  <a:lnTo>
                    <a:pt x="5406214" y="58149"/>
                  </a:lnTo>
                  <a:lnTo>
                    <a:pt x="5373047" y="55836"/>
                  </a:lnTo>
                  <a:lnTo>
                    <a:pt x="5339880" y="53582"/>
                  </a:lnTo>
                  <a:lnTo>
                    <a:pt x="5306713" y="51384"/>
                  </a:lnTo>
                  <a:lnTo>
                    <a:pt x="5273546" y="49237"/>
                  </a:lnTo>
                  <a:lnTo>
                    <a:pt x="5240379" y="47137"/>
                  </a:lnTo>
                  <a:lnTo>
                    <a:pt x="5207212" y="45081"/>
                  </a:lnTo>
                  <a:lnTo>
                    <a:pt x="5174045" y="43064"/>
                  </a:lnTo>
                  <a:lnTo>
                    <a:pt x="5140878" y="41083"/>
                  </a:lnTo>
                  <a:lnTo>
                    <a:pt x="5107711" y="39136"/>
                  </a:lnTo>
                  <a:lnTo>
                    <a:pt x="5074544" y="37219"/>
                  </a:lnTo>
                  <a:lnTo>
                    <a:pt x="5041377" y="35331"/>
                  </a:lnTo>
                  <a:lnTo>
                    <a:pt x="5008210" y="33469"/>
                  </a:lnTo>
                  <a:lnTo>
                    <a:pt x="4975043" y="31632"/>
                  </a:lnTo>
                  <a:lnTo>
                    <a:pt x="4941876" y="29819"/>
                  </a:lnTo>
                  <a:lnTo>
                    <a:pt x="4908710" y="28029"/>
                  </a:lnTo>
                  <a:lnTo>
                    <a:pt x="4875543" y="26224"/>
                  </a:lnTo>
                  <a:lnTo>
                    <a:pt x="4842376" y="24363"/>
                  </a:lnTo>
                  <a:lnTo>
                    <a:pt x="4809209" y="22461"/>
                  </a:lnTo>
                  <a:lnTo>
                    <a:pt x="4776042" y="20538"/>
                  </a:lnTo>
                  <a:lnTo>
                    <a:pt x="4742875" y="18612"/>
                  </a:lnTo>
                  <a:lnTo>
                    <a:pt x="4709708" y="16700"/>
                  </a:lnTo>
                  <a:lnTo>
                    <a:pt x="4676541" y="14822"/>
                  </a:lnTo>
                  <a:lnTo>
                    <a:pt x="4643374" y="12996"/>
                  </a:lnTo>
                  <a:lnTo>
                    <a:pt x="4610207" y="11238"/>
                  </a:lnTo>
                  <a:lnTo>
                    <a:pt x="4577040" y="9566"/>
                  </a:lnTo>
                  <a:lnTo>
                    <a:pt x="4543873" y="7993"/>
                  </a:lnTo>
                  <a:lnTo>
                    <a:pt x="4510706" y="6534"/>
                  </a:lnTo>
                  <a:lnTo>
                    <a:pt x="4477539" y="5201"/>
                  </a:lnTo>
                  <a:lnTo>
                    <a:pt x="4444372" y="4004"/>
                  </a:lnTo>
                  <a:lnTo>
                    <a:pt x="4411205" y="2953"/>
                  </a:lnTo>
                  <a:lnTo>
                    <a:pt x="4378038" y="2053"/>
                  </a:lnTo>
                  <a:lnTo>
                    <a:pt x="4344871" y="1312"/>
                  </a:lnTo>
                  <a:lnTo>
                    <a:pt x="4311704" y="734"/>
                  </a:lnTo>
                  <a:lnTo>
                    <a:pt x="4278537" y="321"/>
                  </a:lnTo>
                  <a:lnTo>
                    <a:pt x="4245370" y="76"/>
                  </a:lnTo>
                  <a:lnTo>
                    <a:pt x="4212203" y="0"/>
                  </a:lnTo>
                  <a:lnTo>
                    <a:pt x="4179036" y="29"/>
                  </a:lnTo>
                  <a:lnTo>
                    <a:pt x="4145869" y="116"/>
                  </a:lnTo>
                  <a:lnTo>
                    <a:pt x="4112703" y="286"/>
                  </a:lnTo>
                  <a:lnTo>
                    <a:pt x="4079536" y="563"/>
                  </a:lnTo>
                  <a:lnTo>
                    <a:pt x="4046369" y="974"/>
                  </a:lnTo>
                  <a:lnTo>
                    <a:pt x="4013202" y="1538"/>
                  </a:lnTo>
                  <a:lnTo>
                    <a:pt x="3980035" y="2269"/>
                  </a:lnTo>
                  <a:lnTo>
                    <a:pt x="3946868" y="3172"/>
                  </a:lnTo>
                  <a:lnTo>
                    <a:pt x="3913701" y="4241"/>
                  </a:lnTo>
                  <a:lnTo>
                    <a:pt x="3880534" y="5461"/>
                  </a:lnTo>
                  <a:lnTo>
                    <a:pt x="3847367" y="6807"/>
                  </a:lnTo>
                  <a:lnTo>
                    <a:pt x="3814200" y="8243"/>
                  </a:lnTo>
                  <a:lnTo>
                    <a:pt x="3781033" y="9729"/>
                  </a:lnTo>
                  <a:lnTo>
                    <a:pt x="3747866" y="11218"/>
                  </a:lnTo>
                  <a:lnTo>
                    <a:pt x="3714699" y="12672"/>
                  </a:lnTo>
                  <a:lnTo>
                    <a:pt x="3681532" y="14135"/>
                  </a:lnTo>
                  <a:lnTo>
                    <a:pt x="3648365" y="15662"/>
                  </a:lnTo>
                  <a:lnTo>
                    <a:pt x="3615198" y="17308"/>
                  </a:lnTo>
                  <a:lnTo>
                    <a:pt x="3582031" y="19119"/>
                  </a:lnTo>
                  <a:lnTo>
                    <a:pt x="3548864" y="21122"/>
                  </a:lnTo>
                  <a:lnTo>
                    <a:pt x="3515697" y="23325"/>
                  </a:lnTo>
                  <a:lnTo>
                    <a:pt x="3482530" y="25709"/>
                  </a:lnTo>
                  <a:lnTo>
                    <a:pt x="3449363" y="28231"/>
                  </a:lnTo>
                  <a:lnTo>
                    <a:pt x="3416196" y="30828"/>
                  </a:lnTo>
                  <a:lnTo>
                    <a:pt x="3383029" y="33422"/>
                  </a:lnTo>
                  <a:lnTo>
                    <a:pt x="3349862" y="35931"/>
                  </a:lnTo>
                  <a:lnTo>
                    <a:pt x="3316695" y="38552"/>
                  </a:lnTo>
                  <a:lnTo>
                    <a:pt x="3283529" y="41467"/>
                  </a:lnTo>
                  <a:lnTo>
                    <a:pt x="3250362" y="44669"/>
                  </a:lnTo>
                  <a:lnTo>
                    <a:pt x="3217195" y="48153"/>
                  </a:lnTo>
                  <a:lnTo>
                    <a:pt x="3184028" y="51901"/>
                  </a:lnTo>
                  <a:lnTo>
                    <a:pt x="3150861" y="55880"/>
                  </a:lnTo>
                  <a:lnTo>
                    <a:pt x="3117694" y="60041"/>
                  </a:lnTo>
                  <a:lnTo>
                    <a:pt x="3084527" y="64315"/>
                  </a:lnTo>
                  <a:lnTo>
                    <a:pt x="3051360" y="68615"/>
                  </a:lnTo>
                  <a:lnTo>
                    <a:pt x="3018193" y="72838"/>
                  </a:lnTo>
                  <a:lnTo>
                    <a:pt x="2985026" y="76870"/>
                  </a:lnTo>
                  <a:lnTo>
                    <a:pt x="2951859" y="80591"/>
                  </a:lnTo>
                  <a:lnTo>
                    <a:pt x="2918692" y="84015"/>
                  </a:lnTo>
                  <a:lnTo>
                    <a:pt x="2885525" y="87727"/>
                  </a:lnTo>
                  <a:lnTo>
                    <a:pt x="2852358" y="91779"/>
                  </a:lnTo>
                  <a:lnTo>
                    <a:pt x="2819191" y="96128"/>
                  </a:lnTo>
                  <a:lnTo>
                    <a:pt x="2786024" y="100725"/>
                  </a:lnTo>
                  <a:lnTo>
                    <a:pt x="2752857" y="105508"/>
                  </a:lnTo>
                  <a:lnTo>
                    <a:pt x="2719690" y="110407"/>
                  </a:lnTo>
                  <a:lnTo>
                    <a:pt x="2686523" y="115336"/>
                  </a:lnTo>
                  <a:lnTo>
                    <a:pt x="2653356" y="120199"/>
                  </a:lnTo>
                  <a:lnTo>
                    <a:pt x="2620189" y="124887"/>
                  </a:lnTo>
                  <a:lnTo>
                    <a:pt x="2587022" y="129284"/>
                  </a:lnTo>
                  <a:lnTo>
                    <a:pt x="2553855" y="133269"/>
                  </a:lnTo>
                  <a:lnTo>
                    <a:pt x="2520688" y="136720"/>
                  </a:lnTo>
                  <a:lnTo>
                    <a:pt x="2487521" y="139843"/>
                  </a:lnTo>
                  <a:lnTo>
                    <a:pt x="2454355" y="143015"/>
                  </a:lnTo>
                  <a:lnTo>
                    <a:pt x="2421188" y="146230"/>
                  </a:lnTo>
                  <a:lnTo>
                    <a:pt x="2388021" y="149484"/>
                  </a:lnTo>
                  <a:lnTo>
                    <a:pt x="2354854" y="152768"/>
                  </a:lnTo>
                  <a:lnTo>
                    <a:pt x="2321687" y="156076"/>
                  </a:lnTo>
                  <a:lnTo>
                    <a:pt x="2288520" y="159399"/>
                  </a:lnTo>
                  <a:lnTo>
                    <a:pt x="2255353" y="162727"/>
                  </a:lnTo>
                  <a:lnTo>
                    <a:pt x="2222186" y="166052"/>
                  </a:lnTo>
                  <a:lnTo>
                    <a:pt x="2189019" y="169362"/>
                  </a:lnTo>
                  <a:lnTo>
                    <a:pt x="2155852" y="172647"/>
                  </a:lnTo>
                  <a:lnTo>
                    <a:pt x="2122685" y="175895"/>
                  </a:lnTo>
                  <a:lnTo>
                    <a:pt x="2089518" y="179095"/>
                  </a:lnTo>
                  <a:lnTo>
                    <a:pt x="2056351" y="181905"/>
                  </a:lnTo>
                  <a:lnTo>
                    <a:pt x="2023184" y="181905"/>
                  </a:lnTo>
                  <a:lnTo>
                    <a:pt x="1990017" y="181905"/>
                  </a:lnTo>
                  <a:lnTo>
                    <a:pt x="1956850" y="181905"/>
                  </a:lnTo>
                  <a:lnTo>
                    <a:pt x="1923683" y="181905"/>
                  </a:lnTo>
                  <a:lnTo>
                    <a:pt x="1890516" y="181905"/>
                  </a:lnTo>
                  <a:lnTo>
                    <a:pt x="1857349" y="181905"/>
                  </a:lnTo>
                  <a:lnTo>
                    <a:pt x="1824182" y="181905"/>
                  </a:lnTo>
                  <a:lnTo>
                    <a:pt x="1791015" y="181905"/>
                  </a:lnTo>
                  <a:lnTo>
                    <a:pt x="1757848" y="181905"/>
                  </a:lnTo>
                  <a:lnTo>
                    <a:pt x="1724681" y="181905"/>
                  </a:lnTo>
                  <a:lnTo>
                    <a:pt x="1691514" y="181905"/>
                  </a:lnTo>
                  <a:lnTo>
                    <a:pt x="1658347" y="181905"/>
                  </a:lnTo>
                  <a:lnTo>
                    <a:pt x="1625181" y="181905"/>
                  </a:lnTo>
                  <a:lnTo>
                    <a:pt x="1592014" y="181905"/>
                  </a:lnTo>
                  <a:lnTo>
                    <a:pt x="1558847" y="181905"/>
                  </a:lnTo>
                  <a:lnTo>
                    <a:pt x="1525680" y="181905"/>
                  </a:lnTo>
                  <a:lnTo>
                    <a:pt x="1492513" y="181905"/>
                  </a:lnTo>
                  <a:lnTo>
                    <a:pt x="1459346" y="181905"/>
                  </a:lnTo>
                  <a:lnTo>
                    <a:pt x="1426179" y="181905"/>
                  </a:lnTo>
                  <a:lnTo>
                    <a:pt x="1393012" y="181905"/>
                  </a:lnTo>
                  <a:lnTo>
                    <a:pt x="1359845" y="181905"/>
                  </a:lnTo>
                  <a:lnTo>
                    <a:pt x="1326678" y="181905"/>
                  </a:lnTo>
                  <a:lnTo>
                    <a:pt x="1293511" y="181905"/>
                  </a:lnTo>
                  <a:lnTo>
                    <a:pt x="1260344" y="181905"/>
                  </a:lnTo>
                  <a:lnTo>
                    <a:pt x="1227177" y="181905"/>
                  </a:lnTo>
                  <a:lnTo>
                    <a:pt x="1194010" y="181905"/>
                  </a:lnTo>
                  <a:lnTo>
                    <a:pt x="1160843" y="181905"/>
                  </a:lnTo>
                  <a:lnTo>
                    <a:pt x="1127676" y="181905"/>
                  </a:lnTo>
                  <a:lnTo>
                    <a:pt x="1094509" y="181905"/>
                  </a:lnTo>
                  <a:lnTo>
                    <a:pt x="1061342" y="181905"/>
                  </a:lnTo>
                  <a:lnTo>
                    <a:pt x="1028175" y="181905"/>
                  </a:lnTo>
                  <a:lnTo>
                    <a:pt x="995008" y="181905"/>
                  </a:lnTo>
                  <a:lnTo>
                    <a:pt x="961841" y="181905"/>
                  </a:lnTo>
                  <a:lnTo>
                    <a:pt x="928674" y="181905"/>
                  </a:lnTo>
                  <a:lnTo>
                    <a:pt x="895507" y="181905"/>
                  </a:lnTo>
                  <a:lnTo>
                    <a:pt x="862340" y="181905"/>
                  </a:lnTo>
                  <a:lnTo>
                    <a:pt x="829173" y="181905"/>
                  </a:lnTo>
                  <a:lnTo>
                    <a:pt x="796007" y="181905"/>
                  </a:lnTo>
                  <a:lnTo>
                    <a:pt x="762840" y="181905"/>
                  </a:lnTo>
                  <a:lnTo>
                    <a:pt x="729673" y="181905"/>
                  </a:lnTo>
                  <a:lnTo>
                    <a:pt x="696506" y="181905"/>
                  </a:lnTo>
                  <a:lnTo>
                    <a:pt x="663339" y="181905"/>
                  </a:lnTo>
                  <a:lnTo>
                    <a:pt x="630172" y="181905"/>
                  </a:lnTo>
                  <a:lnTo>
                    <a:pt x="597005" y="181905"/>
                  </a:lnTo>
                  <a:lnTo>
                    <a:pt x="563838" y="181905"/>
                  </a:lnTo>
                  <a:lnTo>
                    <a:pt x="530671" y="181905"/>
                  </a:lnTo>
                  <a:lnTo>
                    <a:pt x="497504" y="181905"/>
                  </a:lnTo>
                  <a:lnTo>
                    <a:pt x="464337" y="181905"/>
                  </a:lnTo>
                  <a:lnTo>
                    <a:pt x="431170" y="181905"/>
                  </a:lnTo>
                  <a:lnTo>
                    <a:pt x="398003" y="181905"/>
                  </a:lnTo>
                  <a:lnTo>
                    <a:pt x="364836" y="181905"/>
                  </a:lnTo>
                  <a:lnTo>
                    <a:pt x="331669" y="181905"/>
                  </a:lnTo>
                  <a:lnTo>
                    <a:pt x="298502" y="181905"/>
                  </a:lnTo>
                  <a:lnTo>
                    <a:pt x="265335" y="181905"/>
                  </a:lnTo>
                  <a:lnTo>
                    <a:pt x="232168" y="181905"/>
                  </a:lnTo>
                  <a:lnTo>
                    <a:pt x="199001" y="181905"/>
                  </a:lnTo>
                  <a:lnTo>
                    <a:pt x="165834" y="181905"/>
                  </a:lnTo>
                  <a:lnTo>
                    <a:pt x="132667" y="181905"/>
                  </a:lnTo>
                  <a:lnTo>
                    <a:pt x="99500" y="181905"/>
                  </a:lnTo>
                  <a:lnTo>
                    <a:pt x="66333" y="181905"/>
                  </a:lnTo>
                  <a:lnTo>
                    <a:pt x="33166" y="181905"/>
                  </a:lnTo>
                  <a:lnTo>
                    <a:pt x="0" y="1819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1271887" y="4969943"/>
              <a:ext cx="6600224" cy="226408"/>
            </a:xfrm>
            <a:custGeom>
              <a:avLst/>
              <a:pathLst>
                <a:path w="6600224" h="226408">
                  <a:moveTo>
                    <a:pt x="0" y="209963"/>
                  </a:moveTo>
                  <a:lnTo>
                    <a:pt x="33166" y="211316"/>
                  </a:lnTo>
                  <a:lnTo>
                    <a:pt x="66333" y="212612"/>
                  </a:lnTo>
                  <a:lnTo>
                    <a:pt x="99500" y="213850"/>
                  </a:lnTo>
                  <a:lnTo>
                    <a:pt x="132667" y="215030"/>
                  </a:lnTo>
                  <a:lnTo>
                    <a:pt x="165834" y="216152"/>
                  </a:lnTo>
                  <a:lnTo>
                    <a:pt x="199001" y="217217"/>
                  </a:lnTo>
                  <a:lnTo>
                    <a:pt x="232168" y="218224"/>
                  </a:lnTo>
                  <a:lnTo>
                    <a:pt x="265335" y="219172"/>
                  </a:lnTo>
                  <a:lnTo>
                    <a:pt x="298502" y="220063"/>
                  </a:lnTo>
                  <a:lnTo>
                    <a:pt x="331669" y="220896"/>
                  </a:lnTo>
                  <a:lnTo>
                    <a:pt x="364836" y="221670"/>
                  </a:lnTo>
                  <a:lnTo>
                    <a:pt x="398003" y="222386"/>
                  </a:lnTo>
                  <a:lnTo>
                    <a:pt x="431170" y="223044"/>
                  </a:lnTo>
                  <a:lnTo>
                    <a:pt x="464337" y="223643"/>
                  </a:lnTo>
                  <a:lnTo>
                    <a:pt x="497504" y="224184"/>
                  </a:lnTo>
                  <a:lnTo>
                    <a:pt x="530671" y="224666"/>
                  </a:lnTo>
                  <a:lnTo>
                    <a:pt x="563838" y="225090"/>
                  </a:lnTo>
                  <a:lnTo>
                    <a:pt x="597005" y="225455"/>
                  </a:lnTo>
                  <a:lnTo>
                    <a:pt x="630172" y="225761"/>
                  </a:lnTo>
                  <a:lnTo>
                    <a:pt x="663339" y="226009"/>
                  </a:lnTo>
                  <a:lnTo>
                    <a:pt x="696506" y="226197"/>
                  </a:lnTo>
                  <a:lnTo>
                    <a:pt x="729673" y="226327"/>
                  </a:lnTo>
                  <a:lnTo>
                    <a:pt x="762840" y="226397"/>
                  </a:lnTo>
                  <a:lnTo>
                    <a:pt x="796007" y="226408"/>
                  </a:lnTo>
                  <a:lnTo>
                    <a:pt x="829173" y="226361"/>
                  </a:lnTo>
                  <a:lnTo>
                    <a:pt x="862340" y="226254"/>
                  </a:lnTo>
                  <a:lnTo>
                    <a:pt x="895507" y="226087"/>
                  </a:lnTo>
                  <a:lnTo>
                    <a:pt x="928674" y="225861"/>
                  </a:lnTo>
                  <a:lnTo>
                    <a:pt x="961841" y="225576"/>
                  </a:lnTo>
                  <a:lnTo>
                    <a:pt x="995008" y="225231"/>
                  </a:lnTo>
                  <a:lnTo>
                    <a:pt x="1028175" y="224827"/>
                  </a:lnTo>
                  <a:lnTo>
                    <a:pt x="1061342" y="224362"/>
                  </a:lnTo>
                  <a:lnTo>
                    <a:pt x="1094509" y="223839"/>
                  </a:lnTo>
                  <a:lnTo>
                    <a:pt x="1127676" y="223255"/>
                  </a:lnTo>
                  <a:lnTo>
                    <a:pt x="1160843" y="222611"/>
                  </a:lnTo>
                  <a:lnTo>
                    <a:pt x="1194010" y="221908"/>
                  </a:lnTo>
                  <a:lnTo>
                    <a:pt x="1227177" y="221144"/>
                  </a:lnTo>
                  <a:lnTo>
                    <a:pt x="1260344" y="220320"/>
                  </a:lnTo>
                  <a:lnTo>
                    <a:pt x="1293511" y="219436"/>
                  </a:lnTo>
                  <a:lnTo>
                    <a:pt x="1326678" y="218492"/>
                  </a:lnTo>
                  <a:lnTo>
                    <a:pt x="1359845" y="217487"/>
                  </a:lnTo>
                  <a:lnTo>
                    <a:pt x="1393012" y="216422"/>
                  </a:lnTo>
                  <a:lnTo>
                    <a:pt x="1426179" y="215297"/>
                  </a:lnTo>
                  <a:lnTo>
                    <a:pt x="1459346" y="214111"/>
                  </a:lnTo>
                  <a:lnTo>
                    <a:pt x="1492513" y="212865"/>
                  </a:lnTo>
                  <a:lnTo>
                    <a:pt x="1525680" y="211557"/>
                  </a:lnTo>
                  <a:lnTo>
                    <a:pt x="1558847" y="210189"/>
                  </a:lnTo>
                  <a:lnTo>
                    <a:pt x="1592014" y="208761"/>
                  </a:lnTo>
                  <a:lnTo>
                    <a:pt x="1625181" y="207271"/>
                  </a:lnTo>
                  <a:lnTo>
                    <a:pt x="1658347" y="205720"/>
                  </a:lnTo>
                  <a:lnTo>
                    <a:pt x="1691514" y="204108"/>
                  </a:lnTo>
                  <a:lnTo>
                    <a:pt x="1724681" y="202436"/>
                  </a:lnTo>
                  <a:lnTo>
                    <a:pt x="1757848" y="200702"/>
                  </a:lnTo>
                  <a:lnTo>
                    <a:pt x="1791015" y="198906"/>
                  </a:lnTo>
                  <a:lnTo>
                    <a:pt x="1824182" y="197050"/>
                  </a:lnTo>
                  <a:lnTo>
                    <a:pt x="1857349" y="195132"/>
                  </a:lnTo>
                  <a:lnTo>
                    <a:pt x="1890516" y="193152"/>
                  </a:lnTo>
                  <a:lnTo>
                    <a:pt x="1923683" y="191097"/>
                  </a:lnTo>
                  <a:lnTo>
                    <a:pt x="1956850" y="188901"/>
                  </a:lnTo>
                  <a:lnTo>
                    <a:pt x="1990017" y="186568"/>
                  </a:lnTo>
                  <a:lnTo>
                    <a:pt x="2023184" y="184108"/>
                  </a:lnTo>
                  <a:lnTo>
                    <a:pt x="2056351" y="181533"/>
                  </a:lnTo>
                  <a:lnTo>
                    <a:pt x="2089518" y="178853"/>
                  </a:lnTo>
                  <a:lnTo>
                    <a:pt x="2122685" y="176081"/>
                  </a:lnTo>
                  <a:lnTo>
                    <a:pt x="2155852" y="173228"/>
                  </a:lnTo>
                  <a:lnTo>
                    <a:pt x="2189019" y="170304"/>
                  </a:lnTo>
                  <a:lnTo>
                    <a:pt x="2222186" y="167321"/>
                  </a:lnTo>
                  <a:lnTo>
                    <a:pt x="2255353" y="164291"/>
                  </a:lnTo>
                  <a:lnTo>
                    <a:pt x="2288520" y="161224"/>
                  </a:lnTo>
                  <a:lnTo>
                    <a:pt x="2321687" y="158132"/>
                  </a:lnTo>
                  <a:lnTo>
                    <a:pt x="2354854" y="155027"/>
                  </a:lnTo>
                  <a:lnTo>
                    <a:pt x="2388021" y="151919"/>
                  </a:lnTo>
                  <a:lnTo>
                    <a:pt x="2421188" y="148819"/>
                  </a:lnTo>
                  <a:lnTo>
                    <a:pt x="2454355" y="145740"/>
                  </a:lnTo>
                  <a:lnTo>
                    <a:pt x="2487521" y="142692"/>
                  </a:lnTo>
                  <a:lnTo>
                    <a:pt x="2520688" y="139684"/>
                  </a:lnTo>
                  <a:lnTo>
                    <a:pt x="2553855" y="136402"/>
                  </a:lnTo>
                  <a:lnTo>
                    <a:pt x="2587022" y="132657"/>
                  </a:lnTo>
                  <a:lnTo>
                    <a:pt x="2620189" y="128532"/>
                  </a:lnTo>
                  <a:lnTo>
                    <a:pt x="2653356" y="124111"/>
                  </a:lnTo>
                  <a:lnTo>
                    <a:pt x="2686523" y="119478"/>
                  </a:lnTo>
                  <a:lnTo>
                    <a:pt x="2719690" y="114717"/>
                  </a:lnTo>
                  <a:lnTo>
                    <a:pt x="2752857" y="109911"/>
                  </a:lnTo>
                  <a:lnTo>
                    <a:pt x="2786024" y="105144"/>
                  </a:lnTo>
                  <a:lnTo>
                    <a:pt x="2819191" y="100500"/>
                  </a:lnTo>
                  <a:lnTo>
                    <a:pt x="2852358" y="96063"/>
                  </a:lnTo>
                  <a:lnTo>
                    <a:pt x="2885525" y="91916"/>
                  </a:lnTo>
                  <a:lnTo>
                    <a:pt x="2918692" y="88143"/>
                  </a:lnTo>
                  <a:lnTo>
                    <a:pt x="2951859" y="84740"/>
                  </a:lnTo>
                  <a:lnTo>
                    <a:pt x="2985026" y="81161"/>
                  </a:lnTo>
                  <a:lnTo>
                    <a:pt x="3018193" y="77351"/>
                  </a:lnTo>
                  <a:lnTo>
                    <a:pt x="3051360" y="73370"/>
                  </a:lnTo>
                  <a:lnTo>
                    <a:pt x="3084527" y="69281"/>
                  </a:lnTo>
                  <a:lnTo>
                    <a:pt x="3117694" y="65147"/>
                  </a:lnTo>
                  <a:lnTo>
                    <a:pt x="3150861" y="61030"/>
                  </a:lnTo>
                  <a:lnTo>
                    <a:pt x="3184028" y="56991"/>
                  </a:lnTo>
                  <a:lnTo>
                    <a:pt x="3217195" y="53093"/>
                  </a:lnTo>
                  <a:lnTo>
                    <a:pt x="3250362" y="49398"/>
                  </a:lnTo>
                  <a:lnTo>
                    <a:pt x="3283529" y="45968"/>
                  </a:lnTo>
                  <a:lnTo>
                    <a:pt x="3316695" y="42866"/>
                  </a:lnTo>
                  <a:lnTo>
                    <a:pt x="3349862" y="40154"/>
                  </a:lnTo>
                  <a:lnTo>
                    <a:pt x="3383029" y="37680"/>
                  </a:lnTo>
                  <a:lnTo>
                    <a:pt x="3416196" y="35195"/>
                  </a:lnTo>
                  <a:lnTo>
                    <a:pt x="3449363" y="32715"/>
                  </a:lnTo>
                  <a:lnTo>
                    <a:pt x="3482530" y="30262"/>
                  </a:lnTo>
                  <a:lnTo>
                    <a:pt x="3515697" y="27854"/>
                  </a:lnTo>
                  <a:lnTo>
                    <a:pt x="3548864" y="25513"/>
                  </a:lnTo>
                  <a:lnTo>
                    <a:pt x="3582031" y="23257"/>
                  </a:lnTo>
                  <a:lnTo>
                    <a:pt x="3615198" y="21108"/>
                  </a:lnTo>
                  <a:lnTo>
                    <a:pt x="3648365" y="19084"/>
                  </a:lnTo>
                  <a:lnTo>
                    <a:pt x="3681532" y="17206"/>
                  </a:lnTo>
                  <a:lnTo>
                    <a:pt x="3714699" y="15494"/>
                  </a:lnTo>
                  <a:lnTo>
                    <a:pt x="3747866" y="13951"/>
                  </a:lnTo>
                  <a:lnTo>
                    <a:pt x="3781033" y="12460"/>
                  </a:lnTo>
                  <a:lnTo>
                    <a:pt x="3814200" y="11003"/>
                  </a:lnTo>
                  <a:lnTo>
                    <a:pt x="3847367" y="9592"/>
                  </a:lnTo>
                  <a:lnTo>
                    <a:pt x="3880534" y="8236"/>
                  </a:lnTo>
                  <a:lnTo>
                    <a:pt x="3913701" y="6947"/>
                  </a:lnTo>
                  <a:lnTo>
                    <a:pt x="3946868" y="5734"/>
                  </a:lnTo>
                  <a:lnTo>
                    <a:pt x="3980035" y="4608"/>
                  </a:lnTo>
                  <a:lnTo>
                    <a:pt x="4013202" y="3579"/>
                  </a:lnTo>
                  <a:lnTo>
                    <a:pt x="4046369" y="2659"/>
                  </a:lnTo>
                  <a:lnTo>
                    <a:pt x="4079536" y="1857"/>
                  </a:lnTo>
                  <a:lnTo>
                    <a:pt x="4112703" y="1184"/>
                  </a:lnTo>
                  <a:lnTo>
                    <a:pt x="4145869" y="651"/>
                  </a:lnTo>
                  <a:lnTo>
                    <a:pt x="4179036" y="268"/>
                  </a:lnTo>
                  <a:lnTo>
                    <a:pt x="4212203" y="46"/>
                  </a:lnTo>
                  <a:lnTo>
                    <a:pt x="4245370" y="0"/>
                  </a:lnTo>
                  <a:lnTo>
                    <a:pt x="4278537" y="131"/>
                  </a:lnTo>
                  <a:lnTo>
                    <a:pt x="4311704" y="428"/>
                  </a:lnTo>
                  <a:lnTo>
                    <a:pt x="4344871" y="879"/>
                  </a:lnTo>
                  <a:lnTo>
                    <a:pt x="4378038" y="1474"/>
                  </a:lnTo>
                  <a:lnTo>
                    <a:pt x="4411205" y="2199"/>
                  </a:lnTo>
                  <a:lnTo>
                    <a:pt x="4444372" y="3043"/>
                  </a:lnTo>
                  <a:lnTo>
                    <a:pt x="4477539" y="3996"/>
                  </a:lnTo>
                  <a:lnTo>
                    <a:pt x="4510706" y="5044"/>
                  </a:lnTo>
                  <a:lnTo>
                    <a:pt x="4543873" y="6178"/>
                  </a:lnTo>
                  <a:lnTo>
                    <a:pt x="4577040" y="7384"/>
                  </a:lnTo>
                  <a:lnTo>
                    <a:pt x="4610207" y="8651"/>
                  </a:lnTo>
                  <a:lnTo>
                    <a:pt x="4643374" y="9969"/>
                  </a:lnTo>
                  <a:lnTo>
                    <a:pt x="4676541" y="11324"/>
                  </a:lnTo>
                  <a:lnTo>
                    <a:pt x="4709708" y="12706"/>
                  </a:lnTo>
                  <a:lnTo>
                    <a:pt x="4742875" y="14103"/>
                  </a:lnTo>
                  <a:lnTo>
                    <a:pt x="4776042" y="15504"/>
                  </a:lnTo>
                  <a:lnTo>
                    <a:pt x="4809209" y="16896"/>
                  </a:lnTo>
                  <a:lnTo>
                    <a:pt x="4842376" y="18268"/>
                  </a:lnTo>
                  <a:lnTo>
                    <a:pt x="4875543" y="19609"/>
                  </a:lnTo>
                  <a:lnTo>
                    <a:pt x="4908710" y="20907"/>
                  </a:lnTo>
                  <a:lnTo>
                    <a:pt x="4941876" y="22182"/>
                  </a:lnTo>
                  <a:lnTo>
                    <a:pt x="4975043" y="23454"/>
                  </a:lnTo>
                  <a:lnTo>
                    <a:pt x="5008210" y="24725"/>
                  </a:lnTo>
                  <a:lnTo>
                    <a:pt x="5041377" y="25995"/>
                  </a:lnTo>
                  <a:lnTo>
                    <a:pt x="5074544" y="27263"/>
                  </a:lnTo>
                  <a:lnTo>
                    <a:pt x="5107711" y="28530"/>
                  </a:lnTo>
                  <a:lnTo>
                    <a:pt x="5140878" y="29797"/>
                  </a:lnTo>
                  <a:lnTo>
                    <a:pt x="5174045" y="31064"/>
                  </a:lnTo>
                  <a:lnTo>
                    <a:pt x="5207212" y="32330"/>
                  </a:lnTo>
                  <a:lnTo>
                    <a:pt x="5240379" y="33598"/>
                  </a:lnTo>
                  <a:lnTo>
                    <a:pt x="5273546" y="34866"/>
                  </a:lnTo>
                  <a:lnTo>
                    <a:pt x="5306713" y="36135"/>
                  </a:lnTo>
                  <a:lnTo>
                    <a:pt x="5339880" y="37405"/>
                  </a:lnTo>
                  <a:lnTo>
                    <a:pt x="5373047" y="38678"/>
                  </a:lnTo>
                  <a:lnTo>
                    <a:pt x="5406214" y="39952"/>
                  </a:lnTo>
                  <a:lnTo>
                    <a:pt x="5439381" y="41229"/>
                  </a:lnTo>
                  <a:lnTo>
                    <a:pt x="5472548" y="42509"/>
                  </a:lnTo>
                  <a:lnTo>
                    <a:pt x="5505715" y="43792"/>
                  </a:lnTo>
                  <a:lnTo>
                    <a:pt x="5538882" y="45078"/>
                  </a:lnTo>
                  <a:lnTo>
                    <a:pt x="5572049" y="46368"/>
                  </a:lnTo>
                  <a:lnTo>
                    <a:pt x="5605216" y="47662"/>
                  </a:lnTo>
                  <a:lnTo>
                    <a:pt x="5638383" y="48961"/>
                  </a:lnTo>
                  <a:lnTo>
                    <a:pt x="5671550" y="50265"/>
                  </a:lnTo>
                  <a:lnTo>
                    <a:pt x="5704717" y="51573"/>
                  </a:lnTo>
                  <a:lnTo>
                    <a:pt x="5737884" y="52888"/>
                  </a:lnTo>
                  <a:lnTo>
                    <a:pt x="5771050" y="54208"/>
                  </a:lnTo>
                  <a:lnTo>
                    <a:pt x="5804217" y="55534"/>
                  </a:lnTo>
                  <a:lnTo>
                    <a:pt x="5837384" y="56866"/>
                  </a:lnTo>
                  <a:lnTo>
                    <a:pt x="5870551" y="58206"/>
                  </a:lnTo>
                  <a:lnTo>
                    <a:pt x="5903718" y="59552"/>
                  </a:lnTo>
                  <a:lnTo>
                    <a:pt x="5936885" y="60906"/>
                  </a:lnTo>
                  <a:lnTo>
                    <a:pt x="5970052" y="62268"/>
                  </a:lnTo>
                  <a:lnTo>
                    <a:pt x="6003219" y="63638"/>
                  </a:lnTo>
                  <a:lnTo>
                    <a:pt x="6036386" y="65016"/>
                  </a:lnTo>
                  <a:lnTo>
                    <a:pt x="6069553" y="66403"/>
                  </a:lnTo>
                  <a:lnTo>
                    <a:pt x="6102720" y="67800"/>
                  </a:lnTo>
                  <a:lnTo>
                    <a:pt x="6135887" y="69205"/>
                  </a:lnTo>
                  <a:lnTo>
                    <a:pt x="6169054" y="70621"/>
                  </a:lnTo>
                  <a:lnTo>
                    <a:pt x="6202221" y="72047"/>
                  </a:lnTo>
                  <a:lnTo>
                    <a:pt x="6235388" y="73483"/>
                  </a:lnTo>
                  <a:lnTo>
                    <a:pt x="6268555" y="74930"/>
                  </a:lnTo>
                  <a:lnTo>
                    <a:pt x="6301722" y="76388"/>
                  </a:lnTo>
                  <a:lnTo>
                    <a:pt x="6334889" y="77858"/>
                  </a:lnTo>
                  <a:lnTo>
                    <a:pt x="6368056" y="79339"/>
                  </a:lnTo>
                  <a:lnTo>
                    <a:pt x="6401223" y="80833"/>
                  </a:lnTo>
                  <a:lnTo>
                    <a:pt x="6434390" y="82339"/>
                  </a:lnTo>
                  <a:lnTo>
                    <a:pt x="6467557" y="83858"/>
                  </a:lnTo>
                  <a:lnTo>
                    <a:pt x="6500724" y="85390"/>
                  </a:lnTo>
                  <a:lnTo>
                    <a:pt x="6533891" y="86935"/>
                  </a:lnTo>
                  <a:lnTo>
                    <a:pt x="6567058" y="88495"/>
                  </a:lnTo>
                  <a:lnTo>
                    <a:pt x="6600224" y="90068"/>
                  </a:lnTo>
                </a:path>
              </a:pathLst>
            </a:custGeom>
            <a:ln w="46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tx46"/>
            <p:cNvSpPr/>
            <p:nvPr/>
          </p:nvSpPr>
          <p:spPr>
            <a:xfrm>
              <a:off x="817066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430439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4887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4887" y="25546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2708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264753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264753" y="459601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264753" y="401277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264753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264753" y="284629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8264753" y="226305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125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264753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114144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18748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260816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334152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07488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857937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56020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29356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02692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776028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1950323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455459" y="3419472"/>
              <a:ext cx="20647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  (carboplatin ±20%)</a:t>
              </a:r>
            </a:p>
          </p:txBody>
        </p:sp>
        <p:sp>
          <p:nvSpPr>
            <p:cNvPr id="70" name="tx70"/>
            <p:cNvSpPr/>
            <p:nvPr/>
          </p:nvSpPr>
          <p:spPr>
            <a:xfrm rot="5400000">
              <a:off x="7864385" y="3419472"/>
              <a:ext cx="140543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Number of participants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941876" y="1367948"/>
              <a:ext cx="394097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Black line = % overdosed (left axis) · bars = distribution (right axis) · N = 1,200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219303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34444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46958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94721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1719860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7188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0524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73860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47196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67203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40539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3875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87211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941876" y="5149314"/>
              <a:ext cx="330011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71887" y="5149314"/>
              <a:ext cx="366679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38566" y="4846029"/>
              <a:ext cx="366679" cy="37327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005245" y="4589403"/>
              <a:ext cx="366679" cy="62989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371925" y="4519414"/>
              <a:ext cx="366679" cy="6998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738604" y="4006163"/>
              <a:ext cx="366679" cy="121314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3105283" y="3189626"/>
              <a:ext cx="366679" cy="20296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471962" y="2979660"/>
              <a:ext cx="366679" cy="223964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838641" y="2093134"/>
              <a:ext cx="366679" cy="312616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4205320" y="2023145"/>
              <a:ext cx="366679" cy="319615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572000" y="1929827"/>
              <a:ext cx="366679" cy="32894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938679" y="2373089"/>
              <a:ext cx="366679" cy="284621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305358" y="2863011"/>
              <a:ext cx="366679" cy="2356291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672037" y="3562900"/>
              <a:ext cx="366679" cy="165640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038716" y="3772867"/>
              <a:ext cx="366679" cy="14464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405395" y="4262789"/>
              <a:ext cx="366679" cy="95651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772074" y="4449426"/>
              <a:ext cx="366679" cy="76987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38754" y="4799370"/>
              <a:ext cx="366679" cy="41993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505433" y="5032666"/>
              <a:ext cx="366679" cy="1866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872112" y="5009336"/>
              <a:ext cx="330011" cy="20996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1271887" y="4254260"/>
              <a:ext cx="6600224" cy="965043"/>
            </a:xfrm>
            <a:custGeom>
              <a:avLst/>
              <a:pathLst>
                <a:path w="6600224" h="965043">
                  <a:moveTo>
                    <a:pt x="0" y="183623"/>
                  </a:moveTo>
                  <a:lnTo>
                    <a:pt x="33166" y="199679"/>
                  </a:lnTo>
                  <a:lnTo>
                    <a:pt x="66333" y="215445"/>
                  </a:lnTo>
                  <a:lnTo>
                    <a:pt x="99500" y="230919"/>
                  </a:lnTo>
                  <a:lnTo>
                    <a:pt x="132667" y="246101"/>
                  </a:lnTo>
                  <a:lnTo>
                    <a:pt x="165834" y="260990"/>
                  </a:lnTo>
                  <a:lnTo>
                    <a:pt x="199001" y="275585"/>
                  </a:lnTo>
                  <a:lnTo>
                    <a:pt x="232168" y="289886"/>
                  </a:lnTo>
                  <a:lnTo>
                    <a:pt x="265335" y="303891"/>
                  </a:lnTo>
                  <a:lnTo>
                    <a:pt x="298502" y="317598"/>
                  </a:lnTo>
                  <a:lnTo>
                    <a:pt x="331669" y="331009"/>
                  </a:lnTo>
                  <a:lnTo>
                    <a:pt x="364836" y="344120"/>
                  </a:lnTo>
                  <a:lnTo>
                    <a:pt x="398003" y="356931"/>
                  </a:lnTo>
                  <a:lnTo>
                    <a:pt x="431170" y="369442"/>
                  </a:lnTo>
                  <a:lnTo>
                    <a:pt x="464337" y="381649"/>
                  </a:lnTo>
                  <a:lnTo>
                    <a:pt x="497504" y="393553"/>
                  </a:lnTo>
                  <a:lnTo>
                    <a:pt x="530671" y="405152"/>
                  </a:lnTo>
                  <a:lnTo>
                    <a:pt x="563838" y="416445"/>
                  </a:lnTo>
                  <a:lnTo>
                    <a:pt x="597005" y="427430"/>
                  </a:lnTo>
                  <a:lnTo>
                    <a:pt x="630172" y="438105"/>
                  </a:lnTo>
                  <a:lnTo>
                    <a:pt x="663339" y="448470"/>
                  </a:lnTo>
                  <a:lnTo>
                    <a:pt x="696506" y="458522"/>
                  </a:lnTo>
                  <a:lnTo>
                    <a:pt x="729673" y="468261"/>
                  </a:lnTo>
                  <a:lnTo>
                    <a:pt x="762840" y="477684"/>
                  </a:lnTo>
                  <a:lnTo>
                    <a:pt x="796007" y="486790"/>
                  </a:lnTo>
                  <a:lnTo>
                    <a:pt x="829173" y="495577"/>
                  </a:lnTo>
                  <a:lnTo>
                    <a:pt x="862340" y="504044"/>
                  </a:lnTo>
                  <a:lnTo>
                    <a:pt x="895507" y="512189"/>
                  </a:lnTo>
                  <a:lnTo>
                    <a:pt x="928674" y="520011"/>
                  </a:lnTo>
                  <a:lnTo>
                    <a:pt x="961841" y="527508"/>
                  </a:lnTo>
                  <a:lnTo>
                    <a:pt x="995008" y="534679"/>
                  </a:lnTo>
                  <a:lnTo>
                    <a:pt x="1028175" y="541523"/>
                  </a:lnTo>
                  <a:lnTo>
                    <a:pt x="1061342" y="548040"/>
                  </a:lnTo>
                  <a:lnTo>
                    <a:pt x="1094509" y="554228"/>
                  </a:lnTo>
                  <a:lnTo>
                    <a:pt x="1127676" y="560087"/>
                  </a:lnTo>
                  <a:lnTo>
                    <a:pt x="1160843" y="565616"/>
                  </a:lnTo>
                  <a:lnTo>
                    <a:pt x="1194010" y="570818"/>
                  </a:lnTo>
                  <a:lnTo>
                    <a:pt x="1227177" y="575691"/>
                  </a:lnTo>
                  <a:lnTo>
                    <a:pt x="1260344" y="580238"/>
                  </a:lnTo>
                  <a:lnTo>
                    <a:pt x="1293511" y="584460"/>
                  </a:lnTo>
                  <a:lnTo>
                    <a:pt x="1326678" y="588359"/>
                  </a:lnTo>
                  <a:lnTo>
                    <a:pt x="1359845" y="591940"/>
                  </a:lnTo>
                  <a:lnTo>
                    <a:pt x="1393012" y="595206"/>
                  </a:lnTo>
                  <a:lnTo>
                    <a:pt x="1426179" y="598161"/>
                  </a:lnTo>
                  <a:lnTo>
                    <a:pt x="1459346" y="600811"/>
                  </a:lnTo>
                  <a:lnTo>
                    <a:pt x="1492513" y="603162"/>
                  </a:lnTo>
                  <a:lnTo>
                    <a:pt x="1525680" y="605220"/>
                  </a:lnTo>
                  <a:lnTo>
                    <a:pt x="1558847" y="606995"/>
                  </a:lnTo>
                  <a:lnTo>
                    <a:pt x="1592014" y="608493"/>
                  </a:lnTo>
                  <a:lnTo>
                    <a:pt x="1625181" y="609724"/>
                  </a:lnTo>
                  <a:lnTo>
                    <a:pt x="1658347" y="610697"/>
                  </a:lnTo>
                  <a:lnTo>
                    <a:pt x="1691514" y="611422"/>
                  </a:lnTo>
                  <a:lnTo>
                    <a:pt x="1724681" y="611909"/>
                  </a:lnTo>
                  <a:lnTo>
                    <a:pt x="1757848" y="612169"/>
                  </a:lnTo>
                  <a:lnTo>
                    <a:pt x="1791015" y="612212"/>
                  </a:lnTo>
                  <a:lnTo>
                    <a:pt x="1824182" y="612048"/>
                  </a:lnTo>
                  <a:lnTo>
                    <a:pt x="1857349" y="611687"/>
                  </a:lnTo>
                  <a:lnTo>
                    <a:pt x="1890516" y="611140"/>
                  </a:lnTo>
                  <a:lnTo>
                    <a:pt x="1923683" y="610410"/>
                  </a:lnTo>
                  <a:lnTo>
                    <a:pt x="1956850" y="609484"/>
                  </a:lnTo>
                  <a:lnTo>
                    <a:pt x="1990017" y="608367"/>
                  </a:lnTo>
                  <a:lnTo>
                    <a:pt x="2023184" y="607063"/>
                  </a:lnTo>
                  <a:lnTo>
                    <a:pt x="2056351" y="605579"/>
                  </a:lnTo>
                  <a:lnTo>
                    <a:pt x="2089518" y="603917"/>
                  </a:lnTo>
                  <a:lnTo>
                    <a:pt x="2122685" y="602082"/>
                  </a:lnTo>
                  <a:lnTo>
                    <a:pt x="2155852" y="600077"/>
                  </a:lnTo>
                  <a:lnTo>
                    <a:pt x="2189019" y="597904"/>
                  </a:lnTo>
                  <a:lnTo>
                    <a:pt x="2222186" y="595568"/>
                  </a:lnTo>
                  <a:lnTo>
                    <a:pt x="2255353" y="593074"/>
                  </a:lnTo>
                  <a:lnTo>
                    <a:pt x="2288520" y="590426"/>
                  </a:lnTo>
                  <a:lnTo>
                    <a:pt x="2321687" y="587632"/>
                  </a:lnTo>
                  <a:lnTo>
                    <a:pt x="2354854" y="584699"/>
                  </a:lnTo>
                  <a:lnTo>
                    <a:pt x="2388021" y="581637"/>
                  </a:lnTo>
                  <a:lnTo>
                    <a:pt x="2421188" y="578454"/>
                  </a:lnTo>
                  <a:lnTo>
                    <a:pt x="2454355" y="575161"/>
                  </a:lnTo>
                  <a:lnTo>
                    <a:pt x="2487521" y="571772"/>
                  </a:lnTo>
                  <a:lnTo>
                    <a:pt x="2520688" y="568297"/>
                  </a:lnTo>
                  <a:lnTo>
                    <a:pt x="2553855" y="564403"/>
                  </a:lnTo>
                  <a:lnTo>
                    <a:pt x="2587022" y="559877"/>
                  </a:lnTo>
                  <a:lnTo>
                    <a:pt x="2620189" y="554783"/>
                  </a:lnTo>
                  <a:lnTo>
                    <a:pt x="2653356" y="549182"/>
                  </a:lnTo>
                  <a:lnTo>
                    <a:pt x="2686523" y="543148"/>
                  </a:lnTo>
                  <a:lnTo>
                    <a:pt x="2719690" y="536763"/>
                  </a:lnTo>
                  <a:lnTo>
                    <a:pt x="2752857" y="530129"/>
                  </a:lnTo>
                  <a:lnTo>
                    <a:pt x="2786024" y="523364"/>
                  </a:lnTo>
                  <a:lnTo>
                    <a:pt x="2819191" y="516610"/>
                  </a:lnTo>
                  <a:lnTo>
                    <a:pt x="2852358" y="510024"/>
                  </a:lnTo>
                  <a:lnTo>
                    <a:pt x="2885525" y="503778"/>
                  </a:lnTo>
                  <a:lnTo>
                    <a:pt x="2918692" y="498056"/>
                  </a:lnTo>
                  <a:lnTo>
                    <a:pt x="2951859" y="492899"/>
                  </a:lnTo>
                  <a:lnTo>
                    <a:pt x="2985026" y="487412"/>
                  </a:lnTo>
                  <a:lnTo>
                    <a:pt x="3018193" y="481450"/>
                  </a:lnTo>
                  <a:lnTo>
                    <a:pt x="3051360" y="475063"/>
                  </a:lnTo>
                  <a:lnTo>
                    <a:pt x="3084527" y="468308"/>
                  </a:lnTo>
                  <a:lnTo>
                    <a:pt x="3117694" y="461256"/>
                  </a:lnTo>
                  <a:lnTo>
                    <a:pt x="3150861" y="454007"/>
                  </a:lnTo>
                  <a:lnTo>
                    <a:pt x="3184028" y="446684"/>
                  </a:lnTo>
                  <a:lnTo>
                    <a:pt x="3217195" y="439443"/>
                  </a:lnTo>
                  <a:lnTo>
                    <a:pt x="3250362" y="432467"/>
                  </a:lnTo>
                  <a:lnTo>
                    <a:pt x="3283529" y="425960"/>
                  </a:lnTo>
                  <a:lnTo>
                    <a:pt x="3316695" y="420142"/>
                  </a:lnTo>
                  <a:lnTo>
                    <a:pt x="3349862" y="415239"/>
                  </a:lnTo>
                  <a:lnTo>
                    <a:pt x="3383029" y="410875"/>
                  </a:lnTo>
                  <a:lnTo>
                    <a:pt x="3416196" y="406325"/>
                  </a:lnTo>
                  <a:lnTo>
                    <a:pt x="3449363" y="401576"/>
                  </a:lnTo>
                  <a:lnTo>
                    <a:pt x="3482530" y="396631"/>
                  </a:lnTo>
                  <a:lnTo>
                    <a:pt x="3515697" y="391515"/>
                  </a:lnTo>
                  <a:lnTo>
                    <a:pt x="3548864" y="386282"/>
                  </a:lnTo>
                  <a:lnTo>
                    <a:pt x="3582031" y="381028"/>
                  </a:lnTo>
                  <a:lnTo>
                    <a:pt x="3615198" y="375883"/>
                  </a:lnTo>
                  <a:lnTo>
                    <a:pt x="3648365" y="371013"/>
                  </a:lnTo>
                  <a:lnTo>
                    <a:pt x="3681532" y="366610"/>
                  </a:lnTo>
                  <a:lnTo>
                    <a:pt x="3714699" y="362878"/>
                  </a:lnTo>
                  <a:lnTo>
                    <a:pt x="3747866" y="359958"/>
                  </a:lnTo>
                  <a:lnTo>
                    <a:pt x="3781033" y="357450"/>
                  </a:lnTo>
                  <a:lnTo>
                    <a:pt x="3814200" y="355189"/>
                  </a:lnTo>
                  <a:lnTo>
                    <a:pt x="3847367" y="353108"/>
                  </a:lnTo>
                  <a:lnTo>
                    <a:pt x="3880534" y="351146"/>
                  </a:lnTo>
                  <a:lnTo>
                    <a:pt x="3913701" y="349255"/>
                  </a:lnTo>
                  <a:lnTo>
                    <a:pt x="3946868" y="347397"/>
                  </a:lnTo>
                  <a:lnTo>
                    <a:pt x="3980035" y="345554"/>
                  </a:lnTo>
                  <a:lnTo>
                    <a:pt x="4013202" y="343720"/>
                  </a:lnTo>
                  <a:lnTo>
                    <a:pt x="4046369" y="341908"/>
                  </a:lnTo>
                  <a:lnTo>
                    <a:pt x="4079536" y="340141"/>
                  </a:lnTo>
                  <a:lnTo>
                    <a:pt x="4112703" y="338454"/>
                  </a:lnTo>
                  <a:lnTo>
                    <a:pt x="4145869" y="336889"/>
                  </a:lnTo>
                  <a:lnTo>
                    <a:pt x="4179036" y="335491"/>
                  </a:lnTo>
                  <a:lnTo>
                    <a:pt x="4212203" y="334300"/>
                  </a:lnTo>
                  <a:lnTo>
                    <a:pt x="4245370" y="333339"/>
                  </a:lnTo>
                  <a:lnTo>
                    <a:pt x="4278537" y="332579"/>
                  </a:lnTo>
                  <a:lnTo>
                    <a:pt x="4311704" y="331982"/>
                  </a:lnTo>
                  <a:lnTo>
                    <a:pt x="4344871" y="331508"/>
                  </a:lnTo>
                  <a:lnTo>
                    <a:pt x="4378038" y="331123"/>
                  </a:lnTo>
                  <a:lnTo>
                    <a:pt x="4411205" y="330793"/>
                  </a:lnTo>
                  <a:lnTo>
                    <a:pt x="4444372" y="330485"/>
                  </a:lnTo>
                  <a:lnTo>
                    <a:pt x="4477539" y="330170"/>
                  </a:lnTo>
                  <a:lnTo>
                    <a:pt x="4510706" y="329821"/>
                  </a:lnTo>
                  <a:lnTo>
                    <a:pt x="4543873" y="329413"/>
                  </a:lnTo>
                  <a:lnTo>
                    <a:pt x="4577040" y="328924"/>
                  </a:lnTo>
                  <a:lnTo>
                    <a:pt x="4610207" y="328334"/>
                  </a:lnTo>
                  <a:lnTo>
                    <a:pt x="4643374" y="327626"/>
                  </a:lnTo>
                  <a:lnTo>
                    <a:pt x="4676541" y="326784"/>
                  </a:lnTo>
                  <a:lnTo>
                    <a:pt x="4709708" y="325793"/>
                  </a:lnTo>
                  <a:lnTo>
                    <a:pt x="4742875" y="324641"/>
                  </a:lnTo>
                  <a:lnTo>
                    <a:pt x="4776042" y="323315"/>
                  </a:lnTo>
                  <a:lnTo>
                    <a:pt x="4809209" y="321803"/>
                  </a:lnTo>
                  <a:lnTo>
                    <a:pt x="4842376" y="320093"/>
                  </a:lnTo>
                  <a:lnTo>
                    <a:pt x="4875543" y="318170"/>
                  </a:lnTo>
                  <a:lnTo>
                    <a:pt x="4908710" y="316022"/>
                  </a:lnTo>
                  <a:lnTo>
                    <a:pt x="4941876" y="313721"/>
                  </a:lnTo>
                  <a:lnTo>
                    <a:pt x="4975043" y="311327"/>
                  </a:lnTo>
                  <a:lnTo>
                    <a:pt x="5008210" y="308842"/>
                  </a:lnTo>
                  <a:lnTo>
                    <a:pt x="5041377" y="306263"/>
                  </a:lnTo>
                  <a:lnTo>
                    <a:pt x="5074544" y="303589"/>
                  </a:lnTo>
                  <a:lnTo>
                    <a:pt x="5107711" y="300818"/>
                  </a:lnTo>
                  <a:lnTo>
                    <a:pt x="5140878" y="297946"/>
                  </a:lnTo>
                  <a:lnTo>
                    <a:pt x="5174045" y="294971"/>
                  </a:lnTo>
                  <a:lnTo>
                    <a:pt x="5207212" y="291888"/>
                  </a:lnTo>
                  <a:lnTo>
                    <a:pt x="5240379" y="288693"/>
                  </a:lnTo>
                  <a:lnTo>
                    <a:pt x="5273546" y="285380"/>
                  </a:lnTo>
                  <a:lnTo>
                    <a:pt x="5306713" y="281945"/>
                  </a:lnTo>
                  <a:lnTo>
                    <a:pt x="5339880" y="278382"/>
                  </a:lnTo>
                  <a:lnTo>
                    <a:pt x="5373047" y="274685"/>
                  </a:lnTo>
                  <a:lnTo>
                    <a:pt x="5406214" y="270848"/>
                  </a:lnTo>
                  <a:lnTo>
                    <a:pt x="5439381" y="266866"/>
                  </a:lnTo>
                  <a:lnTo>
                    <a:pt x="5472548" y="262731"/>
                  </a:lnTo>
                  <a:lnTo>
                    <a:pt x="5505715" y="258437"/>
                  </a:lnTo>
                  <a:lnTo>
                    <a:pt x="5538882" y="253979"/>
                  </a:lnTo>
                  <a:lnTo>
                    <a:pt x="5572049" y="249349"/>
                  </a:lnTo>
                  <a:lnTo>
                    <a:pt x="5605216" y="244543"/>
                  </a:lnTo>
                  <a:lnTo>
                    <a:pt x="5638383" y="239553"/>
                  </a:lnTo>
                  <a:lnTo>
                    <a:pt x="5671550" y="234375"/>
                  </a:lnTo>
                  <a:lnTo>
                    <a:pt x="5704717" y="229004"/>
                  </a:lnTo>
                  <a:lnTo>
                    <a:pt x="5737884" y="223432"/>
                  </a:lnTo>
                  <a:lnTo>
                    <a:pt x="5771050" y="217658"/>
                  </a:lnTo>
                  <a:lnTo>
                    <a:pt x="5804217" y="211674"/>
                  </a:lnTo>
                  <a:lnTo>
                    <a:pt x="5837384" y="205479"/>
                  </a:lnTo>
                  <a:lnTo>
                    <a:pt x="5870551" y="199067"/>
                  </a:lnTo>
                  <a:lnTo>
                    <a:pt x="5903718" y="192436"/>
                  </a:lnTo>
                  <a:lnTo>
                    <a:pt x="5936885" y="185582"/>
                  </a:lnTo>
                  <a:lnTo>
                    <a:pt x="5970052" y="178504"/>
                  </a:lnTo>
                  <a:lnTo>
                    <a:pt x="6003219" y="171198"/>
                  </a:lnTo>
                  <a:lnTo>
                    <a:pt x="6036386" y="163664"/>
                  </a:lnTo>
                  <a:lnTo>
                    <a:pt x="6069553" y="155898"/>
                  </a:lnTo>
                  <a:lnTo>
                    <a:pt x="6102720" y="147901"/>
                  </a:lnTo>
                  <a:lnTo>
                    <a:pt x="6135887" y="139671"/>
                  </a:lnTo>
                  <a:lnTo>
                    <a:pt x="6169054" y="131208"/>
                  </a:lnTo>
                  <a:lnTo>
                    <a:pt x="6202221" y="122510"/>
                  </a:lnTo>
                  <a:lnTo>
                    <a:pt x="6235388" y="113579"/>
                  </a:lnTo>
                  <a:lnTo>
                    <a:pt x="6268555" y="104413"/>
                  </a:lnTo>
                  <a:lnTo>
                    <a:pt x="6301722" y="95014"/>
                  </a:lnTo>
                  <a:lnTo>
                    <a:pt x="6334889" y="85381"/>
                  </a:lnTo>
                  <a:lnTo>
                    <a:pt x="6368056" y="75516"/>
                  </a:lnTo>
                  <a:lnTo>
                    <a:pt x="6401223" y="65418"/>
                  </a:lnTo>
                  <a:lnTo>
                    <a:pt x="6434390" y="55088"/>
                  </a:lnTo>
                  <a:lnTo>
                    <a:pt x="6467557" y="44528"/>
                  </a:lnTo>
                  <a:lnTo>
                    <a:pt x="6500724" y="33738"/>
                  </a:lnTo>
                  <a:lnTo>
                    <a:pt x="6533891" y="22719"/>
                  </a:lnTo>
                  <a:lnTo>
                    <a:pt x="6567058" y="11473"/>
                  </a:lnTo>
                  <a:lnTo>
                    <a:pt x="6600224" y="0"/>
                  </a:lnTo>
                  <a:lnTo>
                    <a:pt x="6600224" y="577248"/>
                  </a:lnTo>
                  <a:lnTo>
                    <a:pt x="6567058" y="573818"/>
                  </a:lnTo>
                  <a:lnTo>
                    <a:pt x="6533891" y="570520"/>
                  </a:lnTo>
                  <a:lnTo>
                    <a:pt x="6500724" y="567354"/>
                  </a:lnTo>
                  <a:lnTo>
                    <a:pt x="6467557" y="564321"/>
                  </a:lnTo>
                  <a:lnTo>
                    <a:pt x="6434390" y="561421"/>
                  </a:lnTo>
                  <a:lnTo>
                    <a:pt x="6401223" y="558656"/>
                  </a:lnTo>
                  <a:lnTo>
                    <a:pt x="6368056" y="556027"/>
                  </a:lnTo>
                  <a:lnTo>
                    <a:pt x="6334889" y="553533"/>
                  </a:lnTo>
                  <a:lnTo>
                    <a:pt x="6301722" y="551174"/>
                  </a:lnTo>
                  <a:lnTo>
                    <a:pt x="6268555" y="548953"/>
                  </a:lnTo>
                  <a:lnTo>
                    <a:pt x="6235388" y="546868"/>
                  </a:lnTo>
                  <a:lnTo>
                    <a:pt x="6202221" y="544919"/>
                  </a:lnTo>
                  <a:lnTo>
                    <a:pt x="6169054" y="543107"/>
                  </a:lnTo>
                  <a:lnTo>
                    <a:pt x="6135887" y="541431"/>
                  </a:lnTo>
                  <a:lnTo>
                    <a:pt x="6102720" y="539890"/>
                  </a:lnTo>
                  <a:lnTo>
                    <a:pt x="6069553" y="538484"/>
                  </a:lnTo>
                  <a:lnTo>
                    <a:pt x="6036386" y="537211"/>
                  </a:lnTo>
                  <a:lnTo>
                    <a:pt x="6003219" y="536070"/>
                  </a:lnTo>
                  <a:lnTo>
                    <a:pt x="5970052" y="535059"/>
                  </a:lnTo>
                  <a:lnTo>
                    <a:pt x="5936885" y="534177"/>
                  </a:lnTo>
                  <a:lnTo>
                    <a:pt x="5903718" y="533419"/>
                  </a:lnTo>
                  <a:lnTo>
                    <a:pt x="5870551" y="532785"/>
                  </a:lnTo>
                  <a:lnTo>
                    <a:pt x="5837384" y="532270"/>
                  </a:lnTo>
                  <a:lnTo>
                    <a:pt x="5804217" y="531872"/>
                  </a:lnTo>
                  <a:lnTo>
                    <a:pt x="5771050" y="531585"/>
                  </a:lnTo>
                  <a:lnTo>
                    <a:pt x="5737884" y="531407"/>
                  </a:lnTo>
                  <a:lnTo>
                    <a:pt x="5704717" y="531331"/>
                  </a:lnTo>
                  <a:lnTo>
                    <a:pt x="5671550" y="531354"/>
                  </a:lnTo>
                  <a:lnTo>
                    <a:pt x="5638383" y="531470"/>
                  </a:lnTo>
                  <a:lnTo>
                    <a:pt x="5605216" y="531674"/>
                  </a:lnTo>
                  <a:lnTo>
                    <a:pt x="5572049" y="531959"/>
                  </a:lnTo>
                  <a:lnTo>
                    <a:pt x="5538882" y="532319"/>
                  </a:lnTo>
                  <a:lnTo>
                    <a:pt x="5505715" y="532748"/>
                  </a:lnTo>
                  <a:lnTo>
                    <a:pt x="5472548" y="533240"/>
                  </a:lnTo>
                  <a:lnTo>
                    <a:pt x="5439381" y="533789"/>
                  </a:lnTo>
                  <a:lnTo>
                    <a:pt x="5406214" y="534387"/>
                  </a:lnTo>
                  <a:lnTo>
                    <a:pt x="5373047" y="535028"/>
                  </a:lnTo>
                  <a:lnTo>
                    <a:pt x="5339880" y="535707"/>
                  </a:lnTo>
                  <a:lnTo>
                    <a:pt x="5306713" y="536416"/>
                  </a:lnTo>
                  <a:lnTo>
                    <a:pt x="5273546" y="537150"/>
                  </a:lnTo>
                  <a:lnTo>
                    <a:pt x="5240379" y="537902"/>
                  </a:lnTo>
                  <a:lnTo>
                    <a:pt x="5207212" y="538669"/>
                  </a:lnTo>
                  <a:lnTo>
                    <a:pt x="5174045" y="539443"/>
                  </a:lnTo>
                  <a:lnTo>
                    <a:pt x="5140878" y="540221"/>
                  </a:lnTo>
                  <a:lnTo>
                    <a:pt x="5107711" y="540999"/>
                  </a:lnTo>
                  <a:lnTo>
                    <a:pt x="5074544" y="541772"/>
                  </a:lnTo>
                  <a:lnTo>
                    <a:pt x="5041377" y="542538"/>
                  </a:lnTo>
                  <a:lnTo>
                    <a:pt x="5008210" y="543294"/>
                  </a:lnTo>
                  <a:lnTo>
                    <a:pt x="4975043" y="544038"/>
                  </a:lnTo>
                  <a:lnTo>
                    <a:pt x="4941876" y="544769"/>
                  </a:lnTo>
                  <a:lnTo>
                    <a:pt x="4908710" y="545486"/>
                  </a:lnTo>
                  <a:lnTo>
                    <a:pt x="4875543" y="546074"/>
                  </a:lnTo>
                  <a:lnTo>
                    <a:pt x="4842376" y="546394"/>
                  </a:lnTo>
                  <a:lnTo>
                    <a:pt x="4809209" y="546477"/>
                  </a:lnTo>
                  <a:lnTo>
                    <a:pt x="4776042" y="546355"/>
                  </a:lnTo>
                  <a:lnTo>
                    <a:pt x="4742875" y="546062"/>
                  </a:lnTo>
                  <a:lnTo>
                    <a:pt x="4709708" y="545631"/>
                  </a:lnTo>
                  <a:lnTo>
                    <a:pt x="4676541" y="545096"/>
                  </a:lnTo>
                  <a:lnTo>
                    <a:pt x="4643374" y="544490"/>
                  </a:lnTo>
                  <a:lnTo>
                    <a:pt x="4610207" y="543843"/>
                  </a:lnTo>
                  <a:lnTo>
                    <a:pt x="4577040" y="543187"/>
                  </a:lnTo>
                  <a:lnTo>
                    <a:pt x="4543873" y="542549"/>
                  </a:lnTo>
                  <a:lnTo>
                    <a:pt x="4510706" y="541955"/>
                  </a:lnTo>
                  <a:lnTo>
                    <a:pt x="4477539" y="541429"/>
                  </a:lnTo>
                  <a:lnTo>
                    <a:pt x="4444372" y="540992"/>
                  </a:lnTo>
                  <a:lnTo>
                    <a:pt x="4411205" y="540662"/>
                  </a:lnTo>
                  <a:lnTo>
                    <a:pt x="4378038" y="540457"/>
                  </a:lnTo>
                  <a:lnTo>
                    <a:pt x="4344871" y="540390"/>
                  </a:lnTo>
                  <a:lnTo>
                    <a:pt x="4311704" y="540472"/>
                  </a:lnTo>
                  <a:lnTo>
                    <a:pt x="4278537" y="540714"/>
                  </a:lnTo>
                  <a:lnTo>
                    <a:pt x="4245370" y="541123"/>
                  </a:lnTo>
                  <a:lnTo>
                    <a:pt x="4212203" y="541707"/>
                  </a:lnTo>
                  <a:lnTo>
                    <a:pt x="4179036" y="542305"/>
                  </a:lnTo>
                  <a:lnTo>
                    <a:pt x="4145869" y="542793"/>
                  </a:lnTo>
                  <a:lnTo>
                    <a:pt x="4112703" y="543238"/>
                  </a:lnTo>
                  <a:lnTo>
                    <a:pt x="4079536" y="543709"/>
                  </a:lnTo>
                  <a:lnTo>
                    <a:pt x="4046369" y="544273"/>
                  </a:lnTo>
                  <a:lnTo>
                    <a:pt x="4013202" y="544990"/>
                  </a:lnTo>
                  <a:lnTo>
                    <a:pt x="3980035" y="545908"/>
                  </a:lnTo>
                  <a:lnTo>
                    <a:pt x="3946868" y="547064"/>
                  </a:lnTo>
                  <a:lnTo>
                    <a:pt x="3913701" y="548479"/>
                  </a:lnTo>
                  <a:lnTo>
                    <a:pt x="3880534" y="550157"/>
                  </a:lnTo>
                  <a:lnTo>
                    <a:pt x="3847367" y="552088"/>
                  </a:lnTo>
                  <a:lnTo>
                    <a:pt x="3814200" y="554247"/>
                  </a:lnTo>
                  <a:lnTo>
                    <a:pt x="3781033" y="556598"/>
                  </a:lnTo>
                  <a:lnTo>
                    <a:pt x="3747866" y="559099"/>
                  </a:lnTo>
                  <a:lnTo>
                    <a:pt x="3714699" y="561745"/>
                  </a:lnTo>
                  <a:lnTo>
                    <a:pt x="3681532" y="564708"/>
                  </a:lnTo>
                  <a:lnTo>
                    <a:pt x="3648365" y="568033"/>
                  </a:lnTo>
                  <a:lnTo>
                    <a:pt x="3615198" y="571742"/>
                  </a:lnTo>
                  <a:lnTo>
                    <a:pt x="3582031" y="575844"/>
                  </a:lnTo>
                  <a:lnTo>
                    <a:pt x="3548864" y="580323"/>
                  </a:lnTo>
                  <a:lnTo>
                    <a:pt x="3515697" y="585129"/>
                  </a:lnTo>
                  <a:lnTo>
                    <a:pt x="3482530" y="590172"/>
                  </a:lnTo>
                  <a:lnTo>
                    <a:pt x="3449363" y="595328"/>
                  </a:lnTo>
                  <a:lnTo>
                    <a:pt x="3416196" y="600438"/>
                  </a:lnTo>
                  <a:lnTo>
                    <a:pt x="3383029" y="605322"/>
                  </a:lnTo>
                  <a:lnTo>
                    <a:pt x="3349862" y="609795"/>
                  </a:lnTo>
                  <a:lnTo>
                    <a:pt x="3316695" y="614418"/>
                  </a:lnTo>
                  <a:lnTo>
                    <a:pt x="3283529" y="619658"/>
                  </a:lnTo>
                  <a:lnTo>
                    <a:pt x="3250362" y="625467"/>
                  </a:lnTo>
                  <a:lnTo>
                    <a:pt x="3217195" y="631794"/>
                  </a:lnTo>
                  <a:lnTo>
                    <a:pt x="3184028" y="638572"/>
                  </a:lnTo>
                  <a:lnTo>
                    <a:pt x="3150861" y="645712"/>
                  </a:lnTo>
                  <a:lnTo>
                    <a:pt x="3117694" y="653096"/>
                  </a:lnTo>
                  <a:lnTo>
                    <a:pt x="3084527" y="660578"/>
                  </a:lnTo>
                  <a:lnTo>
                    <a:pt x="3051360" y="667984"/>
                  </a:lnTo>
                  <a:lnTo>
                    <a:pt x="3018193" y="675115"/>
                  </a:lnTo>
                  <a:lnTo>
                    <a:pt x="2985026" y="681756"/>
                  </a:lnTo>
                  <a:lnTo>
                    <a:pt x="2951859" y="687683"/>
                  </a:lnTo>
                  <a:lnTo>
                    <a:pt x="2918692" y="692903"/>
                  </a:lnTo>
                  <a:lnTo>
                    <a:pt x="2885525" y="698437"/>
                  </a:lnTo>
                  <a:lnTo>
                    <a:pt x="2852358" y="704392"/>
                  </a:lnTo>
                  <a:lnTo>
                    <a:pt x="2819191" y="710708"/>
                  </a:lnTo>
                  <a:lnTo>
                    <a:pt x="2786024" y="717316"/>
                  </a:lnTo>
                  <a:lnTo>
                    <a:pt x="2752857" y="724132"/>
                  </a:lnTo>
                  <a:lnTo>
                    <a:pt x="2719690" y="731052"/>
                  </a:lnTo>
                  <a:lnTo>
                    <a:pt x="2686523" y="737953"/>
                  </a:lnTo>
                  <a:lnTo>
                    <a:pt x="2653356" y="744695"/>
                  </a:lnTo>
                  <a:lnTo>
                    <a:pt x="2620189" y="751117"/>
                  </a:lnTo>
                  <a:lnTo>
                    <a:pt x="2587022" y="757049"/>
                  </a:lnTo>
                  <a:lnTo>
                    <a:pt x="2553855" y="762312"/>
                  </a:lnTo>
                  <a:lnTo>
                    <a:pt x="2520688" y="766725"/>
                  </a:lnTo>
                  <a:lnTo>
                    <a:pt x="2487521" y="770557"/>
                  </a:lnTo>
                  <a:lnTo>
                    <a:pt x="2454355" y="774326"/>
                  </a:lnTo>
                  <a:lnTo>
                    <a:pt x="2421188" y="778037"/>
                  </a:lnTo>
                  <a:lnTo>
                    <a:pt x="2388021" y="781694"/>
                  </a:lnTo>
                  <a:lnTo>
                    <a:pt x="2354854" y="785299"/>
                  </a:lnTo>
                  <a:lnTo>
                    <a:pt x="2321687" y="788854"/>
                  </a:lnTo>
                  <a:lnTo>
                    <a:pt x="2288520" y="792358"/>
                  </a:lnTo>
                  <a:lnTo>
                    <a:pt x="2255353" y="795812"/>
                  </a:lnTo>
                  <a:lnTo>
                    <a:pt x="2222186" y="799212"/>
                  </a:lnTo>
                  <a:lnTo>
                    <a:pt x="2189019" y="802556"/>
                  </a:lnTo>
                  <a:lnTo>
                    <a:pt x="2155852" y="805840"/>
                  </a:lnTo>
                  <a:lnTo>
                    <a:pt x="2122685" y="809059"/>
                  </a:lnTo>
                  <a:lnTo>
                    <a:pt x="2089518" y="812209"/>
                  </a:lnTo>
                  <a:lnTo>
                    <a:pt x="2056351" y="815283"/>
                  </a:lnTo>
                  <a:lnTo>
                    <a:pt x="2023184" y="818277"/>
                  </a:lnTo>
                  <a:lnTo>
                    <a:pt x="1990017" y="821186"/>
                  </a:lnTo>
                  <a:lnTo>
                    <a:pt x="1956850" y="824006"/>
                  </a:lnTo>
                  <a:lnTo>
                    <a:pt x="1923683" y="826734"/>
                  </a:lnTo>
                  <a:lnTo>
                    <a:pt x="1890516" y="829380"/>
                  </a:lnTo>
                  <a:lnTo>
                    <a:pt x="1857349" y="832024"/>
                  </a:lnTo>
                  <a:lnTo>
                    <a:pt x="1824182" y="834690"/>
                  </a:lnTo>
                  <a:lnTo>
                    <a:pt x="1791015" y="837388"/>
                  </a:lnTo>
                  <a:lnTo>
                    <a:pt x="1757848" y="840127"/>
                  </a:lnTo>
                  <a:lnTo>
                    <a:pt x="1724681" y="842917"/>
                  </a:lnTo>
                  <a:lnTo>
                    <a:pt x="1691514" y="845767"/>
                  </a:lnTo>
                  <a:lnTo>
                    <a:pt x="1658347" y="848686"/>
                  </a:lnTo>
                  <a:lnTo>
                    <a:pt x="1625181" y="851686"/>
                  </a:lnTo>
                  <a:lnTo>
                    <a:pt x="1592014" y="854773"/>
                  </a:lnTo>
                  <a:lnTo>
                    <a:pt x="1558847" y="857958"/>
                  </a:lnTo>
                  <a:lnTo>
                    <a:pt x="1525680" y="861249"/>
                  </a:lnTo>
                  <a:lnTo>
                    <a:pt x="1492513" y="864652"/>
                  </a:lnTo>
                  <a:lnTo>
                    <a:pt x="1459346" y="868175"/>
                  </a:lnTo>
                  <a:lnTo>
                    <a:pt x="1426179" y="871825"/>
                  </a:lnTo>
                  <a:lnTo>
                    <a:pt x="1393012" y="875605"/>
                  </a:lnTo>
                  <a:lnTo>
                    <a:pt x="1359845" y="879522"/>
                  </a:lnTo>
                  <a:lnTo>
                    <a:pt x="1326678" y="883579"/>
                  </a:lnTo>
                  <a:lnTo>
                    <a:pt x="1293511" y="887779"/>
                  </a:lnTo>
                  <a:lnTo>
                    <a:pt x="1260344" y="892125"/>
                  </a:lnTo>
                  <a:lnTo>
                    <a:pt x="1227177" y="896618"/>
                  </a:lnTo>
                  <a:lnTo>
                    <a:pt x="1194010" y="901259"/>
                  </a:lnTo>
                  <a:lnTo>
                    <a:pt x="1160843" y="906050"/>
                  </a:lnTo>
                  <a:lnTo>
                    <a:pt x="1127676" y="910990"/>
                  </a:lnTo>
                  <a:lnTo>
                    <a:pt x="1094509" y="916078"/>
                  </a:lnTo>
                  <a:lnTo>
                    <a:pt x="1061342" y="921315"/>
                  </a:lnTo>
                  <a:lnTo>
                    <a:pt x="1028175" y="926698"/>
                  </a:lnTo>
                  <a:lnTo>
                    <a:pt x="995008" y="932227"/>
                  </a:lnTo>
                  <a:lnTo>
                    <a:pt x="961841" y="937900"/>
                  </a:lnTo>
                  <a:lnTo>
                    <a:pt x="928674" y="943715"/>
                  </a:lnTo>
                  <a:lnTo>
                    <a:pt x="895507" y="949669"/>
                  </a:lnTo>
                  <a:lnTo>
                    <a:pt x="862340" y="955762"/>
                  </a:lnTo>
                  <a:lnTo>
                    <a:pt x="829173" y="961991"/>
                  </a:lnTo>
                  <a:lnTo>
                    <a:pt x="796007" y="965043"/>
                  </a:lnTo>
                  <a:lnTo>
                    <a:pt x="762840" y="965043"/>
                  </a:lnTo>
                  <a:lnTo>
                    <a:pt x="729673" y="965043"/>
                  </a:lnTo>
                  <a:lnTo>
                    <a:pt x="696506" y="965043"/>
                  </a:lnTo>
                  <a:lnTo>
                    <a:pt x="663339" y="965043"/>
                  </a:lnTo>
                  <a:lnTo>
                    <a:pt x="630172" y="965043"/>
                  </a:lnTo>
                  <a:lnTo>
                    <a:pt x="597005" y="965043"/>
                  </a:lnTo>
                  <a:lnTo>
                    <a:pt x="563838" y="965043"/>
                  </a:lnTo>
                  <a:lnTo>
                    <a:pt x="530671" y="965043"/>
                  </a:lnTo>
                  <a:lnTo>
                    <a:pt x="497504" y="965043"/>
                  </a:lnTo>
                  <a:lnTo>
                    <a:pt x="464337" y="965043"/>
                  </a:lnTo>
                  <a:lnTo>
                    <a:pt x="431170" y="965043"/>
                  </a:lnTo>
                  <a:lnTo>
                    <a:pt x="398003" y="965043"/>
                  </a:lnTo>
                  <a:lnTo>
                    <a:pt x="364836" y="965043"/>
                  </a:lnTo>
                  <a:lnTo>
                    <a:pt x="331669" y="965043"/>
                  </a:lnTo>
                  <a:lnTo>
                    <a:pt x="298502" y="965043"/>
                  </a:lnTo>
                  <a:lnTo>
                    <a:pt x="265335" y="965043"/>
                  </a:lnTo>
                  <a:lnTo>
                    <a:pt x="232168" y="965043"/>
                  </a:lnTo>
                  <a:lnTo>
                    <a:pt x="199001" y="965043"/>
                  </a:lnTo>
                  <a:lnTo>
                    <a:pt x="165834" y="965043"/>
                  </a:lnTo>
                  <a:lnTo>
                    <a:pt x="132667" y="965043"/>
                  </a:lnTo>
                  <a:lnTo>
                    <a:pt x="99500" y="965043"/>
                  </a:lnTo>
                  <a:lnTo>
                    <a:pt x="66333" y="965043"/>
                  </a:lnTo>
                  <a:lnTo>
                    <a:pt x="33166" y="965043"/>
                  </a:lnTo>
                  <a:lnTo>
                    <a:pt x="0" y="965043"/>
                  </a:lnTo>
                  <a:close/>
                </a:path>
              </a:pathLst>
            </a:custGeom>
            <a:solidFill>
              <a:srgbClr val="000000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271887" y="4254260"/>
              <a:ext cx="6600224" cy="612212"/>
            </a:xfrm>
            <a:custGeom>
              <a:avLst/>
              <a:pathLst>
                <a:path w="6600224" h="612212">
                  <a:moveTo>
                    <a:pt x="0" y="183623"/>
                  </a:moveTo>
                  <a:lnTo>
                    <a:pt x="33166" y="199679"/>
                  </a:lnTo>
                  <a:lnTo>
                    <a:pt x="66333" y="215445"/>
                  </a:lnTo>
                  <a:lnTo>
                    <a:pt x="99500" y="230919"/>
                  </a:lnTo>
                  <a:lnTo>
                    <a:pt x="132667" y="246101"/>
                  </a:lnTo>
                  <a:lnTo>
                    <a:pt x="165834" y="260990"/>
                  </a:lnTo>
                  <a:lnTo>
                    <a:pt x="199001" y="275585"/>
                  </a:lnTo>
                  <a:lnTo>
                    <a:pt x="232168" y="289886"/>
                  </a:lnTo>
                  <a:lnTo>
                    <a:pt x="265335" y="303891"/>
                  </a:lnTo>
                  <a:lnTo>
                    <a:pt x="298502" y="317598"/>
                  </a:lnTo>
                  <a:lnTo>
                    <a:pt x="331669" y="331009"/>
                  </a:lnTo>
                  <a:lnTo>
                    <a:pt x="364836" y="344120"/>
                  </a:lnTo>
                  <a:lnTo>
                    <a:pt x="398003" y="356931"/>
                  </a:lnTo>
                  <a:lnTo>
                    <a:pt x="431170" y="369442"/>
                  </a:lnTo>
                  <a:lnTo>
                    <a:pt x="464337" y="381649"/>
                  </a:lnTo>
                  <a:lnTo>
                    <a:pt x="497504" y="393553"/>
                  </a:lnTo>
                  <a:lnTo>
                    <a:pt x="530671" y="405152"/>
                  </a:lnTo>
                  <a:lnTo>
                    <a:pt x="563838" y="416445"/>
                  </a:lnTo>
                  <a:lnTo>
                    <a:pt x="597005" y="427430"/>
                  </a:lnTo>
                  <a:lnTo>
                    <a:pt x="630172" y="438105"/>
                  </a:lnTo>
                  <a:lnTo>
                    <a:pt x="663339" y="448470"/>
                  </a:lnTo>
                  <a:lnTo>
                    <a:pt x="696506" y="458522"/>
                  </a:lnTo>
                  <a:lnTo>
                    <a:pt x="729673" y="468261"/>
                  </a:lnTo>
                  <a:lnTo>
                    <a:pt x="762840" y="477684"/>
                  </a:lnTo>
                  <a:lnTo>
                    <a:pt x="796007" y="486790"/>
                  </a:lnTo>
                  <a:lnTo>
                    <a:pt x="829173" y="495577"/>
                  </a:lnTo>
                  <a:lnTo>
                    <a:pt x="862340" y="504044"/>
                  </a:lnTo>
                  <a:lnTo>
                    <a:pt x="895507" y="512189"/>
                  </a:lnTo>
                  <a:lnTo>
                    <a:pt x="928674" y="520011"/>
                  </a:lnTo>
                  <a:lnTo>
                    <a:pt x="961841" y="527508"/>
                  </a:lnTo>
                  <a:lnTo>
                    <a:pt x="995008" y="534679"/>
                  </a:lnTo>
                  <a:lnTo>
                    <a:pt x="1028175" y="541523"/>
                  </a:lnTo>
                  <a:lnTo>
                    <a:pt x="1061342" y="548040"/>
                  </a:lnTo>
                  <a:lnTo>
                    <a:pt x="1094509" y="554228"/>
                  </a:lnTo>
                  <a:lnTo>
                    <a:pt x="1127676" y="560087"/>
                  </a:lnTo>
                  <a:lnTo>
                    <a:pt x="1160843" y="565616"/>
                  </a:lnTo>
                  <a:lnTo>
                    <a:pt x="1194010" y="570818"/>
                  </a:lnTo>
                  <a:lnTo>
                    <a:pt x="1227177" y="575691"/>
                  </a:lnTo>
                  <a:lnTo>
                    <a:pt x="1260344" y="580238"/>
                  </a:lnTo>
                  <a:lnTo>
                    <a:pt x="1293511" y="584460"/>
                  </a:lnTo>
                  <a:lnTo>
                    <a:pt x="1326678" y="588359"/>
                  </a:lnTo>
                  <a:lnTo>
                    <a:pt x="1359845" y="591940"/>
                  </a:lnTo>
                  <a:lnTo>
                    <a:pt x="1393012" y="595206"/>
                  </a:lnTo>
                  <a:lnTo>
                    <a:pt x="1426179" y="598161"/>
                  </a:lnTo>
                  <a:lnTo>
                    <a:pt x="1459346" y="600811"/>
                  </a:lnTo>
                  <a:lnTo>
                    <a:pt x="1492513" y="603162"/>
                  </a:lnTo>
                  <a:lnTo>
                    <a:pt x="1525680" y="605220"/>
                  </a:lnTo>
                  <a:lnTo>
                    <a:pt x="1558847" y="606995"/>
                  </a:lnTo>
                  <a:lnTo>
                    <a:pt x="1592014" y="608493"/>
                  </a:lnTo>
                  <a:lnTo>
                    <a:pt x="1625181" y="609724"/>
                  </a:lnTo>
                  <a:lnTo>
                    <a:pt x="1658347" y="610697"/>
                  </a:lnTo>
                  <a:lnTo>
                    <a:pt x="1691514" y="611422"/>
                  </a:lnTo>
                  <a:lnTo>
                    <a:pt x="1724681" y="611909"/>
                  </a:lnTo>
                  <a:lnTo>
                    <a:pt x="1757848" y="612169"/>
                  </a:lnTo>
                  <a:lnTo>
                    <a:pt x="1791015" y="612212"/>
                  </a:lnTo>
                  <a:lnTo>
                    <a:pt x="1824182" y="612048"/>
                  </a:lnTo>
                  <a:lnTo>
                    <a:pt x="1857349" y="611687"/>
                  </a:lnTo>
                  <a:lnTo>
                    <a:pt x="1890516" y="611140"/>
                  </a:lnTo>
                  <a:lnTo>
                    <a:pt x="1923683" y="610410"/>
                  </a:lnTo>
                  <a:lnTo>
                    <a:pt x="1956850" y="609484"/>
                  </a:lnTo>
                  <a:lnTo>
                    <a:pt x="1990017" y="608367"/>
                  </a:lnTo>
                  <a:lnTo>
                    <a:pt x="2023184" y="607063"/>
                  </a:lnTo>
                  <a:lnTo>
                    <a:pt x="2056351" y="605579"/>
                  </a:lnTo>
                  <a:lnTo>
                    <a:pt x="2089518" y="603917"/>
                  </a:lnTo>
                  <a:lnTo>
                    <a:pt x="2122685" y="602082"/>
                  </a:lnTo>
                  <a:lnTo>
                    <a:pt x="2155852" y="600077"/>
                  </a:lnTo>
                  <a:lnTo>
                    <a:pt x="2189019" y="597904"/>
                  </a:lnTo>
                  <a:lnTo>
                    <a:pt x="2222186" y="595568"/>
                  </a:lnTo>
                  <a:lnTo>
                    <a:pt x="2255353" y="593074"/>
                  </a:lnTo>
                  <a:lnTo>
                    <a:pt x="2288520" y="590426"/>
                  </a:lnTo>
                  <a:lnTo>
                    <a:pt x="2321687" y="587632"/>
                  </a:lnTo>
                  <a:lnTo>
                    <a:pt x="2354854" y="584699"/>
                  </a:lnTo>
                  <a:lnTo>
                    <a:pt x="2388021" y="581637"/>
                  </a:lnTo>
                  <a:lnTo>
                    <a:pt x="2421188" y="578454"/>
                  </a:lnTo>
                  <a:lnTo>
                    <a:pt x="2454355" y="575161"/>
                  </a:lnTo>
                  <a:lnTo>
                    <a:pt x="2487521" y="571772"/>
                  </a:lnTo>
                  <a:lnTo>
                    <a:pt x="2520688" y="568297"/>
                  </a:lnTo>
                  <a:lnTo>
                    <a:pt x="2553855" y="564403"/>
                  </a:lnTo>
                  <a:lnTo>
                    <a:pt x="2587022" y="559877"/>
                  </a:lnTo>
                  <a:lnTo>
                    <a:pt x="2620189" y="554783"/>
                  </a:lnTo>
                  <a:lnTo>
                    <a:pt x="2653356" y="549182"/>
                  </a:lnTo>
                  <a:lnTo>
                    <a:pt x="2686523" y="543148"/>
                  </a:lnTo>
                  <a:lnTo>
                    <a:pt x="2719690" y="536763"/>
                  </a:lnTo>
                  <a:lnTo>
                    <a:pt x="2752857" y="530129"/>
                  </a:lnTo>
                  <a:lnTo>
                    <a:pt x="2786024" y="523364"/>
                  </a:lnTo>
                  <a:lnTo>
                    <a:pt x="2819191" y="516610"/>
                  </a:lnTo>
                  <a:lnTo>
                    <a:pt x="2852358" y="510024"/>
                  </a:lnTo>
                  <a:lnTo>
                    <a:pt x="2885525" y="503778"/>
                  </a:lnTo>
                  <a:lnTo>
                    <a:pt x="2918692" y="498056"/>
                  </a:lnTo>
                  <a:lnTo>
                    <a:pt x="2951859" y="492899"/>
                  </a:lnTo>
                  <a:lnTo>
                    <a:pt x="2985026" y="487412"/>
                  </a:lnTo>
                  <a:lnTo>
                    <a:pt x="3018193" y="481450"/>
                  </a:lnTo>
                  <a:lnTo>
                    <a:pt x="3051360" y="475063"/>
                  </a:lnTo>
                  <a:lnTo>
                    <a:pt x="3084527" y="468308"/>
                  </a:lnTo>
                  <a:lnTo>
                    <a:pt x="3117694" y="461256"/>
                  </a:lnTo>
                  <a:lnTo>
                    <a:pt x="3150861" y="454007"/>
                  </a:lnTo>
                  <a:lnTo>
                    <a:pt x="3184028" y="446684"/>
                  </a:lnTo>
                  <a:lnTo>
                    <a:pt x="3217195" y="439443"/>
                  </a:lnTo>
                  <a:lnTo>
                    <a:pt x="3250362" y="432467"/>
                  </a:lnTo>
                  <a:lnTo>
                    <a:pt x="3283529" y="425960"/>
                  </a:lnTo>
                  <a:lnTo>
                    <a:pt x="3316695" y="420142"/>
                  </a:lnTo>
                  <a:lnTo>
                    <a:pt x="3349862" y="415239"/>
                  </a:lnTo>
                  <a:lnTo>
                    <a:pt x="3383029" y="410875"/>
                  </a:lnTo>
                  <a:lnTo>
                    <a:pt x="3416196" y="406325"/>
                  </a:lnTo>
                  <a:lnTo>
                    <a:pt x="3449363" y="401576"/>
                  </a:lnTo>
                  <a:lnTo>
                    <a:pt x="3482530" y="396631"/>
                  </a:lnTo>
                  <a:lnTo>
                    <a:pt x="3515697" y="391515"/>
                  </a:lnTo>
                  <a:lnTo>
                    <a:pt x="3548864" y="386282"/>
                  </a:lnTo>
                  <a:lnTo>
                    <a:pt x="3582031" y="381028"/>
                  </a:lnTo>
                  <a:lnTo>
                    <a:pt x="3615198" y="375883"/>
                  </a:lnTo>
                  <a:lnTo>
                    <a:pt x="3648365" y="371013"/>
                  </a:lnTo>
                  <a:lnTo>
                    <a:pt x="3681532" y="366610"/>
                  </a:lnTo>
                  <a:lnTo>
                    <a:pt x="3714699" y="362878"/>
                  </a:lnTo>
                  <a:lnTo>
                    <a:pt x="3747866" y="359958"/>
                  </a:lnTo>
                  <a:lnTo>
                    <a:pt x="3781033" y="357450"/>
                  </a:lnTo>
                  <a:lnTo>
                    <a:pt x="3814200" y="355189"/>
                  </a:lnTo>
                  <a:lnTo>
                    <a:pt x="3847367" y="353108"/>
                  </a:lnTo>
                  <a:lnTo>
                    <a:pt x="3880534" y="351146"/>
                  </a:lnTo>
                  <a:lnTo>
                    <a:pt x="3913701" y="349255"/>
                  </a:lnTo>
                  <a:lnTo>
                    <a:pt x="3946868" y="347397"/>
                  </a:lnTo>
                  <a:lnTo>
                    <a:pt x="3980035" y="345554"/>
                  </a:lnTo>
                  <a:lnTo>
                    <a:pt x="4013202" y="343720"/>
                  </a:lnTo>
                  <a:lnTo>
                    <a:pt x="4046369" y="341908"/>
                  </a:lnTo>
                  <a:lnTo>
                    <a:pt x="4079536" y="340141"/>
                  </a:lnTo>
                  <a:lnTo>
                    <a:pt x="4112703" y="338454"/>
                  </a:lnTo>
                  <a:lnTo>
                    <a:pt x="4145869" y="336889"/>
                  </a:lnTo>
                  <a:lnTo>
                    <a:pt x="4179036" y="335491"/>
                  </a:lnTo>
                  <a:lnTo>
                    <a:pt x="4212203" y="334300"/>
                  </a:lnTo>
                  <a:lnTo>
                    <a:pt x="4245370" y="333339"/>
                  </a:lnTo>
                  <a:lnTo>
                    <a:pt x="4278537" y="332579"/>
                  </a:lnTo>
                  <a:lnTo>
                    <a:pt x="4311704" y="331982"/>
                  </a:lnTo>
                  <a:lnTo>
                    <a:pt x="4344871" y="331508"/>
                  </a:lnTo>
                  <a:lnTo>
                    <a:pt x="4378038" y="331123"/>
                  </a:lnTo>
                  <a:lnTo>
                    <a:pt x="4411205" y="330793"/>
                  </a:lnTo>
                  <a:lnTo>
                    <a:pt x="4444372" y="330485"/>
                  </a:lnTo>
                  <a:lnTo>
                    <a:pt x="4477539" y="330170"/>
                  </a:lnTo>
                  <a:lnTo>
                    <a:pt x="4510706" y="329821"/>
                  </a:lnTo>
                  <a:lnTo>
                    <a:pt x="4543873" y="329413"/>
                  </a:lnTo>
                  <a:lnTo>
                    <a:pt x="4577040" y="328924"/>
                  </a:lnTo>
                  <a:lnTo>
                    <a:pt x="4610207" y="328334"/>
                  </a:lnTo>
                  <a:lnTo>
                    <a:pt x="4643374" y="327626"/>
                  </a:lnTo>
                  <a:lnTo>
                    <a:pt x="4676541" y="326784"/>
                  </a:lnTo>
                  <a:lnTo>
                    <a:pt x="4709708" y="325793"/>
                  </a:lnTo>
                  <a:lnTo>
                    <a:pt x="4742875" y="324641"/>
                  </a:lnTo>
                  <a:lnTo>
                    <a:pt x="4776042" y="323315"/>
                  </a:lnTo>
                  <a:lnTo>
                    <a:pt x="4809209" y="321803"/>
                  </a:lnTo>
                  <a:lnTo>
                    <a:pt x="4842376" y="320093"/>
                  </a:lnTo>
                  <a:lnTo>
                    <a:pt x="4875543" y="318170"/>
                  </a:lnTo>
                  <a:lnTo>
                    <a:pt x="4908710" y="316022"/>
                  </a:lnTo>
                  <a:lnTo>
                    <a:pt x="4941876" y="313721"/>
                  </a:lnTo>
                  <a:lnTo>
                    <a:pt x="4975043" y="311327"/>
                  </a:lnTo>
                  <a:lnTo>
                    <a:pt x="5008210" y="308842"/>
                  </a:lnTo>
                  <a:lnTo>
                    <a:pt x="5041377" y="306263"/>
                  </a:lnTo>
                  <a:lnTo>
                    <a:pt x="5074544" y="303589"/>
                  </a:lnTo>
                  <a:lnTo>
                    <a:pt x="5107711" y="300818"/>
                  </a:lnTo>
                  <a:lnTo>
                    <a:pt x="5140878" y="297946"/>
                  </a:lnTo>
                  <a:lnTo>
                    <a:pt x="5174045" y="294971"/>
                  </a:lnTo>
                  <a:lnTo>
                    <a:pt x="5207212" y="291888"/>
                  </a:lnTo>
                  <a:lnTo>
                    <a:pt x="5240379" y="288693"/>
                  </a:lnTo>
                  <a:lnTo>
                    <a:pt x="5273546" y="285380"/>
                  </a:lnTo>
                  <a:lnTo>
                    <a:pt x="5306713" y="281945"/>
                  </a:lnTo>
                  <a:lnTo>
                    <a:pt x="5339880" y="278382"/>
                  </a:lnTo>
                  <a:lnTo>
                    <a:pt x="5373047" y="274685"/>
                  </a:lnTo>
                  <a:lnTo>
                    <a:pt x="5406214" y="270848"/>
                  </a:lnTo>
                  <a:lnTo>
                    <a:pt x="5439381" y="266866"/>
                  </a:lnTo>
                  <a:lnTo>
                    <a:pt x="5472548" y="262731"/>
                  </a:lnTo>
                  <a:lnTo>
                    <a:pt x="5505715" y="258437"/>
                  </a:lnTo>
                  <a:lnTo>
                    <a:pt x="5538882" y="253979"/>
                  </a:lnTo>
                  <a:lnTo>
                    <a:pt x="5572049" y="249349"/>
                  </a:lnTo>
                  <a:lnTo>
                    <a:pt x="5605216" y="244543"/>
                  </a:lnTo>
                  <a:lnTo>
                    <a:pt x="5638383" y="239553"/>
                  </a:lnTo>
                  <a:lnTo>
                    <a:pt x="5671550" y="234375"/>
                  </a:lnTo>
                  <a:lnTo>
                    <a:pt x="5704717" y="229004"/>
                  </a:lnTo>
                  <a:lnTo>
                    <a:pt x="5737884" y="223432"/>
                  </a:lnTo>
                  <a:lnTo>
                    <a:pt x="5771050" y="217658"/>
                  </a:lnTo>
                  <a:lnTo>
                    <a:pt x="5804217" y="211674"/>
                  </a:lnTo>
                  <a:lnTo>
                    <a:pt x="5837384" y="205479"/>
                  </a:lnTo>
                  <a:lnTo>
                    <a:pt x="5870551" y="199067"/>
                  </a:lnTo>
                  <a:lnTo>
                    <a:pt x="5903718" y="192436"/>
                  </a:lnTo>
                  <a:lnTo>
                    <a:pt x="5936885" y="185582"/>
                  </a:lnTo>
                  <a:lnTo>
                    <a:pt x="5970052" y="178504"/>
                  </a:lnTo>
                  <a:lnTo>
                    <a:pt x="6003219" y="171198"/>
                  </a:lnTo>
                  <a:lnTo>
                    <a:pt x="6036386" y="163664"/>
                  </a:lnTo>
                  <a:lnTo>
                    <a:pt x="6069553" y="155898"/>
                  </a:lnTo>
                  <a:lnTo>
                    <a:pt x="6102720" y="147901"/>
                  </a:lnTo>
                  <a:lnTo>
                    <a:pt x="6135887" y="139671"/>
                  </a:lnTo>
                  <a:lnTo>
                    <a:pt x="6169054" y="131208"/>
                  </a:lnTo>
                  <a:lnTo>
                    <a:pt x="6202221" y="122510"/>
                  </a:lnTo>
                  <a:lnTo>
                    <a:pt x="6235388" y="113579"/>
                  </a:lnTo>
                  <a:lnTo>
                    <a:pt x="6268555" y="104413"/>
                  </a:lnTo>
                  <a:lnTo>
                    <a:pt x="6301722" y="95014"/>
                  </a:lnTo>
                  <a:lnTo>
                    <a:pt x="6334889" y="85381"/>
                  </a:lnTo>
                  <a:lnTo>
                    <a:pt x="6368056" y="75516"/>
                  </a:lnTo>
                  <a:lnTo>
                    <a:pt x="6401223" y="65418"/>
                  </a:lnTo>
                  <a:lnTo>
                    <a:pt x="6434390" y="55088"/>
                  </a:lnTo>
                  <a:lnTo>
                    <a:pt x="6467557" y="44528"/>
                  </a:lnTo>
                  <a:lnTo>
                    <a:pt x="6500724" y="33738"/>
                  </a:lnTo>
                  <a:lnTo>
                    <a:pt x="6533891" y="22719"/>
                  </a:lnTo>
                  <a:lnTo>
                    <a:pt x="6567058" y="11473"/>
                  </a:lnTo>
                  <a:lnTo>
                    <a:pt x="660022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271887" y="4785592"/>
              <a:ext cx="6600224" cy="433711"/>
            </a:xfrm>
            <a:custGeom>
              <a:avLst/>
              <a:pathLst>
                <a:path w="6600224" h="433711">
                  <a:moveTo>
                    <a:pt x="6600224" y="45916"/>
                  </a:moveTo>
                  <a:lnTo>
                    <a:pt x="6567058" y="42486"/>
                  </a:lnTo>
                  <a:lnTo>
                    <a:pt x="6533891" y="39188"/>
                  </a:lnTo>
                  <a:lnTo>
                    <a:pt x="6500724" y="36022"/>
                  </a:lnTo>
                  <a:lnTo>
                    <a:pt x="6467557" y="32989"/>
                  </a:lnTo>
                  <a:lnTo>
                    <a:pt x="6434390" y="30089"/>
                  </a:lnTo>
                  <a:lnTo>
                    <a:pt x="6401223" y="27325"/>
                  </a:lnTo>
                  <a:lnTo>
                    <a:pt x="6368056" y="24695"/>
                  </a:lnTo>
                  <a:lnTo>
                    <a:pt x="6334889" y="22201"/>
                  </a:lnTo>
                  <a:lnTo>
                    <a:pt x="6301722" y="19843"/>
                  </a:lnTo>
                  <a:lnTo>
                    <a:pt x="6268555" y="17621"/>
                  </a:lnTo>
                  <a:lnTo>
                    <a:pt x="6235388" y="15536"/>
                  </a:lnTo>
                  <a:lnTo>
                    <a:pt x="6202221" y="13587"/>
                  </a:lnTo>
                  <a:lnTo>
                    <a:pt x="6169054" y="11775"/>
                  </a:lnTo>
                  <a:lnTo>
                    <a:pt x="6135887" y="10099"/>
                  </a:lnTo>
                  <a:lnTo>
                    <a:pt x="6102720" y="8559"/>
                  </a:lnTo>
                  <a:lnTo>
                    <a:pt x="6069553" y="7152"/>
                  </a:lnTo>
                  <a:lnTo>
                    <a:pt x="6036386" y="5879"/>
                  </a:lnTo>
                  <a:lnTo>
                    <a:pt x="6003219" y="4738"/>
                  </a:lnTo>
                  <a:lnTo>
                    <a:pt x="5970052" y="3727"/>
                  </a:lnTo>
                  <a:lnTo>
                    <a:pt x="5936885" y="2845"/>
                  </a:lnTo>
                  <a:lnTo>
                    <a:pt x="5903718" y="2087"/>
                  </a:lnTo>
                  <a:lnTo>
                    <a:pt x="5870551" y="1453"/>
                  </a:lnTo>
                  <a:lnTo>
                    <a:pt x="5837384" y="938"/>
                  </a:lnTo>
                  <a:lnTo>
                    <a:pt x="5804217" y="540"/>
                  </a:lnTo>
                  <a:lnTo>
                    <a:pt x="5771050" y="253"/>
                  </a:lnTo>
                  <a:lnTo>
                    <a:pt x="5737884" y="75"/>
                  </a:lnTo>
                  <a:lnTo>
                    <a:pt x="5704717" y="0"/>
                  </a:lnTo>
                  <a:lnTo>
                    <a:pt x="5671550" y="23"/>
                  </a:lnTo>
                  <a:lnTo>
                    <a:pt x="5638383" y="138"/>
                  </a:lnTo>
                  <a:lnTo>
                    <a:pt x="5605216" y="342"/>
                  </a:lnTo>
                  <a:lnTo>
                    <a:pt x="5572049" y="627"/>
                  </a:lnTo>
                  <a:lnTo>
                    <a:pt x="5538882" y="987"/>
                  </a:lnTo>
                  <a:lnTo>
                    <a:pt x="5505715" y="1416"/>
                  </a:lnTo>
                  <a:lnTo>
                    <a:pt x="5472548" y="1908"/>
                  </a:lnTo>
                  <a:lnTo>
                    <a:pt x="5439381" y="2457"/>
                  </a:lnTo>
                  <a:lnTo>
                    <a:pt x="5406214" y="3055"/>
                  </a:lnTo>
                  <a:lnTo>
                    <a:pt x="5373047" y="3696"/>
                  </a:lnTo>
                  <a:lnTo>
                    <a:pt x="5339880" y="4375"/>
                  </a:lnTo>
                  <a:lnTo>
                    <a:pt x="5306713" y="5084"/>
                  </a:lnTo>
                  <a:lnTo>
                    <a:pt x="5273546" y="5818"/>
                  </a:lnTo>
                  <a:lnTo>
                    <a:pt x="5240379" y="6571"/>
                  </a:lnTo>
                  <a:lnTo>
                    <a:pt x="5207212" y="7337"/>
                  </a:lnTo>
                  <a:lnTo>
                    <a:pt x="5174045" y="8111"/>
                  </a:lnTo>
                  <a:lnTo>
                    <a:pt x="5140878" y="8890"/>
                  </a:lnTo>
                  <a:lnTo>
                    <a:pt x="5107711" y="9667"/>
                  </a:lnTo>
                  <a:lnTo>
                    <a:pt x="5074544" y="10441"/>
                  </a:lnTo>
                  <a:lnTo>
                    <a:pt x="5041377" y="11206"/>
                  </a:lnTo>
                  <a:lnTo>
                    <a:pt x="5008210" y="11962"/>
                  </a:lnTo>
                  <a:lnTo>
                    <a:pt x="4975043" y="12706"/>
                  </a:lnTo>
                  <a:lnTo>
                    <a:pt x="4941876" y="13437"/>
                  </a:lnTo>
                  <a:lnTo>
                    <a:pt x="4908710" y="14154"/>
                  </a:lnTo>
                  <a:lnTo>
                    <a:pt x="4875543" y="14742"/>
                  </a:lnTo>
                  <a:lnTo>
                    <a:pt x="4842376" y="15062"/>
                  </a:lnTo>
                  <a:lnTo>
                    <a:pt x="4809209" y="15145"/>
                  </a:lnTo>
                  <a:lnTo>
                    <a:pt x="4776042" y="15023"/>
                  </a:lnTo>
                  <a:lnTo>
                    <a:pt x="4742875" y="14730"/>
                  </a:lnTo>
                  <a:lnTo>
                    <a:pt x="4709708" y="14299"/>
                  </a:lnTo>
                  <a:lnTo>
                    <a:pt x="4676541" y="13764"/>
                  </a:lnTo>
                  <a:lnTo>
                    <a:pt x="4643374" y="13158"/>
                  </a:lnTo>
                  <a:lnTo>
                    <a:pt x="4610207" y="12512"/>
                  </a:lnTo>
                  <a:lnTo>
                    <a:pt x="4577040" y="11855"/>
                  </a:lnTo>
                  <a:lnTo>
                    <a:pt x="4543873" y="11217"/>
                  </a:lnTo>
                  <a:lnTo>
                    <a:pt x="4510706" y="10623"/>
                  </a:lnTo>
                  <a:lnTo>
                    <a:pt x="4477539" y="10097"/>
                  </a:lnTo>
                  <a:lnTo>
                    <a:pt x="4444372" y="9660"/>
                  </a:lnTo>
                  <a:lnTo>
                    <a:pt x="4411205" y="9330"/>
                  </a:lnTo>
                  <a:lnTo>
                    <a:pt x="4378038" y="9125"/>
                  </a:lnTo>
                  <a:lnTo>
                    <a:pt x="4344871" y="9058"/>
                  </a:lnTo>
                  <a:lnTo>
                    <a:pt x="4311704" y="9140"/>
                  </a:lnTo>
                  <a:lnTo>
                    <a:pt x="4278537" y="9382"/>
                  </a:lnTo>
                  <a:lnTo>
                    <a:pt x="4245370" y="9791"/>
                  </a:lnTo>
                  <a:lnTo>
                    <a:pt x="4212203" y="10375"/>
                  </a:lnTo>
                  <a:lnTo>
                    <a:pt x="4179036" y="10973"/>
                  </a:lnTo>
                  <a:lnTo>
                    <a:pt x="4145869" y="11461"/>
                  </a:lnTo>
                  <a:lnTo>
                    <a:pt x="4112703" y="11906"/>
                  </a:lnTo>
                  <a:lnTo>
                    <a:pt x="4079536" y="12377"/>
                  </a:lnTo>
                  <a:lnTo>
                    <a:pt x="4046369" y="12941"/>
                  </a:lnTo>
                  <a:lnTo>
                    <a:pt x="4013202" y="13658"/>
                  </a:lnTo>
                  <a:lnTo>
                    <a:pt x="3980035" y="14576"/>
                  </a:lnTo>
                  <a:lnTo>
                    <a:pt x="3946868" y="15732"/>
                  </a:lnTo>
                  <a:lnTo>
                    <a:pt x="3913701" y="17147"/>
                  </a:lnTo>
                  <a:lnTo>
                    <a:pt x="3880534" y="18826"/>
                  </a:lnTo>
                  <a:lnTo>
                    <a:pt x="3847367" y="20756"/>
                  </a:lnTo>
                  <a:lnTo>
                    <a:pt x="3814200" y="22915"/>
                  </a:lnTo>
                  <a:lnTo>
                    <a:pt x="3781033" y="25266"/>
                  </a:lnTo>
                  <a:lnTo>
                    <a:pt x="3747866" y="27767"/>
                  </a:lnTo>
                  <a:lnTo>
                    <a:pt x="3714699" y="30413"/>
                  </a:lnTo>
                  <a:lnTo>
                    <a:pt x="3681532" y="33376"/>
                  </a:lnTo>
                  <a:lnTo>
                    <a:pt x="3648365" y="36701"/>
                  </a:lnTo>
                  <a:lnTo>
                    <a:pt x="3615198" y="40410"/>
                  </a:lnTo>
                  <a:lnTo>
                    <a:pt x="3582031" y="44512"/>
                  </a:lnTo>
                  <a:lnTo>
                    <a:pt x="3548864" y="48991"/>
                  </a:lnTo>
                  <a:lnTo>
                    <a:pt x="3515697" y="53797"/>
                  </a:lnTo>
                  <a:lnTo>
                    <a:pt x="3482530" y="58841"/>
                  </a:lnTo>
                  <a:lnTo>
                    <a:pt x="3449363" y="63996"/>
                  </a:lnTo>
                  <a:lnTo>
                    <a:pt x="3416196" y="69107"/>
                  </a:lnTo>
                  <a:lnTo>
                    <a:pt x="3383029" y="73990"/>
                  </a:lnTo>
                  <a:lnTo>
                    <a:pt x="3349862" y="78463"/>
                  </a:lnTo>
                  <a:lnTo>
                    <a:pt x="3316695" y="83087"/>
                  </a:lnTo>
                  <a:lnTo>
                    <a:pt x="3283529" y="88326"/>
                  </a:lnTo>
                  <a:lnTo>
                    <a:pt x="3250362" y="94135"/>
                  </a:lnTo>
                  <a:lnTo>
                    <a:pt x="3217195" y="100462"/>
                  </a:lnTo>
                  <a:lnTo>
                    <a:pt x="3184028" y="107240"/>
                  </a:lnTo>
                  <a:lnTo>
                    <a:pt x="3150861" y="114380"/>
                  </a:lnTo>
                  <a:lnTo>
                    <a:pt x="3117694" y="121764"/>
                  </a:lnTo>
                  <a:lnTo>
                    <a:pt x="3084527" y="129246"/>
                  </a:lnTo>
                  <a:lnTo>
                    <a:pt x="3051360" y="136652"/>
                  </a:lnTo>
                  <a:lnTo>
                    <a:pt x="3018193" y="143783"/>
                  </a:lnTo>
                  <a:lnTo>
                    <a:pt x="2985026" y="150424"/>
                  </a:lnTo>
                  <a:lnTo>
                    <a:pt x="2951859" y="156351"/>
                  </a:lnTo>
                  <a:lnTo>
                    <a:pt x="2918692" y="161571"/>
                  </a:lnTo>
                  <a:lnTo>
                    <a:pt x="2885525" y="167105"/>
                  </a:lnTo>
                  <a:lnTo>
                    <a:pt x="2852358" y="173060"/>
                  </a:lnTo>
                  <a:lnTo>
                    <a:pt x="2819191" y="179376"/>
                  </a:lnTo>
                  <a:lnTo>
                    <a:pt x="2786024" y="185984"/>
                  </a:lnTo>
                  <a:lnTo>
                    <a:pt x="2752857" y="192800"/>
                  </a:lnTo>
                  <a:lnTo>
                    <a:pt x="2719690" y="199720"/>
                  </a:lnTo>
                  <a:lnTo>
                    <a:pt x="2686523" y="206621"/>
                  </a:lnTo>
                  <a:lnTo>
                    <a:pt x="2653356" y="213363"/>
                  </a:lnTo>
                  <a:lnTo>
                    <a:pt x="2620189" y="219785"/>
                  </a:lnTo>
                  <a:lnTo>
                    <a:pt x="2587022" y="225717"/>
                  </a:lnTo>
                  <a:lnTo>
                    <a:pt x="2553855" y="230980"/>
                  </a:lnTo>
                  <a:lnTo>
                    <a:pt x="2520688" y="235393"/>
                  </a:lnTo>
                  <a:lnTo>
                    <a:pt x="2487521" y="239226"/>
                  </a:lnTo>
                  <a:lnTo>
                    <a:pt x="2454355" y="242994"/>
                  </a:lnTo>
                  <a:lnTo>
                    <a:pt x="2421188" y="246705"/>
                  </a:lnTo>
                  <a:lnTo>
                    <a:pt x="2388021" y="250362"/>
                  </a:lnTo>
                  <a:lnTo>
                    <a:pt x="2354854" y="253967"/>
                  </a:lnTo>
                  <a:lnTo>
                    <a:pt x="2321687" y="257522"/>
                  </a:lnTo>
                  <a:lnTo>
                    <a:pt x="2288520" y="261026"/>
                  </a:lnTo>
                  <a:lnTo>
                    <a:pt x="2255353" y="264480"/>
                  </a:lnTo>
                  <a:lnTo>
                    <a:pt x="2222186" y="267880"/>
                  </a:lnTo>
                  <a:lnTo>
                    <a:pt x="2189019" y="271224"/>
                  </a:lnTo>
                  <a:lnTo>
                    <a:pt x="2155852" y="274508"/>
                  </a:lnTo>
                  <a:lnTo>
                    <a:pt x="2122685" y="277727"/>
                  </a:lnTo>
                  <a:lnTo>
                    <a:pt x="2089518" y="280877"/>
                  </a:lnTo>
                  <a:lnTo>
                    <a:pt x="2056351" y="283951"/>
                  </a:lnTo>
                  <a:lnTo>
                    <a:pt x="2023184" y="286945"/>
                  </a:lnTo>
                  <a:lnTo>
                    <a:pt x="1990017" y="289854"/>
                  </a:lnTo>
                  <a:lnTo>
                    <a:pt x="1956850" y="292674"/>
                  </a:lnTo>
                  <a:lnTo>
                    <a:pt x="1923683" y="295402"/>
                  </a:lnTo>
                  <a:lnTo>
                    <a:pt x="1890516" y="298048"/>
                  </a:lnTo>
                  <a:lnTo>
                    <a:pt x="1857349" y="300692"/>
                  </a:lnTo>
                  <a:lnTo>
                    <a:pt x="1824182" y="303358"/>
                  </a:lnTo>
                  <a:lnTo>
                    <a:pt x="1791015" y="306056"/>
                  </a:lnTo>
                  <a:lnTo>
                    <a:pt x="1757848" y="308795"/>
                  </a:lnTo>
                  <a:lnTo>
                    <a:pt x="1724681" y="311585"/>
                  </a:lnTo>
                  <a:lnTo>
                    <a:pt x="1691514" y="314435"/>
                  </a:lnTo>
                  <a:lnTo>
                    <a:pt x="1658347" y="317355"/>
                  </a:lnTo>
                  <a:lnTo>
                    <a:pt x="1625181" y="320354"/>
                  </a:lnTo>
                  <a:lnTo>
                    <a:pt x="1592014" y="323442"/>
                  </a:lnTo>
                  <a:lnTo>
                    <a:pt x="1558847" y="326627"/>
                  </a:lnTo>
                  <a:lnTo>
                    <a:pt x="1525680" y="329917"/>
                  </a:lnTo>
                  <a:lnTo>
                    <a:pt x="1492513" y="333320"/>
                  </a:lnTo>
                  <a:lnTo>
                    <a:pt x="1459346" y="336843"/>
                  </a:lnTo>
                  <a:lnTo>
                    <a:pt x="1426179" y="340493"/>
                  </a:lnTo>
                  <a:lnTo>
                    <a:pt x="1393012" y="344273"/>
                  </a:lnTo>
                  <a:lnTo>
                    <a:pt x="1359845" y="348190"/>
                  </a:lnTo>
                  <a:lnTo>
                    <a:pt x="1326678" y="352247"/>
                  </a:lnTo>
                  <a:lnTo>
                    <a:pt x="1293511" y="356447"/>
                  </a:lnTo>
                  <a:lnTo>
                    <a:pt x="1260344" y="360793"/>
                  </a:lnTo>
                  <a:lnTo>
                    <a:pt x="1227177" y="365286"/>
                  </a:lnTo>
                  <a:lnTo>
                    <a:pt x="1194010" y="369927"/>
                  </a:lnTo>
                  <a:lnTo>
                    <a:pt x="1160843" y="374718"/>
                  </a:lnTo>
                  <a:lnTo>
                    <a:pt x="1127676" y="379658"/>
                  </a:lnTo>
                  <a:lnTo>
                    <a:pt x="1094509" y="384746"/>
                  </a:lnTo>
                  <a:lnTo>
                    <a:pt x="1061342" y="389983"/>
                  </a:lnTo>
                  <a:lnTo>
                    <a:pt x="1028175" y="395366"/>
                  </a:lnTo>
                  <a:lnTo>
                    <a:pt x="995008" y="400895"/>
                  </a:lnTo>
                  <a:lnTo>
                    <a:pt x="961841" y="406568"/>
                  </a:lnTo>
                  <a:lnTo>
                    <a:pt x="928674" y="412383"/>
                  </a:lnTo>
                  <a:lnTo>
                    <a:pt x="895507" y="418338"/>
                  </a:lnTo>
                  <a:lnTo>
                    <a:pt x="862340" y="424430"/>
                  </a:lnTo>
                  <a:lnTo>
                    <a:pt x="829173" y="430659"/>
                  </a:lnTo>
                  <a:lnTo>
                    <a:pt x="796007" y="433711"/>
                  </a:lnTo>
                  <a:lnTo>
                    <a:pt x="762840" y="433711"/>
                  </a:lnTo>
                  <a:lnTo>
                    <a:pt x="729673" y="433711"/>
                  </a:lnTo>
                  <a:lnTo>
                    <a:pt x="696506" y="433711"/>
                  </a:lnTo>
                  <a:lnTo>
                    <a:pt x="663339" y="433711"/>
                  </a:lnTo>
                  <a:lnTo>
                    <a:pt x="630172" y="433711"/>
                  </a:lnTo>
                  <a:lnTo>
                    <a:pt x="597005" y="433711"/>
                  </a:lnTo>
                  <a:lnTo>
                    <a:pt x="563838" y="433711"/>
                  </a:lnTo>
                  <a:lnTo>
                    <a:pt x="530671" y="433711"/>
                  </a:lnTo>
                  <a:lnTo>
                    <a:pt x="497504" y="433711"/>
                  </a:lnTo>
                  <a:lnTo>
                    <a:pt x="464337" y="433711"/>
                  </a:lnTo>
                  <a:lnTo>
                    <a:pt x="431170" y="433711"/>
                  </a:lnTo>
                  <a:lnTo>
                    <a:pt x="398003" y="433711"/>
                  </a:lnTo>
                  <a:lnTo>
                    <a:pt x="364836" y="433711"/>
                  </a:lnTo>
                  <a:lnTo>
                    <a:pt x="331669" y="433711"/>
                  </a:lnTo>
                  <a:lnTo>
                    <a:pt x="298502" y="433711"/>
                  </a:lnTo>
                  <a:lnTo>
                    <a:pt x="265335" y="433711"/>
                  </a:lnTo>
                  <a:lnTo>
                    <a:pt x="232168" y="433711"/>
                  </a:lnTo>
                  <a:lnTo>
                    <a:pt x="199001" y="433711"/>
                  </a:lnTo>
                  <a:lnTo>
                    <a:pt x="165834" y="433711"/>
                  </a:lnTo>
                  <a:lnTo>
                    <a:pt x="132667" y="433711"/>
                  </a:lnTo>
                  <a:lnTo>
                    <a:pt x="99500" y="433711"/>
                  </a:lnTo>
                  <a:lnTo>
                    <a:pt x="66333" y="433711"/>
                  </a:lnTo>
                  <a:lnTo>
                    <a:pt x="33166" y="433711"/>
                  </a:lnTo>
                  <a:lnTo>
                    <a:pt x="0" y="4337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1271887" y="4542884"/>
              <a:ext cx="6600224" cy="447557"/>
            </a:xfrm>
            <a:custGeom>
              <a:avLst/>
              <a:pathLst>
                <a:path w="6600224" h="447557">
                  <a:moveTo>
                    <a:pt x="0" y="380880"/>
                  </a:moveTo>
                  <a:lnTo>
                    <a:pt x="33166" y="384443"/>
                  </a:lnTo>
                  <a:lnTo>
                    <a:pt x="66333" y="387904"/>
                  </a:lnTo>
                  <a:lnTo>
                    <a:pt x="99500" y="391264"/>
                  </a:lnTo>
                  <a:lnTo>
                    <a:pt x="132667" y="394522"/>
                  </a:lnTo>
                  <a:lnTo>
                    <a:pt x="165834" y="397679"/>
                  </a:lnTo>
                  <a:lnTo>
                    <a:pt x="199001" y="400735"/>
                  </a:lnTo>
                  <a:lnTo>
                    <a:pt x="232168" y="403691"/>
                  </a:lnTo>
                  <a:lnTo>
                    <a:pt x="265335" y="406547"/>
                  </a:lnTo>
                  <a:lnTo>
                    <a:pt x="298502" y="409303"/>
                  </a:lnTo>
                  <a:lnTo>
                    <a:pt x="331669" y="411960"/>
                  </a:lnTo>
                  <a:lnTo>
                    <a:pt x="364836" y="414519"/>
                  </a:lnTo>
                  <a:lnTo>
                    <a:pt x="398003" y="416978"/>
                  </a:lnTo>
                  <a:lnTo>
                    <a:pt x="431170" y="419340"/>
                  </a:lnTo>
                  <a:lnTo>
                    <a:pt x="464337" y="421604"/>
                  </a:lnTo>
                  <a:lnTo>
                    <a:pt x="497504" y="423771"/>
                  </a:lnTo>
                  <a:lnTo>
                    <a:pt x="530671" y="425840"/>
                  </a:lnTo>
                  <a:lnTo>
                    <a:pt x="563838" y="427813"/>
                  </a:lnTo>
                  <a:lnTo>
                    <a:pt x="597005" y="429690"/>
                  </a:lnTo>
                  <a:lnTo>
                    <a:pt x="630172" y="431470"/>
                  </a:lnTo>
                  <a:lnTo>
                    <a:pt x="663339" y="433155"/>
                  </a:lnTo>
                  <a:lnTo>
                    <a:pt x="696506" y="434745"/>
                  </a:lnTo>
                  <a:lnTo>
                    <a:pt x="729673" y="436240"/>
                  </a:lnTo>
                  <a:lnTo>
                    <a:pt x="762840" y="437641"/>
                  </a:lnTo>
                  <a:lnTo>
                    <a:pt x="796007" y="438947"/>
                  </a:lnTo>
                  <a:lnTo>
                    <a:pt x="829173" y="440160"/>
                  </a:lnTo>
                  <a:lnTo>
                    <a:pt x="862340" y="441279"/>
                  </a:lnTo>
                  <a:lnTo>
                    <a:pt x="895507" y="442305"/>
                  </a:lnTo>
                  <a:lnTo>
                    <a:pt x="928674" y="443238"/>
                  </a:lnTo>
                  <a:lnTo>
                    <a:pt x="961841" y="444080"/>
                  </a:lnTo>
                  <a:lnTo>
                    <a:pt x="995008" y="444829"/>
                  </a:lnTo>
                  <a:lnTo>
                    <a:pt x="1028175" y="445487"/>
                  </a:lnTo>
                  <a:lnTo>
                    <a:pt x="1061342" y="446053"/>
                  </a:lnTo>
                  <a:lnTo>
                    <a:pt x="1094509" y="446529"/>
                  </a:lnTo>
                  <a:lnTo>
                    <a:pt x="1127676" y="446914"/>
                  </a:lnTo>
                  <a:lnTo>
                    <a:pt x="1160843" y="447209"/>
                  </a:lnTo>
                  <a:lnTo>
                    <a:pt x="1194010" y="447414"/>
                  </a:lnTo>
                  <a:lnTo>
                    <a:pt x="1227177" y="447530"/>
                  </a:lnTo>
                  <a:lnTo>
                    <a:pt x="1260344" y="447557"/>
                  </a:lnTo>
                  <a:lnTo>
                    <a:pt x="1293511" y="447495"/>
                  </a:lnTo>
                  <a:lnTo>
                    <a:pt x="1326678" y="447345"/>
                  </a:lnTo>
                  <a:lnTo>
                    <a:pt x="1359845" y="447107"/>
                  </a:lnTo>
                  <a:lnTo>
                    <a:pt x="1393012" y="446781"/>
                  </a:lnTo>
                  <a:lnTo>
                    <a:pt x="1426179" y="446369"/>
                  </a:lnTo>
                  <a:lnTo>
                    <a:pt x="1459346" y="445869"/>
                  </a:lnTo>
                  <a:lnTo>
                    <a:pt x="1492513" y="445283"/>
                  </a:lnTo>
                  <a:lnTo>
                    <a:pt x="1525680" y="444610"/>
                  </a:lnTo>
                  <a:lnTo>
                    <a:pt x="1558847" y="443852"/>
                  </a:lnTo>
                  <a:lnTo>
                    <a:pt x="1592014" y="443009"/>
                  </a:lnTo>
                  <a:lnTo>
                    <a:pt x="1625181" y="442081"/>
                  </a:lnTo>
                  <a:lnTo>
                    <a:pt x="1658347" y="441067"/>
                  </a:lnTo>
                  <a:lnTo>
                    <a:pt x="1691514" y="439970"/>
                  </a:lnTo>
                  <a:lnTo>
                    <a:pt x="1724681" y="438789"/>
                  </a:lnTo>
                  <a:lnTo>
                    <a:pt x="1757848" y="437524"/>
                  </a:lnTo>
                  <a:lnTo>
                    <a:pt x="1791015" y="436176"/>
                  </a:lnTo>
                  <a:lnTo>
                    <a:pt x="1824182" y="434745"/>
                  </a:lnTo>
                  <a:lnTo>
                    <a:pt x="1857349" y="433231"/>
                  </a:lnTo>
                  <a:lnTo>
                    <a:pt x="1890516" y="431636"/>
                  </a:lnTo>
                  <a:lnTo>
                    <a:pt x="1923683" y="429948"/>
                  </a:lnTo>
                  <a:lnTo>
                    <a:pt x="1956850" y="428121"/>
                  </a:lnTo>
                  <a:lnTo>
                    <a:pt x="1990017" y="426152"/>
                  </a:lnTo>
                  <a:lnTo>
                    <a:pt x="2023184" y="424046"/>
                  </a:lnTo>
                  <a:lnTo>
                    <a:pt x="2056351" y="421807"/>
                  </a:lnTo>
                  <a:lnTo>
                    <a:pt x="2089518" y="419439"/>
                  </a:lnTo>
                  <a:lnTo>
                    <a:pt x="2122685" y="416947"/>
                  </a:lnTo>
                  <a:lnTo>
                    <a:pt x="2155852" y="414334"/>
                  </a:lnTo>
                  <a:lnTo>
                    <a:pt x="2189019" y="411606"/>
                  </a:lnTo>
                  <a:lnTo>
                    <a:pt x="2222186" y="408766"/>
                  </a:lnTo>
                  <a:lnTo>
                    <a:pt x="2255353" y="405818"/>
                  </a:lnTo>
                  <a:lnTo>
                    <a:pt x="2288520" y="402768"/>
                  </a:lnTo>
                  <a:lnTo>
                    <a:pt x="2321687" y="399619"/>
                  </a:lnTo>
                  <a:lnTo>
                    <a:pt x="2354854" y="396375"/>
                  </a:lnTo>
                  <a:lnTo>
                    <a:pt x="2388021" y="393041"/>
                  </a:lnTo>
                  <a:lnTo>
                    <a:pt x="2421188" y="389621"/>
                  </a:lnTo>
                  <a:lnTo>
                    <a:pt x="2454355" y="386120"/>
                  </a:lnTo>
                  <a:lnTo>
                    <a:pt x="2487521" y="382541"/>
                  </a:lnTo>
                  <a:lnTo>
                    <a:pt x="2520688" y="378887"/>
                  </a:lnTo>
                  <a:lnTo>
                    <a:pt x="2553855" y="374733"/>
                  </a:lnTo>
                  <a:lnTo>
                    <a:pt x="2587022" y="369839"/>
                  </a:lnTo>
                  <a:lnTo>
                    <a:pt x="2620189" y="364326"/>
                  </a:lnTo>
                  <a:lnTo>
                    <a:pt x="2653356" y="358314"/>
                  </a:lnTo>
                  <a:lnTo>
                    <a:pt x="2686523" y="351927"/>
                  </a:lnTo>
                  <a:lnTo>
                    <a:pt x="2719690" y="345283"/>
                  </a:lnTo>
                  <a:lnTo>
                    <a:pt x="2752857" y="338506"/>
                  </a:lnTo>
                  <a:lnTo>
                    <a:pt x="2786024" y="331716"/>
                  </a:lnTo>
                  <a:lnTo>
                    <a:pt x="2819191" y="325035"/>
                  </a:lnTo>
                  <a:lnTo>
                    <a:pt x="2852358" y="318583"/>
                  </a:lnTo>
                  <a:lnTo>
                    <a:pt x="2885525" y="312483"/>
                  </a:lnTo>
                  <a:lnTo>
                    <a:pt x="2918692" y="306855"/>
                  </a:lnTo>
                  <a:lnTo>
                    <a:pt x="2951859" y="301667"/>
                  </a:lnTo>
                  <a:lnTo>
                    <a:pt x="2985026" y="295959"/>
                  </a:lnTo>
                  <a:lnTo>
                    <a:pt x="3018193" y="289658"/>
                  </a:lnTo>
                  <a:lnTo>
                    <a:pt x="3051360" y="282899"/>
                  </a:lnTo>
                  <a:lnTo>
                    <a:pt x="3084527" y="275818"/>
                  </a:lnTo>
                  <a:lnTo>
                    <a:pt x="3117694" y="268552"/>
                  </a:lnTo>
                  <a:lnTo>
                    <a:pt x="3150861" y="261235"/>
                  </a:lnTo>
                  <a:lnTo>
                    <a:pt x="3184028" y="254004"/>
                  </a:lnTo>
                  <a:lnTo>
                    <a:pt x="3217195" y="246995"/>
                  </a:lnTo>
                  <a:lnTo>
                    <a:pt x="3250362" y="240343"/>
                  </a:lnTo>
                  <a:lnTo>
                    <a:pt x="3283529" y="234185"/>
                  </a:lnTo>
                  <a:lnTo>
                    <a:pt x="3316695" y="228656"/>
                  </a:lnTo>
                  <a:lnTo>
                    <a:pt x="3349862" y="223893"/>
                  </a:lnTo>
                  <a:lnTo>
                    <a:pt x="3383029" y="219475"/>
                  </a:lnTo>
                  <a:lnTo>
                    <a:pt x="3416196" y="214757"/>
                  </a:lnTo>
                  <a:lnTo>
                    <a:pt x="3449363" y="209828"/>
                  </a:lnTo>
                  <a:lnTo>
                    <a:pt x="3482530" y="204778"/>
                  </a:lnTo>
                  <a:lnTo>
                    <a:pt x="3515697" y="199698"/>
                  </a:lnTo>
                  <a:lnTo>
                    <a:pt x="3548864" y="194679"/>
                  </a:lnTo>
                  <a:lnTo>
                    <a:pt x="3582031" y="189812"/>
                  </a:lnTo>
                  <a:lnTo>
                    <a:pt x="3615198" y="185188"/>
                  </a:lnTo>
                  <a:lnTo>
                    <a:pt x="3648365" y="180899"/>
                  </a:lnTo>
                  <a:lnTo>
                    <a:pt x="3681532" y="177035"/>
                  </a:lnTo>
                  <a:lnTo>
                    <a:pt x="3714699" y="173687"/>
                  </a:lnTo>
                  <a:lnTo>
                    <a:pt x="3747866" y="170904"/>
                  </a:lnTo>
                  <a:lnTo>
                    <a:pt x="3781033" y="168400"/>
                  </a:lnTo>
                  <a:lnTo>
                    <a:pt x="3814200" y="166094"/>
                  </a:lnTo>
                  <a:lnTo>
                    <a:pt x="3847367" y="163974"/>
                  </a:lnTo>
                  <a:lnTo>
                    <a:pt x="3880534" y="162028"/>
                  </a:lnTo>
                  <a:lnTo>
                    <a:pt x="3913701" y="160243"/>
                  </a:lnTo>
                  <a:lnTo>
                    <a:pt x="3946868" y="158607"/>
                  </a:lnTo>
                  <a:lnTo>
                    <a:pt x="3980035" y="157107"/>
                  </a:lnTo>
                  <a:lnTo>
                    <a:pt x="4013202" y="155731"/>
                  </a:lnTo>
                  <a:lnTo>
                    <a:pt x="4046369" y="154466"/>
                  </a:lnTo>
                  <a:lnTo>
                    <a:pt x="4079536" y="153301"/>
                  </a:lnTo>
                  <a:lnTo>
                    <a:pt x="4112703" y="152222"/>
                  </a:lnTo>
                  <a:lnTo>
                    <a:pt x="4145869" y="151217"/>
                  </a:lnTo>
                  <a:lnTo>
                    <a:pt x="4179036" y="150274"/>
                  </a:lnTo>
                  <a:lnTo>
                    <a:pt x="4212203" y="149380"/>
                  </a:lnTo>
                  <a:lnTo>
                    <a:pt x="4245370" y="148607"/>
                  </a:lnTo>
                  <a:lnTo>
                    <a:pt x="4278537" y="148022"/>
                  </a:lnTo>
                  <a:lnTo>
                    <a:pt x="4311704" y="147603"/>
                  </a:lnTo>
                  <a:lnTo>
                    <a:pt x="4344871" y="147325"/>
                  </a:lnTo>
                  <a:lnTo>
                    <a:pt x="4378038" y="147166"/>
                  </a:lnTo>
                  <a:lnTo>
                    <a:pt x="4411205" y="147103"/>
                  </a:lnTo>
                  <a:lnTo>
                    <a:pt x="4444372" y="147114"/>
                  </a:lnTo>
                  <a:lnTo>
                    <a:pt x="4477539" y="147175"/>
                  </a:lnTo>
                  <a:lnTo>
                    <a:pt x="4510706" y="147264"/>
                  </a:lnTo>
                  <a:lnTo>
                    <a:pt x="4543873" y="147357"/>
                  </a:lnTo>
                  <a:lnTo>
                    <a:pt x="4577040" y="147431"/>
                  </a:lnTo>
                  <a:lnTo>
                    <a:pt x="4610207" y="147465"/>
                  </a:lnTo>
                  <a:lnTo>
                    <a:pt x="4643374" y="147434"/>
                  </a:lnTo>
                  <a:lnTo>
                    <a:pt x="4676541" y="147316"/>
                  </a:lnTo>
                  <a:lnTo>
                    <a:pt x="4709708" y="147088"/>
                  </a:lnTo>
                  <a:lnTo>
                    <a:pt x="4742875" y="146727"/>
                  </a:lnTo>
                  <a:lnTo>
                    <a:pt x="4776042" y="146211"/>
                  </a:lnTo>
                  <a:lnTo>
                    <a:pt x="4809209" y="145516"/>
                  </a:lnTo>
                  <a:lnTo>
                    <a:pt x="4842376" y="144619"/>
                  </a:lnTo>
                  <a:lnTo>
                    <a:pt x="4875543" y="143498"/>
                  </a:lnTo>
                  <a:lnTo>
                    <a:pt x="4908710" y="142130"/>
                  </a:lnTo>
                  <a:lnTo>
                    <a:pt x="4941876" y="140621"/>
                  </a:lnTo>
                  <a:lnTo>
                    <a:pt x="4975043" y="139059"/>
                  </a:lnTo>
                  <a:lnTo>
                    <a:pt x="5008210" y="137444"/>
                  </a:lnTo>
                  <a:lnTo>
                    <a:pt x="5041377" y="135776"/>
                  </a:lnTo>
                  <a:lnTo>
                    <a:pt x="5074544" y="134057"/>
                  </a:lnTo>
                  <a:lnTo>
                    <a:pt x="5107711" y="132284"/>
                  </a:lnTo>
                  <a:lnTo>
                    <a:pt x="5140878" y="130460"/>
                  </a:lnTo>
                  <a:lnTo>
                    <a:pt x="5174045" y="128583"/>
                  </a:lnTo>
                  <a:lnTo>
                    <a:pt x="5207212" y="126654"/>
                  </a:lnTo>
                  <a:lnTo>
                    <a:pt x="5240379" y="124673"/>
                  </a:lnTo>
                  <a:lnTo>
                    <a:pt x="5273546" y="122641"/>
                  </a:lnTo>
                  <a:lnTo>
                    <a:pt x="5306713" y="120556"/>
                  </a:lnTo>
                  <a:lnTo>
                    <a:pt x="5339880" y="118420"/>
                  </a:lnTo>
                  <a:lnTo>
                    <a:pt x="5373047" y="116233"/>
                  </a:lnTo>
                  <a:lnTo>
                    <a:pt x="5406214" y="113993"/>
                  </a:lnTo>
                  <a:lnTo>
                    <a:pt x="5439381" y="111703"/>
                  </a:lnTo>
                  <a:lnTo>
                    <a:pt x="5472548" y="109361"/>
                  </a:lnTo>
                  <a:lnTo>
                    <a:pt x="5505715" y="106968"/>
                  </a:lnTo>
                  <a:lnTo>
                    <a:pt x="5538882" y="104525"/>
                  </a:lnTo>
                  <a:lnTo>
                    <a:pt x="5572049" y="102030"/>
                  </a:lnTo>
                  <a:lnTo>
                    <a:pt x="5605216" y="99484"/>
                  </a:lnTo>
                  <a:lnTo>
                    <a:pt x="5638383" y="96888"/>
                  </a:lnTo>
                  <a:lnTo>
                    <a:pt x="5671550" y="94241"/>
                  </a:lnTo>
                  <a:lnTo>
                    <a:pt x="5704717" y="91543"/>
                  </a:lnTo>
                  <a:lnTo>
                    <a:pt x="5737884" y="88795"/>
                  </a:lnTo>
                  <a:lnTo>
                    <a:pt x="5771050" y="85997"/>
                  </a:lnTo>
                  <a:lnTo>
                    <a:pt x="5804217" y="83149"/>
                  </a:lnTo>
                  <a:lnTo>
                    <a:pt x="5837384" y="80250"/>
                  </a:lnTo>
                  <a:lnTo>
                    <a:pt x="5870551" y="77302"/>
                  </a:lnTo>
                  <a:lnTo>
                    <a:pt x="5903718" y="74303"/>
                  </a:lnTo>
                  <a:lnTo>
                    <a:pt x="5936885" y="71255"/>
                  </a:lnTo>
                  <a:lnTo>
                    <a:pt x="5970052" y="68157"/>
                  </a:lnTo>
                  <a:lnTo>
                    <a:pt x="6003219" y="65010"/>
                  </a:lnTo>
                  <a:lnTo>
                    <a:pt x="6036386" y="61813"/>
                  </a:lnTo>
                  <a:lnTo>
                    <a:pt x="6069553" y="58567"/>
                  </a:lnTo>
                  <a:lnTo>
                    <a:pt x="6102720" y="55272"/>
                  </a:lnTo>
                  <a:lnTo>
                    <a:pt x="6135887" y="51927"/>
                  </a:lnTo>
                  <a:lnTo>
                    <a:pt x="6169054" y="48533"/>
                  </a:lnTo>
                  <a:lnTo>
                    <a:pt x="6202221" y="45091"/>
                  </a:lnTo>
                  <a:lnTo>
                    <a:pt x="6235388" y="41599"/>
                  </a:lnTo>
                  <a:lnTo>
                    <a:pt x="6268555" y="38059"/>
                  </a:lnTo>
                  <a:lnTo>
                    <a:pt x="6301722" y="34470"/>
                  </a:lnTo>
                  <a:lnTo>
                    <a:pt x="6334889" y="30833"/>
                  </a:lnTo>
                  <a:lnTo>
                    <a:pt x="6368056" y="27147"/>
                  </a:lnTo>
                  <a:lnTo>
                    <a:pt x="6401223" y="23413"/>
                  </a:lnTo>
                  <a:lnTo>
                    <a:pt x="6434390" y="19631"/>
                  </a:lnTo>
                  <a:lnTo>
                    <a:pt x="6467557" y="15800"/>
                  </a:lnTo>
                  <a:lnTo>
                    <a:pt x="6500724" y="11922"/>
                  </a:lnTo>
                  <a:lnTo>
                    <a:pt x="6533891" y="7995"/>
                  </a:lnTo>
                  <a:lnTo>
                    <a:pt x="6567058" y="4021"/>
                  </a:lnTo>
                  <a:lnTo>
                    <a:pt x="6600224" y="0"/>
                  </a:lnTo>
                </a:path>
              </a:pathLst>
            </a:custGeom>
            <a:ln w="46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tx46"/>
            <p:cNvSpPr/>
            <p:nvPr/>
          </p:nvSpPr>
          <p:spPr>
            <a:xfrm>
              <a:off x="817066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430439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4887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4887" y="25546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2708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264753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264753" y="459601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264753" y="401277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264753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264753" y="284629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8264753" y="226305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125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264753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114144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18748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260816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334152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07488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857937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56020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29356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02692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776028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1950323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455459" y="3419472"/>
              <a:ext cx="20647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  (carboplatin ±20%)</a:t>
              </a:r>
            </a:p>
          </p:txBody>
        </p:sp>
        <p:sp>
          <p:nvSpPr>
            <p:cNvPr id="70" name="tx70"/>
            <p:cNvSpPr/>
            <p:nvPr/>
          </p:nvSpPr>
          <p:spPr>
            <a:xfrm rot="5400000">
              <a:off x="7864385" y="3419472"/>
              <a:ext cx="140543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Number of participants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941876" y="1367948"/>
              <a:ext cx="394097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Black line = % overdosed (left axis) · bars = distribution (right axis) · N = 1,200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219303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34444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46958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94721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1719860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7188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0524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73860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47196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67203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40539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3875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87211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941876" y="5149314"/>
              <a:ext cx="330011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71887" y="5149314"/>
              <a:ext cx="366679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38566" y="4846029"/>
              <a:ext cx="366679" cy="37327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005245" y="4589403"/>
              <a:ext cx="366679" cy="62989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371925" y="4519414"/>
              <a:ext cx="366679" cy="6998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738604" y="4006163"/>
              <a:ext cx="366679" cy="121314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3105283" y="3189626"/>
              <a:ext cx="366679" cy="20296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471962" y="2979660"/>
              <a:ext cx="366679" cy="223964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838641" y="2093134"/>
              <a:ext cx="366679" cy="312616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4205320" y="2023145"/>
              <a:ext cx="366679" cy="319615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572000" y="1929827"/>
              <a:ext cx="366679" cy="32894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938679" y="2373089"/>
              <a:ext cx="366679" cy="284621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305358" y="2863011"/>
              <a:ext cx="366679" cy="2356291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672037" y="3562900"/>
              <a:ext cx="366679" cy="165640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038716" y="3772867"/>
              <a:ext cx="366679" cy="14464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405395" y="4262789"/>
              <a:ext cx="366679" cy="95651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772074" y="4449426"/>
              <a:ext cx="366679" cy="76987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38754" y="4799370"/>
              <a:ext cx="366679" cy="41993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505433" y="5032666"/>
              <a:ext cx="366679" cy="1866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872112" y="5009336"/>
              <a:ext cx="330011" cy="20996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1271887" y="4790295"/>
              <a:ext cx="6600224" cy="429008"/>
            </a:xfrm>
            <a:custGeom>
              <a:avLst/>
              <a:pathLst>
                <a:path w="6600224" h="429008">
                  <a:moveTo>
                    <a:pt x="0" y="0"/>
                  </a:moveTo>
                  <a:lnTo>
                    <a:pt x="33166" y="7541"/>
                  </a:lnTo>
                  <a:lnTo>
                    <a:pt x="66333" y="14955"/>
                  </a:lnTo>
                  <a:lnTo>
                    <a:pt x="99500" y="22240"/>
                  </a:lnTo>
                  <a:lnTo>
                    <a:pt x="132667" y="29397"/>
                  </a:lnTo>
                  <a:lnTo>
                    <a:pt x="165834" y="36423"/>
                  </a:lnTo>
                  <a:lnTo>
                    <a:pt x="199001" y="43320"/>
                  </a:lnTo>
                  <a:lnTo>
                    <a:pt x="232168" y="50085"/>
                  </a:lnTo>
                  <a:lnTo>
                    <a:pt x="265335" y="56718"/>
                  </a:lnTo>
                  <a:lnTo>
                    <a:pt x="298502" y="63218"/>
                  </a:lnTo>
                  <a:lnTo>
                    <a:pt x="331669" y="69585"/>
                  </a:lnTo>
                  <a:lnTo>
                    <a:pt x="364836" y="75817"/>
                  </a:lnTo>
                  <a:lnTo>
                    <a:pt x="398003" y="81914"/>
                  </a:lnTo>
                  <a:lnTo>
                    <a:pt x="431170" y="87874"/>
                  </a:lnTo>
                  <a:lnTo>
                    <a:pt x="464337" y="93697"/>
                  </a:lnTo>
                  <a:lnTo>
                    <a:pt x="497504" y="99382"/>
                  </a:lnTo>
                  <a:lnTo>
                    <a:pt x="530671" y="104927"/>
                  </a:lnTo>
                  <a:lnTo>
                    <a:pt x="563838" y="110332"/>
                  </a:lnTo>
                  <a:lnTo>
                    <a:pt x="597005" y="115595"/>
                  </a:lnTo>
                  <a:lnTo>
                    <a:pt x="630172" y="120716"/>
                  </a:lnTo>
                  <a:lnTo>
                    <a:pt x="663339" y="125692"/>
                  </a:lnTo>
                  <a:lnTo>
                    <a:pt x="696506" y="130524"/>
                  </a:lnTo>
                  <a:lnTo>
                    <a:pt x="729673" y="135209"/>
                  </a:lnTo>
                  <a:lnTo>
                    <a:pt x="762840" y="139747"/>
                  </a:lnTo>
                  <a:lnTo>
                    <a:pt x="796007" y="144136"/>
                  </a:lnTo>
                  <a:lnTo>
                    <a:pt x="829173" y="148375"/>
                  </a:lnTo>
                  <a:lnTo>
                    <a:pt x="862340" y="152464"/>
                  </a:lnTo>
                  <a:lnTo>
                    <a:pt x="895507" y="156400"/>
                  </a:lnTo>
                  <a:lnTo>
                    <a:pt x="928674" y="160182"/>
                  </a:lnTo>
                  <a:lnTo>
                    <a:pt x="961841" y="163810"/>
                  </a:lnTo>
                  <a:lnTo>
                    <a:pt x="995008" y="167283"/>
                  </a:lnTo>
                  <a:lnTo>
                    <a:pt x="1028175" y="170599"/>
                  </a:lnTo>
                  <a:lnTo>
                    <a:pt x="1061342" y="173758"/>
                  </a:lnTo>
                  <a:lnTo>
                    <a:pt x="1094509" y="176759"/>
                  </a:lnTo>
                  <a:lnTo>
                    <a:pt x="1127676" y="179603"/>
                  </a:lnTo>
                  <a:lnTo>
                    <a:pt x="1160843" y="182288"/>
                  </a:lnTo>
                  <a:lnTo>
                    <a:pt x="1194010" y="184814"/>
                  </a:lnTo>
                  <a:lnTo>
                    <a:pt x="1227177" y="187183"/>
                  </a:lnTo>
                  <a:lnTo>
                    <a:pt x="1260344" y="189395"/>
                  </a:lnTo>
                  <a:lnTo>
                    <a:pt x="1293511" y="191450"/>
                  </a:lnTo>
                  <a:lnTo>
                    <a:pt x="1326678" y="193351"/>
                  </a:lnTo>
                  <a:lnTo>
                    <a:pt x="1359845" y="195100"/>
                  </a:lnTo>
                  <a:lnTo>
                    <a:pt x="1393012" y="196698"/>
                  </a:lnTo>
                  <a:lnTo>
                    <a:pt x="1426179" y="198149"/>
                  </a:lnTo>
                  <a:lnTo>
                    <a:pt x="1459346" y="199455"/>
                  </a:lnTo>
                  <a:lnTo>
                    <a:pt x="1492513" y="200622"/>
                  </a:lnTo>
                  <a:lnTo>
                    <a:pt x="1525680" y="201654"/>
                  </a:lnTo>
                  <a:lnTo>
                    <a:pt x="1558847" y="202555"/>
                  </a:lnTo>
                  <a:lnTo>
                    <a:pt x="1592014" y="203330"/>
                  </a:lnTo>
                  <a:lnTo>
                    <a:pt x="1625181" y="203986"/>
                  </a:lnTo>
                  <a:lnTo>
                    <a:pt x="1658347" y="204529"/>
                  </a:lnTo>
                  <a:lnTo>
                    <a:pt x="1691514" y="204964"/>
                  </a:lnTo>
                  <a:lnTo>
                    <a:pt x="1724681" y="205299"/>
                  </a:lnTo>
                  <a:lnTo>
                    <a:pt x="1757848" y="205541"/>
                  </a:lnTo>
                  <a:lnTo>
                    <a:pt x="1791015" y="205695"/>
                  </a:lnTo>
                  <a:lnTo>
                    <a:pt x="1824182" y="205769"/>
                  </a:lnTo>
                  <a:lnTo>
                    <a:pt x="1857349" y="205770"/>
                  </a:lnTo>
                  <a:lnTo>
                    <a:pt x="1890516" y="205703"/>
                  </a:lnTo>
                  <a:lnTo>
                    <a:pt x="1923683" y="205572"/>
                  </a:lnTo>
                  <a:lnTo>
                    <a:pt x="1956850" y="205371"/>
                  </a:lnTo>
                  <a:lnTo>
                    <a:pt x="1990017" y="205103"/>
                  </a:lnTo>
                  <a:lnTo>
                    <a:pt x="2023184" y="204772"/>
                  </a:lnTo>
                  <a:lnTo>
                    <a:pt x="2056351" y="204382"/>
                  </a:lnTo>
                  <a:lnTo>
                    <a:pt x="2089518" y="203935"/>
                  </a:lnTo>
                  <a:lnTo>
                    <a:pt x="2122685" y="203434"/>
                  </a:lnTo>
                  <a:lnTo>
                    <a:pt x="2155852" y="202881"/>
                  </a:lnTo>
                  <a:lnTo>
                    <a:pt x="2189019" y="202277"/>
                  </a:lnTo>
                  <a:lnTo>
                    <a:pt x="2222186" y="201627"/>
                  </a:lnTo>
                  <a:lnTo>
                    <a:pt x="2255353" y="200933"/>
                  </a:lnTo>
                  <a:lnTo>
                    <a:pt x="2288520" y="200199"/>
                  </a:lnTo>
                  <a:lnTo>
                    <a:pt x="2321687" y="199430"/>
                  </a:lnTo>
                  <a:lnTo>
                    <a:pt x="2354854" y="198630"/>
                  </a:lnTo>
                  <a:lnTo>
                    <a:pt x="2388021" y="197805"/>
                  </a:lnTo>
                  <a:lnTo>
                    <a:pt x="2421188" y="196963"/>
                  </a:lnTo>
                  <a:lnTo>
                    <a:pt x="2454355" y="196111"/>
                  </a:lnTo>
                  <a:lnTo>
                    <a:pt x="2487521" y="195256"/>
                  </a:lnTo>
                  <a:lnTo>
                    <a:pt x="2520688" y="194407"/>
                  </a:lnTo>
                  <a:lnTo>
                    <a:pt x="2553855" y="193469"/>
                  </a:lnTo>
                  <a:lnTo>
                    <a:pt x="2587022" y="192371"/>
                  </a:lnTo>
                  <a:lnTo>
                    <a:pt x="2620189" y="191121"/>
                  </a:lnTo>
                  <a:lnTo>
                    <a:pt x="2653356" y="189725"/>
                  </a:lnTo>
                  <a:lnTo>
                    <a:pt x="2686523" y="188198"/>
                  </a:lnTo>
                  <a:lnTo>
                    <a:pt x="2719690" y="186559"/>
                  </a:lnTo>
                  <a:lnTo>
                    <a:pt x="2752857" y="184840"/>
                  </a:lnTo>
                  <a:lnTo>
                    <a:pt x="2786024" y="183087"/>
                  </a:lnTo>
                  <a:lnTo>
                    <a:pt x="2819191" y="181358"/>
                  </a:lnTo>
                  <a:lnTo>
                    <a:pt x="2852358" y="179722"/>
                  </a:lnTo>
                  <a:lnTo>
                    <a:pt x="2885525" y="178260"/>
                  </a:lnTo>
                  <a:lnTo>
                    <a:pt x="2918692" y="177059"/>
                  </a:lnTo>
                  <a:lnTo>
                    <a:pt x="2951859" y="176174"/>
                  </a:lnTo>
                  <a:lnTo>
                    <a:pt x="2985026" y="175408"/>
                  </a:lnTo>
                  <a:lnTo>
                    <a:pt x="3018193" y="174683"/>
                  </a:lnTo>
                  <a:lnTo>
                    <a:pt x="3051360" y="173961"/>
                  </a:lnTo>
                  <a:lnTo>
                    <a:pt x="3084527" y="173210"/>
                  </a:lnTo>
                  <a:lnTo>
                    <a:pt x="3117694" y="172409"/>
                  </a:lnTo>
                  <a:lnTo>
                    <a:pt x="3150861" y="171552"/>
                  </a:lnTo>
                  <a:lnTo>
                    <a:pt x="3184028" y="170652"/>
                  </a:lnTo>
                  <a:lnTo>
                    <a:pt x="3217195" y="169743"/>
                  </a:lnTo>
                  <a:lnTo>
                    <a:pt x="3250362" y="168876"/>
                  </a:lnTo>
                  <a:lnTo>
                    <a:pt x="3283529" y="168116"/>
                  </a:lnTo>
                  <a:lnTo>
                    <a:pt x="3316695" y="167540"/>
                  </a:lnTo>
                  <a:lnTo>
                    <a:pt x="3349862" y="167228"/>
                  </a:lnTo>
                  <a:lnTo>
                    <a:pt x="3383029" y="167117"/>
                  </a:lnTo>
                  <a:lnTo>
                    <a:pt x="3416196" y="167023"/>
                  </a:lnTo>
                  <a:lnTo>
                    <a:pt x="3449363" y="166904"/>
                  </a:lnTo>
                  <a:lnTo>
                    <a:pt x="3482530" y="166724"/>
                  </a:lnTo>
                  <a:lnTo>
                    <a:pt x="3515697" y="166459"/>
                  </a:lnTo>
                  <a:lnTo>
                    <a:pt x="3548864" y="166111"/>
                  </a:lnTo>
                  <a:lnTo>
                    <a:pt x="3582031" y="165704"/>
                  </a:lnTo>
                  <a:lnTo>
                    <a:pt x="3615198" y="165287"/>
                  </a:lnTo>
                  <a:lnTo>
                    <a:pt x="3648365" y="164934"/>
                  </a:lnTo>
                  <a:lnTo>
                    <a:pt x="3681532" y="164734"/>
                  </a:lnTo>
                  <a:lnTo>
                    <a:pt x="3714699" y="164785"/>
                  </a:lnTo>
                  <a:lnTo>
                    <a:pt x="3747866" y="165158"/>
                  </a:lnTo>
                  <a:lnTo>
                    <a:pt x="3781033" y="165687"/>
                  </a:lnTo>
                  <a:lnTo>
                    <a:pt x="3814200" y="166292"/>
                  </a:lnTo>
                  <a:lnTo>
                    <a:pt x="3847367" y="166937"/>
                  </a:lnTo>
                  <a:lnTo>
                    <a:pt x="3880534" y="167587"/>
                  </a:lnTo>
                  <a:lnTo>
                    <a:pt x="3913701" y="168216"/>
                  </a:lnTo>
                  <a:lnTo>
                    <a:pt x="3946868" y="168808"/>
                  </a:lnTo>
                  <a:lnTo>
                    <a:pt x="3980035" y="169357"/>
                  </a:lnTo>
                  <a:lnTo>
                    <a:pt x="4013202" y="169865"/>
                  </a:lnTo>
                  <a:lnTo>
                    <a:pt x="4046369" y="170347"/>
                  </a:lnTo>
                  <a:lnTo>
                    <a:pt x="4079536" y="170827"/>
                  </a:lnTo>
                  <a:lnTo>
                    <a:pt x="4112703" y="171334"/>
                  </a:lnTo>
                  <a:lnTo>
                    <a:pt x="4145869" y="171903"/>
                  </a:lnTo>
                  <a:lnTo>
                    <a:pt x="4179036" y="172570"/>
                  </a:lnTo>
                  <a:lnTo>
                    <a:pt x="4212203" y="173369"/>
                  </a:lnTo>
                  <a:lnTo>
                    <a:pt x="4245370" y="174271"/>
                  </a:lnTo>
                  <a:lnTo>
                    <a:pt x="4278537" y="175215"/>
                  </a:lnTo>
                  <a:lnTo>
                    <a:pt x="4311704" y="176192"/>
                  </a:lnTo>
                  <a:lnTo>
                    <a:pt x="4344871" y="177189"/>
                  </a:lnTo>
                  <a:lnTo>
                    <a:pt x="4378038" y="178196"/>
                  </a:lnTo>
                  <a:lnTo>
                    <a:pt x="4411205" y="179206"/>
                  </a:lnTo>
                  <a:lnTo>
                    <a:pt x="4444372" y="180211"/>
                  </a:lnTo>
                  <a:lnTo>
                    <a:pt x="4477539" y="181205"/>
                  </a:lnTo>
                  <a:lnTo>
                    <a:pt x="4510706" y="182184"/>
                  </a:lnTo>
                  <a:lnTo>
                    <a:pt x="4543873" y="183147"/>
                  </a:lnTo>
                  <a:lnTo>
                    <a:pt x="4577040" y="184092"/>
                  </a:lnTo>
                  <a:lnTo>
                    <a:pt x="4610207" y="185020"/>
                  </a:lnTo>
                  <a:lnTo>
                    <a:pt x="4643374" y="185934"/>
                  </a:lnTo>
                  <a:lnTo>
                    <a:pt x="4676541" y="186837"/>
                  </a:lnTo>
                  <a:lnTo>
                    <a:pt x="4709708" y="187733"/>
                  </a:lnTo>
                  <a:lnTo>
                    <a:pt x="4742875" y="188629"/>
                  </a:lnTo>
                  <a:lnTo>
                    <a:pt x="4776042" y="189530"/>
                  </a:lnTo>
                  <a:lnTo>
                    <a:pt x="4809209" y="190441"/>
                  </a:lnTo>
                  <a:lnTo>
                    <a:pt x="4842376" y="191369"/>
                  </a:lnTo>
                  <a:lnTo>
                    <a:pt x="4875543" y="192319"/>
                  </a:lnTo>
                  <a:lnTo>
                    <a:pt x="4908710" y="193294"/>
                  </a:lnTo>
                  <a:lnTo>
                    <a:pt x="4941876" y="194279"/>
                  </a:lnTo>
                  <a:lnTo>
                    <a:pt x="4975043" y="195256"/>
                  </a:lnTo>
                  <a:lnTo>
                    <a:pt x="5008210" y="196227"/>
                  </a:lnTo>
                  <a:lnTo>
                    <a:pt x="5041377" y="197190"/>
                  </a:lnTo>
                  <a:lnTo>
                    <a:pt x="5074544" y="198145"/>
                  </a:lnTo>
                  <a:lnTo>
                    <a:pt x="5107711" y="199088"/>
                  </a:lnTo>
                  <a:lnTo>
                    <a:pt x="5140878" y="200020"/>
                  </a:lnTo>
                  <a:lnTo>
                    <a:pt x="5174045" y="200936"/>
                  </a:lnTo>
                  <a:lnTo>
                    <a:pt x="5207212" y="201835"/>
                  </a:lnTo>
                  <a:lnTo>
                    <a:pt x="5240379" y="202713"/>
                  </a:lnTo>
                  <a:lnTo>
                    <a:pt x="5273546" y="203566"/>
                  </a:lnTo>
                  <a:lnTo>
                    <a:pt x="5306713" y="204392"/>
                  </a:lnTo>
                  <a:lnTo>
                    <a:pt x="5339880" y="205187"/>
                  </a:lnTo>
                  <a:lnTo>
                    <a:pt x="5373047" y="205945"/>
                  </a:lnTo>
                  <a:lnTo>
                    <a:pt x="5406214" y="206665"/>
                  </a:lnTo>
                  <a:lnTo>
                    <a:pt x="5439381" y="207340"/>
                  </a:lnTo>
                  <a:lnTo>
                    <a:pt x="5472548" y="207967"/>
                  </a:lnTo>
                  <a:lnTo>
                    <a:pt x="5505715" y="208542"/>
                  </a:lnTo>
                  <a:lnTo>
                    <a:pt x="5538882" y="209061"/>
                  </a:lnTo>
                  <a:lnTo>
                    <a:pt x="5572049" y="209518"/>
                  </a:lnTo>
                  <a:lnTo>
                    <a:pt x="5605216" y="209911"/>
                  </a:lnTo>
                  <a:lnTo>
                    <a:pt x="5638383" y="210235"/>
                  </a:lnTo>
                  <a:lnTo>
                    <a:pt x="5671550" y="210486"/>
                  </a:lnTo>
                  <a:lnTo>
                    <a:pt x="5704717" y="210661"/>
                  </a:lnTo>
                  <a:lnTo>
                    <a:pt x="5737884" y="210755"/>
                  </a:lnTo>
                  <a:lnTo>
                    <a:pt x="5771050" y="210767"/>
                  </a:lnTo>
                  <a:lnTo>
                    <a:pt x="5804217" y="210692"/>
                  </a:lnTo>
                  <a:lnTo>
                    <a:pt x="5837384" y="210528"/>
                  </a:lnTo>
                  <a:lnTo>
                    <a:pt x="5870551" y="210272"/>
                  </a:lnTo>
                  <a:lnTo>
                    <a:pt x="5903718" y="209923"/>
                  </a:lnTo>
                  <a:lnTo>
                    <a:pt x="5936885" y="209477"/>
                  </a:lnTo>
                  <a:lnTo>
                    <a:pt x="5970052" y="208934"/>
                  </a:lnTo>
                  <a:lnTo>
                    <a:pt x="6003219" y="208291"/>
                  </a:lnTo>
                  <a:lnTo>
                    <a:pt x="6036386" y="207547"/>
                  </a:lnTo>
                  <a:lnTo>
                    <a:pt x="6069553" y="206702"/>
                  </a:lnTo>
                  <a:lnTo>
                    <a:pt x="6102720" y="205754"/>
                  </a:lnTo>
                  <a:lnTo>
                    <a:pt x="6135887" y="204702"/>
                  </a:lnTo>
                  <a:lnTo>
                    <a:pt x="6169054" y="203546"/>
                  </a:lnTo>
                  <a:lnTo>
                    <a:pt x="6202221" y="202286"/>
                  </a:lnTo>
                  <a:lnTo>
                    <a:pt x="6235388" y="200921"/>
                  </a:lnTo>
                  <a:lnTo>
                    <a:pt x="6268555" y="199451"/>
                  </a:lnTo>
                  <a:lnTo>
                    <a:pt x="6301722" y="197876"/>
                  </a:lnTo>
                  <a:lnTo>
                    <a:pt x="6334889" y="196197"/>
                  </a:lnTo>
                  <a:lnTo>
                    <a:pt x="6368056" y="194414"/>
                  </a:lnTo>
                  <a:lnTo>
                    <a:pt x="6401223" y="192526"/>
                  </a:lnTo>
                  <a:lnTo>
                    <a:pt x="6434390" y="190535"/>
                  </a:lnTo>
                  <a:lnTo>
                    <a:pt x="6467557" y="188441"/>
                  </a:lnTo>
                  <a:lnTo>
                    <a:pt x="6500724" y="186244"/>
                  </a:lnTo>
                  <a:lnTo>
                    <a:pt x="6533891" y="183945"/>
                  </a:lnTo>
                  <a:lnTo>
                    <a:pt x="6567058" y="181545"/>
                  </a:lnTo>
                  <a:lnTo>
                    <a:pt x="6600224" y="179044"/>
                  </a:lnTo>
                  <a:lnTo>
                    <a:pt x="6600224" y="429008"/>
                  </a:lnTo>
                  <a:lnTo>
                    <a:pt x="6567058" y="429008"/>
                  </a:lnTo>
                  <a:lnTo>
                    <a:pt x="6533891" y="429008"/>
                  </a:lnTo>
                  <a:lnTo>
                    <a:pt x="6500724" y="429008"/>
                  </a:lnTo>
                  <a:lnTo>
                    <a:pt x="6467557" y="429008"/>
                  </a:lnTo>
                  <a:lnTo>
                    <a:pt x="6434390" y="429008"/>
                  </a:lnTo>
                  <a:lnTo>
                    <a:pt x="6401223" y="429008"/>
                  </a:lnTo>
                  <a:lnTo>
                    <a:pt x="6368056" y="429008"/>
                  </a:lnTo>
                  <a:lnTo>
                    <a:pt x="6334889" y="429008"/>
                  </a:lnTo>
                  <a:lnTo>
                    <a:pt x="6301722" y="429008"/>
                  </a:lnTo>
                  <a:lnTo>
                    <a:pt x="6268555" y="429008"/>
                  </a:lnTo>
                  <a:lnTo>
                    <a:pt x="6235388" y="429008"/>
                  </a:lnTo>
                  <a:lnTo>
                    <a:pt x="6202221" y="429008"/>
                  </a:lnTo>
                  <a:lnTo>
                    <a:pt x="6169054" y="429008"/>
                  </a:lnTo>
                  <a:lnTo>
                    <a:pt x="6135887" y="429008"/>
                  </a:lnTo>
                  <a:lnTo>
                    <a:pt x="6102720" y="429008"/>
                  </a:lnTo>
                  <a:lnTo>
                    <a:pt x="6069553" y="429008"/>
                  </a:lnTo>
                  <a:lnTo>
                    <a:pt x="6036386" y="429008"/>
                  </a:lnTo>
                  <a:lnTo>
                    <a:pt x="6003219" y="429008"/>
                  </a:lnTo>
                  <a:lnTo>
                    <a:pt x="5970052" y="429008"/>
                  </a:lnTo>
                  <a:lnTo>
                    <a:pt x="5936885" y="429008"/>
                  </a:lnTo>
                  <a:lnTo>
                    <a:pt x="5903718" y="429008"/>
                  </a:lnTo>
                  <a:lnTo>
                    <a:pt x="5870551" y="429008"/>
                  </a:lnTo>
                  <a:lnTo>
                    <a:pt x="5837384" y="427497"/>
                  </a:lnTo>
                  <a:lnTo>
                    <a:pt x="5804217" y="423283"/>
                  </a:lnTo>
                  <a:lnTo>
                    <a:pt x="5771050" y="419195"/>
                  </a:lnTo>
                  <a:lnTo>
                    <a:pt x="5737884" y="415231"/>
                  </a:lnTo>
                  <a:lnTo>
                    <a:pt x="5704717" y="411387"/>
                  </a:lnTo>
                  <a:lnTo>
                    <a:pt x="5671550" y="407662"/>
                  </a:lnTo>
                  <a:lnTo>
                    <a:pt x="5638383" y="404050"/>
                  </a:lnTo>
                  <a:lnTo>
                    <a:pt x="5605216" y="400548"/>
                  </a:lnTo>
                  <a:lnTo>
                    <a:pt x="5572049" y="397153"/>
                  </a:lnTo>
                  <a:lnTo>
                    <a:pt x="5538882" y="393861"/>
                  </a:lnTo>
                  <a:lnTo>
                    <a:pt x="5505715" y="390668"/>
                  </a:lnTo>
                  <a:lnTo>
                    <a:pt x="5472548" y="387569"/>
                  </a:lnTo>
                  <a:lnTo>
                    <a:pt x="5439381" y="384560"/>
                  </a:lnTo>
                  <a:lnTo>
                    <a:pt x="5406214" y="381638"/>
                  </a:lnTo>
                  <a:lnTo>
                    <a:pt x="5373047" y="378797"/>
                  </a:lnTo>
                  <a:lnTo>
                    <a:pt x="5339880" y="376034"/>
                  </a:lnTo>
                  <a:lnTo>
                    <a:pt x="5306713" y="373345"/>
                  </a:lnTo>
                  <a:lnTo>
                    <a:pt x="5273546" y="370726"/>
                  </a:lnTo>
                  <a:lnTo>
                    <a:pt x="5240379" y="368172"/>
                  </a:lnTo>
                  <a:lnTo>
                    <a:pt x="5207212" y="365682"/>
                  </a:lnTo>
                  <a:lnTo>
                    <a:pt x="5174045" y="363250"/>
                  </a:lnTo>
                  <a:lnTo>
                    <a:pt x="5140878" y="360875"/>
                  </a:lnTo>
                  <a:lnTo>
                    <a:pt x="5107711" y="358554"/>
                  </a:lnTo>
                  <a:lnTo>
                    <a:pt x="5074544" y="356283"/>
                  </a:lnTo>
                  <a:lnTo>
                    <a:pt x="5041377" y="354062"/>
                  </a:lnTo>
                  <a:lnTo>
                    <a:pt x="5008210" y="351889"/>
                  </a:lnTo>
                  <a:lnTo>
                    <a:pt x="4975043" y="349762"/>
                  </a:lnTo>
                  <a:lnTo>
                    <a:pt x="4941876" y="347680"/>
                  </a:lnTo>
                  <a:lnTo>
                    <a:pt x="4908710" y="345645"/>
                  </a:lnTo>
                  <a:lnTo>
                    <a:pt x="4875543" y="343633"/>
                  </a:lnTo>
                  <a:lnTo>
                    <a:pt x="4842376" y="341619"/>
                  </a:lnTo>
                  <a:lnTo>
                    <a:pt x="4809209" y="339610"/>
                  </a:lnTo>
                  <a:lnTo>
                    <a:pt x="4776042" y="337614"/>
                  </a:lnTo>
                  <a:lnTo>
                    <a:pt x="4742875" y="335638"/>
                  </a:lnTo>
                  <a:lnTo>
                    <a:pt x="4709708" y="333692"/>
                  </a:lnTo>
                  <a:lnTo>
                    <a:pt x="4676541" y="331782"/>
                  </a:lnTo>
                  <a:lnTo>
                    <a:pt x="4643374" y="329918"/>
                  </a:lnTo>
                  <a:lnTo>
                    <a:pt x="4610207" y="328105"/>
                  </a:lnTo>
                  <a:lnTo>
                    <a:pt x="4577040" y="326349"/>
                  </a:lnTo>
                  <a:lnTo>
                    <a:pt x="4543873" y="324656"/>
                  </a:lnTo>
                  <a:lnTo>
                    <a:pt x="4510706" y="323028"/>
                  </a:lnTo>
                  <a:lnTo>
                    <a:pt x="4477539" y="321467"/>
                  </a:lnTo>
                  <a:lnTo>
                    <a:pt x="4444372" y="319974"/>
                  </a:lnTo>
                  <a:lnTo>
                    <a:pt x="4411205" y="318546"/>
                  </a:lnTo>
                  <a:lnTo>
                    <a:pt x="4378038" y="317181"/>
                  </a:lnTo>
                  <a:lnTo>
                    <a:pt x="4344871" y="315873"/>
                  </a:lnTo>
                  <a:lnTo>
                    <a:pt x="4311704" y="314616"/>
                  </a:lnTo>
                  <a:lnTo>
                    <a:pt x="4278537" y="313404"/>
                  </a:lnTo>
                  <a:lnTo>
                    <a:pt x="4245370" y="312226"/>
                  </a:lnTo>
                  <a:lnTo>
                    <a:pt x="4212203" y="311074"/>
                  </a:lnTo>
                  <a:lnTo>
                    <a:pt x="4179036" y="309882"/>
                  </a:lnTo>
                  <a:lnTo>
                    <a:pt x="4145869" y="308610"/>
                  </a:lnTo>
                  <a:lnTo>
                    <a:pt x="4112703" y="307298"/>
                  </a:lnTo>
                  <a:lnTo>
                    <a:pt x="4079536" y="305984"/>
                  </a:lnTo>
                  <a:lnTo>
                    <a:pt x="4046369" y="304705"/>
                  </a:lnTo>
                  <a:lnTo>
                    <a:pt x="4013202" y="303495"/>
                  </a:lnTo>
                  <a:lnTo>
                    <a:pt x="3980035" y="302379"/>
                  </a:lnTo>
                  <a:lnTo>
                    <a:pt x="3946868" y="301375"/>
                  </a:lnTo>
                  <a:lnTo>
                    <a:pt x="3913701" y="300489"/>
                  </a:lnTo>
                  <a:lnTo>
                    <a:pt x="3880534" y="299718"/>
                  </a:lnTo>
                  <a:lnTo>
                    <a:pt x="3847367" y="299047"/>
                  </a:lnTo>
                  <a:lnTo>
                    <a:pt x="3814200" y="298454"/>
                  </a:lnTo>
                  <a:lnTo>
                    <a:pt x="3781033" y="297908"/>
                  </a:lnTo>
                  <a:lnTo>
                    <a:pt x="3747866" y="297375"/>
                  </a:lnTo>
                  <a:lnTo>
                    <a:pt x="3714699" y="296820"/>
                  </a:lnTo>
                  <a:lnTo>
                    <a:pt x="3681532" y="296259"/>
                  </a:lnTo>
                  <a:lnTo>
                    <a:pt x="3648365" y="295743"/>
                  </a:lnTo>
                  <a:lnTo>
                    <a:pt x="3615198" y="295326"/>
                  </a:lnTo>
                  <a:lnTo>
                    <a:pt x="3582031" y="295050"/>
                  </a:lnTo>
                  <a:lnTo>
                    <a:pt x="3548864" y="294942"/>
                  </a:lnTo>
                  <a:lnTo>
                    <a:pt x="3515697" y="295007"/>
                  </a:lnTo>
                  <a:lnTo>
                    <a:pt x="3482530" y="295223"/>
                  </a:lnTo>
                  <a:lnTo>
                    <a:pt x="3449363" y="295544"/>
                  </a:lnTo>
                  <a:lnTo>
                    <a:pt x="3416196" y="295903"/>
                  </a:lnTo>
                  <a:lnTo>
                    <a:pt x="3383029" y="296218"/>
                  </a:lnTo>
                  <a:lnTo>
                    <a:pt x="3349862" y="296401"/>
                  </a:lnTo>
                  <a:lnTo>
                    <a:pt x="3316695" y="296527"/>
                  </a:lnTo>
                  <a:lnTo>
                    <a:pt x="3283529" y="296719"/>
                  </a:lnTo>
                  <a:lnTo>
                    <a:pt x="3250362" y="297016"/>
                  </a:lnTo>
                  <a:lnTo>
                    <a:pt x="3217195" y="297452"/>
                  </a:lnTo>
                  <a:lnTo>
                    <a:pt x="3184028" y="298054"/>
                  </a:lnTo>
                  <a:lnTo>
                    <a:pt x="3150861" y="298832"/>
                  </a:lnTo>
                  <a:lnTo>
                    <a:pt x="3117694" y="299778"/>
                  </a:lnTo>
                  <a:lnTo>
                    <a:pt x="3084527" y="300866"/>
                  </a:lnTo>
                  <a:lnTo>
                    <a:pt x="3051360" y="302048"/>
                  </a:lnTo>
                  <a:lnTo>
                    <a:pt x="3018193" y="303264"/>
                  </a:lnTo>
                  <a:lnTo>
                    <a:pt x="2985026" y="304440"/>
                  </a:lnTo>
                  <a:lnTo>
                    <a:pt x="2951859" y="305499"/>
                  </a:lnTo>
                  <a:lnTo>
                    <a:pt x="2918692" y="306425"/>
                  </a:lnTo>
                  <a:lnTo>
                    <a:pt x="2885525" y="307502"/>
                  </a:lnTo>
                  <a:lnTo>
                    <a:pt x="2852358" y="308770"/>
                  </a:lnTo>
                  <a:lnTo>
                    <a:pt x="2819191" y="310226"/>
                  </a:lnTo>
                  <a:lnTo>
                    <a:pt x="2786024" y="311859"/>
                  </a:lnTo>
                  <a:lnTo>
                    <a:pt x="2752857" y="313646"/>
                  </a:lnTo>
                  <a:lnTo>
                    <a:pt x="2719690" y="315554"/>
                  </a:lnTo>
                  <a:lnTo>
                    <a:pt x="2686523" y="317536"/>
                  </a:lnTo>
                  <a:lnTo>
                    <a:pt x="2653356" y="319533"/>
                  </a:lnTo>
                  <a:lnTo>
                    <a:pt x="2620189" y="321474"/>
                  </a:lnTo>
                  <a:lnTo>
                    <a:pt x="2587022" y="323281"/>
                  </a:lnTo>
                  <a:lnTo>
                    <a:pt x="2553855" y="324868"/>
                  </a:lnTo>
                  <a:lnTo>
                    <a:pt x="2520688" y="326151"/>
                  </a:lnTo>
                  <a:lnTo>
                    <a:pt x="2487521" y="327237"/>
                  </a:lnTo>
                  <a:lnTo>
                    <a:pt x="2454355" y="328344"/>
                  </a:lnTo>
                  <a:lnTo>
                    <a:pt x="2421188" y="329474"/>
                  </a:lnTo>
                  <a:lnTo>
                    <a:pt x="2388021" y="330631"/>
                  </a:lnTo>
                  <a:lnTo>
                    <a:pt x="2354854" y="331815"/>
                  </a:lnTo>
                  <a:lnTo>
                    <a:pt x="2321687" y="333028"/>
                  </a:lnTo>
                  <a:lnTo>
                    <a:pt x="2288520" y="334270"/>
                  </a:lnTo>
                  <a:lnTo>
                    <a:pt x="2255353" y="335539"/>
                  </a:lnTo>
                  <a:lnTo>
                    <a:pt x="2222186" y="336834"/>
                  </a:lnTo>
                  <a:lnTo>
                    <a:pt x="2189019" y="338154"/>
                  </a:lnTo>
                  <a:lnTo>
                    <a:pt x="2155852" y="339495"/>
                  </a:lnTo>
                  <a:lnTo>
                    <a:pt x="2122685" y="340854"/>
                  </a:lnTo>
                  <a:lnTo>
                    <a:pt x="2089518" y="342228"/>
                  </a:lnTo>
                  <a:lnTo>
                    <a:pt x="2056351" y="343612"/>
                  </a:lnTo>
                  <a:lnTo>
                    <a:pt x="2023184" y="345005"/>
                  </a:lnTo>
                  <a:lnTo>
                    <a:pt x="1990017" y="346401"/>
                  </a:lnTo>
                  <a:lnTo>
                    <a:pt x="1956850" y="347800"/>
                  </a:lnTo>
                  <a:lnTo>
                    <a:pt x="1923683" y="349197"/>
                  </a:lnTo>
                  <a:lnTo>
                    <a:pt x="1890516" y="350600"/>
                  </a:lnTo>
                  <a:lnTo>
                    <a:pt x="1857349" y="352059"/>
                  </a:lnTo>
                  <a:lnTo>
                    <a:pt x="1824182" y="353590"/>
                  </a:lnTo>
                  <a:lnTo>
                    <a:pt x="1791015" y="355198"/>
                  </a:lnTo>
                  <a:lnTo>
                    <a:pt x="1757848" y="356890"/>
                  </a:lnTo>
                  <a:lnTo>
                    <a:pt x="1724681" y="358674"/>
                  </a:lnTo>
                  <a:lnTo>
                    <a:pt x="1691514" y="360554"/>
                  </a:lnTo>
                  <a:lnTo>
                    <a:pt x="1658347" y="362539"/>
                  </a:lnTo>
                  <a:lnTo>
                    <a:pt x="1625181" y="364634"/>
                  </a:lnTo>
                  <a:lnTo>
                    <a:pt x="1592014" y="366845"/>
                  </a:lnTo>
                  <a:lnTo>
                    <a:pt x="1558847" y="369179"/>
                  </a:lnTo>
                  <a:lnTo>
                    <a:pt x="1525680" y="371641"/>
                  </a:lnTo>
                  <a:lnTo>
                    <a:pt x="1492513" y="374236"/>
                  </a:lnTo>
                  <a:lnTo>
                    <a:pt x="1459346" y="376969"/>
                  </a:lnTo>
                  <a:lnTo>
                    <a:pt x="1426179" y="379844"/>
                  </a:lnTo>
                  <a:lnTo>
                    <a:pt x="1393012" y="382865"/>
                  </a:lnTo>
                  <a:lnTo>
                    <a:pt x="1359845" y="386036"/>
                  </a:lnTo>
                  <a:lnTo>
                    <a:pt x="1326678" y="389359"/>
                  </a:lnTo>
                  <a:lnTo>
                    <a:pt x="1293511" y="392835"/>
                  </a:lnTo>
                  <a:lnTo>
                    <a:pt x="1260344" y="396468"/>
                  </a:lnTo>
                  <a:lnTo>
                    <a:pt x="1227177" y="400258"/>
                  </a:lnTo>
                  <a:lnTo>
                    <a:pt x="1194010" y="404207"/>
                  </a:lnTo>
                  <a:lnTo>
                    <a:pt x="1160843" y="408314"/>
                  </a:lnTo>
                  <a:lnTo>
                    <a:pt x="1127676" y="412580"/>
                  </a:lnTo>
                  <a:lnTo>
                    <a:pt x="1094509" y="417006"/>
                  </a:lnTo>
                  <a:lnTo>
                    <a:pt x="1061342" y="421589"/>
                  </a:lnTo>
                  <a:lnTo>
                    <a:pt x="1028175" y="426331"/>
                  </a:lnTo>
                  <a:lnTo>
                    <a:pt x="995008" y="429008"/>
                  </a:lnTo>
                  <a:lnTo>
                    <a:pt x="961841" y="429008"/>
                  </a:lnTo>
                  <a:lnTo>
                    <a:pt x="928674" y="429008"/>
                  </a:lnTo>
                  <a:lnTo>
                    <a:pt x="895507" y="429008"/>
                  </a:lnTo>
                  <a:lnTo>
                    <a:pt x="862340" y="429008"/>
                  </a:lnTo>
                  <a:lnTo>
                    <a:pt x="829173" y="429008"/>
                  </a:lnTo>
                  <a:lnTo>
                    <a:pt x="796007" y="429008"/>
                  </a:lnTo>
                  <a:lnTo>
                    <a:pt x="762840" y="429008"/>
                  </a:lnTo>
                  <a:lnTo>
                    <a:pt x="729673" y="429008"/>
                  </a:lnTo>
                  <a:lnTo>
                    <a:pt x="696506" y="429008"/>
                  </a:lnTo>
                  <a:lnTo>
                    <a:pt x="663339" y="429008"/>
                  </a:lnTo>
                  <a:lnTo>
                    <a:pt x="630172" y="429008"/>
                  </a:lnTo>
                  <a:lnTo>
                    <a:pt x="597005" y="429008"/>
                  </a:lnTo>
                  <a:lnTo>
                    <a:pt x="563838" y="429008"/>
                  </a:lnTo>
                  <a:lnTo>
                    <a:pt x="530671" y="429008"/>
                  </a:lnTo>
                  <a:lnTo>
                    <a:pt x="497504" y="429008"/>
                  </a:lnTo>
                  <a:lnTo>
                    <a:pt x="464337" y="429008"/>
                  </a:lnTo>
                  <a:lnTo>
                    <a:pt x="431170" y="429008"/>
                  </a:lnTo>
                  <a:lnTo>
                    <a:pt x="398003" y="429008"/>
                  </a:lnTo>
                  <a:lnTo>
                    <a:pt x="364836" y="429008"/>
                  </a:lnTo>
                  <a:lnTo>
                    <a:pt x="331669" y="429008"/>
                  </a:lnTo>
                  <a:lnTo>
                    <a:pt x="298502" y="429008"/>
                  </a:lnTo>
                  <a:lnTo>
                    <a:pt x="265335" y="429008"/>
                  </a:lnTo>
                  <a:lnTo>
                    <a:pt x="232168" y="429008"/>
                  </a:lnTo>
                  <a:lnTo>
                    <a:pt x="199001" y="429008"/>
                  </a:lnTo>
                  <a:lnTo>
                    <a:pt x="165834" y="429008"/>
                  </a:lnTo>
                  <a:lnTo>
                    <a:pt x="132667" y="429008"/>
                  </a:lnTo>
                  <a:lnTo>
                    <a:pt x="99500" y="429008"/>
                  </a:lnTo>
                  <a:lnTo>
                    <a:pt x="66333" y="429008"/>
                  </a:lnTo>
                  <a:lnTo>
                    <a:pt x="33166" y="429008"/>
                  </a:lnTo>
                  <a:lnTo>
                    <a:pt x="0" y="429008"/>
                  </a:lnTo>
                  <a:close/>
                </a:path>
              </a:pathLst>
            </a:custGeom>
            <a:solidFill>
              <a:srgbClr val="000000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271887" y="4790295"/>
              <a:ext cx="6600224" cy="210767"/>
            </a:xfrm>
            <a:custGeom>
              <a:avLst/>
              <a:pathLst>
                <a:path w="6600224" h="210767">
                  <a:moveTo>
                    <a:pt x="0" y="0"/>
                  </a:moveTo>
                  <a:lnTo>
                    <a:pt x="33166" y="7541"/>
                  </a:lnTo>
                  <a:lnTo>
                    <a:pt x="66333" y="14955"/>
                  </a:lnTo>
                  <a:lnTo>
                    <a:pt x="99500" y="22240"/>
                  </a:lnTo>
                  <a:lnTo>
                    <a:pt x="132667" y="29397"/>
                  </a:lnTo>
                  <a:lnTo>
                    <a:pt x="165834" y="36423"/>
                  </a:lnTo>
                  <a:lnTo>
                    <a:pt x="199001" y="43320"/>
                  </a:lnTo>
                  <a:lnTo>
                    <a:pt x="232168" y="50085"/>
                  </a:lnTo>
                  <a:lnTo>
                    <a:pt x="265335" y="56718"/>
                  </a:lnTo>
                  <a:lnTo>
                    <a:pt x="298502" y="63218"/>
                  </a:lnTo>
                  <a:lnTo>
                    <a:pt x="331669" y="69585"/>
                  </a:lnTo>
                  <a:lnTo>
                    <a:pt x="364836" y="75817"/>
                  </a:lnTo>
                  <a:lnTo>
                    <a:pt x="398003" y="81914"/>
                  </a:lnTo>
                  <a:lnTo>
                    <a:pt x="431170" y="87874"/>
                  </a:lnTo>
                  <a:lnTo>
                    <a:pt x="464337" y="93697"/>
                  </a:lnTo>
                  <a:lnTo>
                    <a:pt x="497504" y="99382"/>
                  </a:lnTo>
                  <a:lnTo>
                    <a:pt x="530671" y="104927"/>
                  </a:lnTo>
                  <a:lnTo>
                    <a:pt x="563838" y="110332"/>
                  </a:lnTo>
                  <a:lnTo>
                    <a:pt x="597005" y="115595"/>
                  </a:lnTo>
                  <a:lnTo>
                    <a:pt x="630172" y="120716"/>
                  </a:lnTo>
                  <a:lnTo>
                    <a:pt x="663339" y="125692"/>
                  </a:lnTo>
                  <a:lnTo>
                    <a:pt x="696506" y="130524"/>
                  </a:lnTo>
                  <a:lnTo>
                    <a:pt x="729673" y="135209"/>
                  </a:lnTo>
                  <a:lnTo>
                    <a:pt x="762840" y="139747"/>
                  </a:lnTo>
                  <a:lnTo>
                    <a:pt x="796007" y="144136"/>
                  </a:lnTo>
                  <a:lnTo>
                    <a:pt x="829173" y="148375"/>
                  </a:lnTo>
                  <a:lnTo>
                    <a:pt x="862340" y="152464"/>
                  </a:lnTo>
                  <a:lnTo>
                    <a:pt x="895507" y="156400"/>
                  </a:lnTo>
                  <a:lnTo>
                    <a:pt x="928674" y="160182"/>
                  </a:lnTo>
                  <a:lnTo>
                    <a:pt x="961841" y="163810"/>
                  </a:lnTo>
                  <a:lnTo>
                    <a:pt x="995008" y="167283"/>
                  </a:lnTo>
                  <a:lnTo>
                    <a:pt x="1028175" y="170599"/>
                  </a:lnTo>
                  <a:lnTo>
                    <a:pt x="1061342" y="173758"/>
                  </a:lnTo>
                  <a:lnTo>
                    <a:pt x="1094509" y="176759"/>
                  </a:lnTo>
                  <a:lnTo>
                    <a:pt x="1127676" y="179603"/>
                  </a:lnTo>
                  <a:lnTo>
                    <a:pt x="1160843" y="182288"/>
                  </a:lnTo>
                  <a:lnTo>
                    <a:pt x="1194010" y="184814"/>
                  </a:lnTo>
                  <a:lnTo>
                    <a:pt x="1227177" y="187183"/>
                  </a:lnTo>
                  <a:lnTo>
                    <a:pt x="1260344" y="189395"/>
                  </a:lnTo>
                  <a:lnTo>
                    <a:pt x="1293511" y="191450"/>
                  </a:lnTo>
                  <a:lnTo>
                    <a:pt x="1326678" y="193351"/>
                  </a:lnTo>
                  <a:lnTo>
                    <a:pt x="1359845" y="195100"/>
                  </a:lnTo>
                  <a:lnTo>
                    <a:pt x="1393012" y="196698"/>
                  </a:lnTo>
                  <a:lnTo>
                    <a:pt x="1426179" y="198149"/>
                  </a:lnTo>
                  <a:lnTo>
                    <a:pt x="1459346" y="199455"/>
                  </a:lnTo>
                  <a:lnTo>
                    <a:pt x="1492513" y="200622"/>
                  </a:lnTo>
                  <a:lnTo>
                    <a:pt x="1525680" y="201654"/>
                  </a:lnTo>
                  <a:lnTo>
                    <a:pt x="1558847" y="202555"/>
                  </a:lnTo>
                  <a:lnTo>
                    <a:pt x="1592014" y="203330"/>
                  </a:lnTo>
                  <a:lnTo>
                    <a:pt x="1625181" y="203986"/>
                  </a:lnTo>
                  <a:lnTo>
                    <a:pt x="1658347" y="204529"/>
                  </a:lnTo>
                  <a:lnTo>
                    <a:pt x="1691514" y="204964"/>
                  </a:lnTo>
                  <a:lnTo>
                    <a:pt x="1724681" y="205299"/>
                  </a:lnTo>
                  <a:lnTo>
                    <a:pt x="1757848" y="205541"/>
                  </a:lnTo>
                  <a:lnTo>
                    <a:pt x="1791015" y="205695"/>
                  </a:lnTo>
                  <a:lnTo>
                    <a:pt x="1824182" y="205769"/>
                  </a:lnTo>
                  <a:lnTo>
                    <a:pt x="1857349" y="205770"/>
                  </a:lnTo>
                  <a:lnTo>
                    <a:pt x="1890516" y="205703"/>
                  </a:lnTo>
                  <a:lnTo>
                    <a:pt x="1923683" y="205572"/>
                  </a:lnTo>
                  <a:lnTo>
                    <a:pt x="1956850" y="205371"/>
                  </a:lnTo>
                  <a:lnTo>
                    <a:pt x="1990017" y="205103"/>
                  </a:lnTo>
                  <a:lnTo>
                    <a:pt x="2023184" y="204772"/>
                  </a:lnTo>
                  <a:lnTo>
                    <a:pt x="2056351" y="204382"/>
                  </a:lnTo>
                  <a:lnTo>
                    <a:pt x="2089518" y="203935"/>
                  </a:lnTo>
                  <a:lnTo>
                    <a:pt x="2122685" y="203434"/>
                  </a:lnTo>
                  <a:lnTo>
                    <a:pt x="2155852" y="202881"/>
                  </a:lnTo>
                  <a:lnTo>
                    <a:pt x="2189019" y="202277"/>
                  </a:lnTo>
                  <a:lnTo>
                    <a:pt x="2222186" y="201627"/>
                  </a:lnTo>
                  <a:lnTo>
                    <a:pt x="2255353" y="200933"/>
                  </a:lnTo>
                  <a:lnTo>
                    <a:pt x="2288520" y="200199"/>
                  </a:lnTo>
                  <a:lnTo>
                    <a:pt x="2321687" y="199430"/>
                  </a:lnTo>
                  <a:lnTo>
                    <a:pt x="2354854" y="198630"/>
                  </a:lnTo>
                  <a:lnTo>
                    <a:pt x="2388021" y="197805"/>
                  </a:lnTo>
                  <a:lnTo>
                    <a:pt x="2421188" y="196963"/>
                  </a:lnTo>
                  <a:lnTo>
                    <a:pt x="2454355" y="196111"/>
                  </a:lnTo>
                  <a:lnTo>
                    <a:pt x="2487521" y="195256"/>
                  </a:lnTo>
                  <a:lnTo>
                    <a:pt x="2520688" y="194407"/>
                  </a:lnTo>
                  <a:lnTo>
                    <a:pt x="2553855" y="193469"/>
                  </a:lnTo>
                  <a:lnTo>
                    <a:pt x="2587022" y="192371"/>
                  </a:lnTo>
                  <a:lnTo>
                    <a:pt x="2620189" y="191121"/>
                  </a:lnTo>
                  <a:lnTo>
                    <a:pt x="2653356" y="189725"/>
                  </a:lnTo>
                  <a:lnTo>
                    <a:pt x="2686523" y="188198"/>
                  </a:lnTo>
                  <a:lnTo>
                    <a:pt x="2719690" y="186559"/>
                  </a:lnTo>
                  <a:lnTo>
                    <a:pt x="2752857" y="184840"/>
                  </a:lnTo>
                  <a:lnTo>
                    <a:pt x="2786024" y="183087"/>
                  </a:lnTo>
                  <a:lnTo>
                    <a:pt x="2819191" y="181358"/>
                  </a:lnTo>
                  <a:lnTo>
                    <a:pt x="2852358" y="179722"/>
                  </a:lnTo>
                  <a:lnTo>
                    <a:pt x="2885525" y="178260"/>
                  </a:lnTo>
                  <a:lnTo>
                    <a:pt x="2918692" y="177059"/>
                  </a:lnTo>
                  <a:lnTo>
                    <a:pt x="2951859" y="176174"/>
                  </a:lnTo>
                  <a:lnTo>
                    <a:pt x="2985026" y="175408"/>
                  </a:lnTo>
                  <a:lnTo>
                    <a:pt x="3018193" y="174683"/>
                  </a:lnTo>
                  <a:lnTo>
                    <a:pt x="3051360" y="173961"/>
                  </a:lnTo>
                  <a:lnTo>
                    <a:pt x="3084527" y="173210"/>
                  </a:lnTo>
                  <a:lnTo>
                    <a:pt x="3117694" y="172409"/>
                  </a:lnTo>
                  <a:lnTo>
                    <a:pt x="3150861" y="171552"/>
                  </a:lnTo>
                  <a:lnTo>
                    <a:pt x="3184028" y="170652"/>
                  </a:lnTo>
                  <a:lnTo>
                    <a:pt x="3217195" y="169743"/>
                  </a:lnTo>
                  <a:lnTo>
                    <a:pt x="3250362" y="168876"/>
                  </a:lnTo>
                  <a:lnTo>
                    <a:pt x="3283529" y="168116"/>
                  </a:lnTo>
                  <a:lnTo>
                    <a:pt x="3316695" y="167540"/>
                  </a:lnTo>
                  <a:lnTo>
                    <a:pt x="3349862" y="167228"/>
                  </a:lnTo>
                  <a:lnTo>
                    <a:pt x="3383029" y="167117"/>
                  </a:lnTo>
                  <a:lnTo>
                    <a:pt x="3416196" y="167023"/>
                  </a:lnTo>
                  <a:lnTo>
                    <a:pt x="3449363" y="166904"/>
                  </a:lnTo>
                  <a:lnTo>
                    <a:pt x="3482530" y="166724"/>
                  </a:lnTo>
                  <a:lnTo>
                    <a:pt x="3515697" y="166459"/>
                  </a:lnTo>
                  <a:lnTo>
                    <a:pt x="3548864" y="166111"/>
                  </a:lnTo>
                  <a:lnTo>
                    <a:pt x="3582031" y="165704"/>
                  </a:lnTo>
                  <a:lnTo>
                    <a:pt x="3615198" y="165287"/>
                  </a:lnTo>
                  <a:lnTo>
                    <a:pt x="3648365" y="164934"/>
                  </a:lnTo>
                  <a:lnTo>
                    <a:pt x="3681532" y="164734"/>
                  </a:lnTo>
                  <a:lnTo>
                    <a:pt x="3714699" y="164785"/>
                  </a:lnTo>
                  <a:lnTo>
                    <a:pt x="3747866" y="165158"/>
                  </a:lnTo>
                  <a:lnTo>
                    <a:pt x="3781033" y="165687"/>
                  </a:lnTo>
                  <a:lnTo>
                    <a:pt x="3814200" y="166292"/>
                  </a:lnTo>
                  <a:lnTo>
                    <a:pt x="3847367" y="166937"/>
                  </a:lnTo>
                  <a:lnTo>
                    <a:pt x="3880534" y="167587"/>
                  </a:lnTo>
                  <a:lnTo>
                    <a:pt x="3913701" y="168216"/>
                  </a:lnTo>
                  <a:lnTo>
                    <a:pt x="3946868" y="168808"/>
                  </a:lnTo>
                  <a:lnTo>
                    <a:pt x="3980035" y="169357"/>
                  </a:lnTo>
                  <a:lnTo>
                    <a:pt x="4013202" y="169865"/>
                  </a:lnTo>
                  <a:lnTo>
                    <a:pt x="4046369" y="170347"/>
                  </a:lnTo>
                  <a:lnTo>
                    <a:pt x="4079536" y="170827"/>
                  </a:lnTo>
                  <a:lnTo>
                    <a:pt x="4112703" y="171334"/>
                  </a:lnTo>
                  <a:lnTo>
                    <a:pt x="4145869" y="171903"/>
                  </a:lnTo>
                  <a:lnTo>
                    <a:pt x="4179036" y="172570"/>
                  </a:lnTo>
                  <a:lnTo>
                    <a:pt x="4212203" y="173369"/>
                  </a:lnTo>
                  <a:lnTo>
                    <a:pt x="4245370" y="174271"/>
                  </a:lnTo>
                  <a:lnTo>
                    <a:pt x="4278537" y="175215"/>
                  </a:lnTo>
                  <a:lnTo>
                    <a:pt x="4311704" y="176192"/>
                  </a:lnTo>
                  <a:lnTo>
                    <a:pt x="4344871" y="177189"/>
                  </a:lnTo>
                  <a:lnTo>
                    <a:pt x="4378038" y="178196"/>
                  </a:lnTo>
                  <a:lnTo>
                    <a:pt x="4411205" y="179206"/>
                  </a:lnTo>
                  <a:lnTo>
                    <a:pt x="4444372" y="180211"/>
                  </a:lnTo>
                  <a:lnTo>
                    <a:pt x="4477539" y="181205"/>
                  </a:lnTo>
                  <a:lnTo>
                    <a:pt x="4510706" y="182184"/>
                  </a:lnTo>
                  <a:lnTo>
                    <a:pt x="4543873" y="183147"/>
                  </a:lnTo>
                  <a:lnTo>
                    <a:pt x="4577040" y="184092"/>
                  </a:lnTo>
                  <a:lnTo>
                    <a:pt x="4610207" y="185020"/>
                  </a:lnTo>
                  <a:lnTo>
                    <a:pt x="4643374" y="185934"/>
                  </a:lnTo>
                  <a:lnTo>
                    <a:pt x="4676541" y="186837"/>
                  </a:lnTo>
                  <a:lnTo>
                    <a:pt x="4709708" y="187733"/>
                  </a:lnTo>
                  <a:lnTo>
                    <a:pt x="4742875" y="188629"/>
                  </a:lnTo>
                  <a:lnTo>
                    <a:pt x="4776042" y="189530"/>
                  </a:lnTo>
                  <a:lnTo>
                    <a:pt x="4809209" y="190441"/>
                  </a:lnTo>
                  <a:lnTo>
                    <a:pt x="4842376" y="191369"/>
                  </a:lnTo>
                  <a:lnTo>
                    <a:pt x="4875543" y="192319"/>
                  </a:lnTo>
                  <a:lnTo>
                    <a:pt x="4908710" y="193294"/>
                  </a:lnTo>
                  <a:lnTo>
                    <a:pt x="4941876" y="194279"/>
                  </a:lnTo>
                  <a:lnTo>
                    <a:pt x="4975043" y="195256"/>
                  </a:lnTo>
                  <a:lnTo>
                    <a:pt x="5008210" y="196227"/>
                  </a:lnTo>
                  <a:lnTo>
                    <a:pt x="5041377" y="197190"/>
                  </a:lnTo>
                  <a:lnTo>
                    <a:pt x="5074544" y="198145"/>
                  </a:lnTo>
                  <a:lnTo>
                    <a:pt x="5107711" y="199088"/>
                  </a:lnTo>
                  <a:lnTo>
                    <a:pt x="5140878" y="200020"/>
                  </a:lnTo>
                  <a:lnTo>
                    <a:pt x="5174045" y="200936"/>
                  </a:lnTo>
                  <a:lnTo>
                    <a:pt x="5207212" y="201835"/>
                  </a:lnTo>
                  <a:lnTo>
                    <a:pt x="5240379" y="202713"/>
                  </a:lnTo>
                  <a:lnTo>
                    <a:pt x="5273546" y="203566"/>
                  </a:lnTo>
                  <a:lnTo>
                    <a:pt x="5306713" y="204392"/>
                  </a:lnTo>
                  <a:lnTo>
                    <a:pt x="5339880" y="205187"/>
                  </a:lnTo>
                  <a:lnTo>
                    <a:pt x="5373047" y="205945"/>
                  </a:lnTo>
                  <a:lnTo>
                    <a:pt x="5406214" y="206665"/>
                  </a:lnTo>
                  <a:lnTo>
                    <a:pt x="5439381" y="207340"/>
                  </a:lnTo>
                  <a:lnTo>
                    <a:pt x="5472548" y="207967"/>
                  </a:lnTo>
                  <a:lnTo>
                    <a:pt x="5505715" y="208542"/>
                  </a:lnTo>
                  <a:lnTo>
                    <a:pt x="5538882" y="209061"/>
                  </a:lnTo>
                  <a:lnTo>
                    <a:pt x="5572049" y="209518"/>
                  </a:lnTo>
                  <a:lnTo>
                    <a:pt x="5605216" y="209911"/>
                  </a:lnTo>
                  <a:lnTo>
                    <a:pt x="5638383" y="210235"/>
                  </a:lnTo>
                  <a:lnTo>
                    <a:pt x="5671550" y="210486"/>
                  </a:lnTo>
                  <a:lnTo>
                    <a:pt x="5704717" y="210661"/>
                  </a:lnTo>
                  <a:lnTo>
                    <a:pt x="5737884" y="210755"/>
                  </a:lnTo>
                  <a:lnTo>
                    <a:pt x="5771050" y="210767"/>
                  </a:lnTo>
                  <a:lnTo>
                    <a:pt x="5804217" y="210692"/>
                  </a:lnTo>
                  <a:lnTo>
                    <a:pt x="5837384" y="210528"/>
                  </a:lnTo>
                  <a:lnTo>
                    <a:pt x="5870551" y="210272"/>
                  </a:lnTo>
                  <a:lnTo>
                    <a:pt x="5903718" y="209923"/>
                  </a:lnTo>
                  <a:lnTo>
                    <a:pt x="5936885" y="209477"/>
                  </a:lnTo>
                  <a:lnTo>
                    <a:pt x="5970052" y="208934"/>
                  </a:lnTo>
                  <a:lnTo>
                    <a:pt x="6003219" y="208291"/>
                  </a:lnTo>
                  <a:lnTo>
                    <a:pt x="6036386" y="207547"/>
                  </a:lnTo>
                  <a:lnTo>
                    <a:pt x="6069553" y="206702"/>
                  </a:lnTo>
                  <a:lnTo>
                    <a:pt x="6102720" y="205754"/>
                  </a:lnTo>
                  <a:lnTo>
                    <a:pt x="6135887" y="204702"/>
                  </a:lnTo>
                  <a:lnTo>
                    <a:pt x="6169054" y="203546"/>
                  </a:lnTo>
                  <a:lnTo>
                    <a:pt x="6202221" y="202286"/>
                  </a:lnTo>
                  <a:lnTo>
                    <a:pt x="6235388" y="200921"/>
                  </a:lnTo>
                  <a:lnTo>
                    <a:pt x="6268555" y="199451"/>
                  </a:lnTo>
                  <a:lnTo>
                    <a:pt x="6301722" y="197876"/>
                  </a:lnTo>
                  <a:lnTo>
                    <a:pt x="6334889" y="196197"/>
                  </a:lnTo>
                  <a:lnTo>
                    <a:pt x="6368056" y="194414"/>
                  </a:lnTo>
                  <a:lnTo>
                    <a:pt x="6401223" y="192526"/>
                  </a:lnTo>
                  <a:lnTo>
                    <a:pt x="6434390" y="190535"/>
                  </a:lnTo>
                  <a:lnTo>
                    <a:pt x="6467557" y="188441"/>
                  </a:lnTo>
                  <a:lnTo>
                    <a:pt x="6500724" y="186244"/>
                  </a:lnTo>
                  <a:lnTo>
                    <a:pt x="6533891" y="183945"/>
                  </a:lnTo>
                  <a:lnTo>
                    <a:pt x="6567058" y="181545"/>
                  </a:lnTo>
                  <a:lnTo>
                    <a:pt x="6600224" y="1790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271887" y="5085237"/>
              <a:ext cx="6600224" cy="134065"/>
            </a:xfrm>
            <a:custGeom>
              <a:avLst/>
              <a:pathLst>
                <a:path w="6600224" h="134065">
                  <a:moveTo>
                    <a:pt x="6600224" y="134065"/>
                  </a:moveTo>
                  <a:lnTo>
                    <a:pt x="6567058" y="134065"/>
                  </a:lnTo>
                  <a:lnTo>
                    <a:pt x="6533891" y="134065"/>
                  </a:lnTo>
                  <a:lnTo>
                    <a:pt x="6500724" y="134065"/>
                  </a:lnTo>
                  <a:lnTo>
                    <a:pt x="6467557" y="134065"/>
                  </a:lnTo>
                  <a:lnTo>
                    <a:pt x="6434390" y="134065"/>
                  </a:lnTo>
                  <a:lnTo>
                    <a:pt x="6401223" y="134065"/>
                  </a:lnTo>
                  <a:lnTo>
                    <a:pt x="6368056" y="134065"/>
                  </a:lnTo>
                  <a:lnTo>
                    <a:pt x="6334889" y="134065"/>
                  </a:lnTo>
                  <a:lnTo>
                    <a:pt x="6301722" y="134065"/>
                  </a:lnTo>
                  <a:lnTo>
                    <a:pt x="6268555" y="134065"/>
                  </a:lnTo>
                  <a:lnTo>
                    <a:pt x="6235388" y="134065"/>
                  </a:lnTo>
                  <a:lnTo>
                    <a:pt x="6202221" y="134065"/>
                  </a:lnTo>
                  <a:lnTo>
                    <a:pt x="6169054" y="134065"/>
                  </a:lnTo>
                  <a:lnTo>
                    <a:pt x="6135887" y="134065"/>
                  </a:lnTo>
                  <a:lnTo>
                    <a:pt x="6102720" y="134065"/>
                  </a:lnTo>
                  <a:lnTo>
                    <a:pt x="6069553" y="134065"/>
                  </a:lnTo>
                  <a:lnTo>
                    <a:pt x="6036386" y="134065"/>
                  </a:lnTo>
                  <a:lnTo>
                    <a:pt x="6003219" y="134065"/>
                  </a:lnTo>
                  <a:lnTo>
                    <a:pt x="5970052" y="134065"/>
                  </a:lnTo>
                  <a:lnTo>
                    <a:pt x="5936885" y="134065"/>
                  </a:lnTo>
                  <a:lnTo>
                    <a:pt x="5903718" y="134065"/>
                  </a:lnTo>
                  <a:lnTo>
                    <a:pt x="5870551" y="134065"/>
                  </a:lnTo>
                  <a:lnTo>
                    <a:pt x="5837384" y="132554"/>
                  </a:lnTo>
                  <a:lnTo>
                    <a:pt x="5804217" y="128340"/>
                  </a:lnTo>
                  <a:lnTo>
                    <a:pt x="5771050" y="124252"/>
                  </a:lnTo>
                  <a:lnTo>
                    <a:pt x="5737884" y="120288"/>
                  </a:lnTo>
                  <a:lnTo>
                    <a:pt x="5704717" y="116445"/>
                  </a:lnTo>
                  <a:lnTo>
                    <a:pt x="5671550" y="112719"/>
                  </a:lnTo>
                  <a:lnTo>
                    <a:pt x="5638383" y="109107"/>
                  </a:lnTo>
                  <a:lnTo>
                    <a:pt x="5605216" y="105606"/>
                  </a:lnTo>
                  <a:lnTo>
                    <a:pt x="5572049" y="102211"/>
                  </a:lnTo>
                  <a:lnTo>
                    <a:pt x="5538882" y="98919"/>
                  </a:lnTo>
                  <a:lnTo>
                    <a:pt x="5505715" y="95725"/>
                  </a:lnTo>
                  <a:lnTo>
                    <a:pt x="5472548" y="92626"/>
                  </a:lnTo>
                  <a:lnTo>
                    <a:pt x="5439381" y="89618"/>
                  </a:lnTo>
                  <a:lnTo>
                    <a:pt x="5406214" y="86695"/>
                  </a:lnTo>
                  <a:lnTo>
                    <a:pt x="5373047" y="83854"/>
                  </a:lnTo>
                  <a:lnTo>
                    <a:pt x="5339880" y="81091"/>
                  </a:lnTo>
                  <a:lnTo>
                    <a:pt x="5306713" y="78402"/>
                  </a:lnTo>
                  <a:lnTo>
                    <a:pt x="5273546" y="75783"/>
                  </a:lnTo>
                  <a:lnTo>
                    <a:pt x="5240379" y="73230"/>
                  </a:lnTo>
                  <a:lnTo>
                    <a:pt x="5207212" y="70739"/>
                  </a:lnTo>
                  <a:lnTo>
                    <a:pt x="5174045" y="68308"/>
                  </a:lnTo>
                  <a:lnTo>
                    <a:pt x="5140878" y="65933"/>
                  </a:lnTo>
                  <a:lnTo>
                    <a:pt x="5107711" y="63611"/>
                  </a:lnTo>
                  <a:lnTo>
                    <a:pt x="5074544" y="61341"/>
                  </a:lnTo>
                  <a:lnTo>
                    <a:pt x="5041377" y="59120"/>
                  </a:lnTo>
                  <a:lnTo>
                    <a:pt x="5008210" y="56946"/>
                  </a:lnTo>
                  <a:lnTo>
                    <a:pt x="4975043" y="54819"/>
                  </a:lnTo>
                  <a:lnTo>
                    <a:pt x="4941876" y="52738"/>
                  </a:lnTo>
                  <a:lnTo>
                    <a:pt x="4908710" y="50702"/>
                  </a:lnTo>
                  <a:lnTo>
                    <a:pt x="4875543" y="48690"/>
                  </a:lnTo>
                  <a:lnTo>
                    <a:pt x="4842376" y="46676"/>
                  </a:lnTo>
                  <a:lnTo>
                    <a:pt x="4809209" y="44668"/>
                  </a:lnTo>
                  <a:lnTo>
                    <a:pt x="4776042" y="42671"/>
                  </a:lnTo>
                  <a:lnTo>
                    <a:pt x="4742875" y="40696"/>
                  </a:lnTo>
                  <a:lnTo>
                    <a:pt x="4709708" y="38749"/>
                  </a:lnTo>
                  <a:lnTo>
                    <a:pt x="4676541" y="36840"/>
                  </a:lnTo>
                  <a:lnTo>
                    <a:pt x="4643374" y="34975"/>
                  </a:lnTo>
                  <a:lnTo>
                    <a:pt x="4610207" y="33162"/>
                  </a:lnTo>
                  <a:lnTo>
                    <a:pt x="4577040" y="31407"/>
                  </a:lnTo>
                  <a:lnTo>
                    <a:pt x="4543873" y="29713"/>
                  </a:lnTo>
                  <a:lnTo>
                    <a:pt x="4510706" y="28085"/>
                  </a:lnTo>
                  <a:lnTo>
                    <a:pt x="4477539" y="26525"/>
                  </a:lnTo>
                  <a:lnTo>
                    <a:pt x="4444372" y="25031"/>
                  </a:lnTo>
                  <a:lnTo>
                    <a:pt x="4411205" y="23604"/>
                  </a:lnTo>
                  <a:lnTo>
                    <a:pt x="4378038" y="22238"/>
                  </a:lnTo>
                  <a:lnTo>
                    <a:pt x="4344871" y="20930"/>
                  </a:lnTo>
                  <a:lnTo>
                    <a:pt x="4311704" y="19674"/>
                  </a:lnTo>
                  <a:lnTo>
                    <a:pt x="4278537" y="18461"/>
                  </a:lnTo>
                  <a:lnTo>
                    <a:pt x="4245370" y="17283"/>
                  </a:lnTo>
                  <a:lnTo>
                    <a:pt x="4212203" y="16132"/>
                  </a:lnTo>
                  <a:lnTo>
                    <a:pt x="4179036" y="14939"/>
                  </a:lnTo>
                  <a:lnTo>
                    <a:pt x="4145869" y="13668"/>
                  </a:lnTo>
                  <a:lnTo>
                    <a:pt x="4112703" y="12355"/>
                  </a:lnTo>
                  <a:lnTo>
                    <a:pt x="4079536" y="11041"/>
                  </a:lnTo>
                  <a:lnTo>
                    <a:pt x="4046369" y="9763"/>
                  </a:lnTo>
                  <a:lnTo>
                    <a:pt x="4013202" y="8552"/>
                  </a:lnTo>
                  <a:lnTo>
                    <a:pt x="3980035" y="7437"/>
                  </a:lnTo>
                  <a:lnTo>
                    <a:pt x="3946868" y="6432"/>
                  </a:lnTo>
                  <a:lnTo>
                    <a:pt x="3913701" y="5546"/>
                  </a:lnTo>
                  <a:lnTo>
                    <a:pt x="3880534" y="4775"/>
                  </a:lnTo>
                  <a:lnTo>
                    <a:pt x="3847367" y="4104"/>
                  </a:lnTo>
                  <a:lnTo>
                    <a:pt x="3814200" y="3511"/>
                  </a:lnTo>
                  <a:lnTo>
                    <a:pt x="3781033" y="2966"/>
                  </a:lnTo>
                  <a:lnTo>
                    <a:pt x="3747866" y="2432"/>
                  </a:lnTo>
                  <a:lnTo>
                    <a:pt x="3714699" y="1878"/>
                  </a:lnTo>
                  <a:lnTo>
                    <a:pt x="3681532" y="1316"/>
                  </a:lnTo>
                  <a:lnTo>
                    <a:pt x="3648365" y="801"/>
                  </a:lnTo>
                  <a:lnTo>
                    <a:pt x="3615198" y="383"/>
                  </a:lnTo>
                  <a:lnTo>
                    <a:pt x="3582031" y="107"/>
                  </a:lnTo>
                  <a:lnTo>
                    <a:pt x="3548864" y="0"/>
                  </a:lnTo>
                  <a:lnTo>
                    <a:pt x="3515697" y="64"/>
                  </a:lnTo>
                  <a:lnTo>
                    <a:pt x="3482530" y="280"/>
                  </a:lnTo>
                  <a:lnTo>
                    <a:pt x="3449363" y="601"/>
                  </a:lnTo>
                  <a:lnTo>
                    <a:pt x="3416196" y="960"/>
                  </a:lnTo>
                  <a:lnTo>
                    <a:pt x="3383029" y="1275"/>
                  </a:lnTo>
                  <a:lnTo>
                    <a:pt x="3349862" y="1458"/>
                  </a:lnTo>
                  <a:lnTo>
                    <a:pt x="3316695" y="1585"/>
                  </a:lnTo>
                  <a:lnTo>
                    <a:pt x="3283529" y="1776"/>
                  </a:lnTo>
                  <a:lnTo>
                    <a:pt x="3250362" y="2073"/>
                  </a:lnTo>
                  <a:lnTo>
                    <a:pt x="3217195" y="2509"/>
                  </a:lnTo>
                  <a:lnTo>
                    <a:pt x="3184028" y="3111"/>
                  </a:lnTo>
                  <a:lnTo>
                    <a:pt x="3150861" y="3889"/>
                  </a:lnTo>
                  <a:lnTo>
                    <a:pt x="3117694" y="4836"/>
                  </a:lnTo>
                  <a:lnTo>
                    <a:pt x="3084527" y="5923"/>
                  </a:lnTo>
                  <a:lnTo>
                    <a:pt x="3051360" y="7106"/>
                  </a:lnTo>
                  <a:lnTo>
                    <a:pt x="3018193" y="8322"/>
                  </a:lnTo>
                  <a:lnTo>
                    <a:pt x="2985026" y="9498"/>
                  </a:lnTo>
                  <a:lnTo>
                    <a:pt x="2951859" y="10556"/>
                  </a:lnTo>
                  <a:lnTo>
                    <a:pt x="2918692" y="11483"/>
                  </a:lnTo>
                  <a:lnTo>
                    <a:pt x="2885525" y="12559"/>
                  </a:lnTo>
                  <a:lnTo>
                    <a:pt x="2852358" y="13828"/>
                  </a:lnTo>
                  <a:lnTo>
                    <a:pt x="2819191" y="15284"/>
                  </a:lnTo>
                  <a:lnTo>
                    <a:pt x="2786024" y="16916"/>
                  </a:lnTo>
                  <a:lnTo>
                    <a:pt x="2752857" y="18703"/>
                  </a:lnTo>
                  <a:lnTo>
                    <a:pt x="2719690" y="20611"/>
                  </a:lnTo>
                  <a:lnTo>
                    <a:pt x="2686523" y="22594"/>
                  </a:lnTo>
                  <a:lnTo>
                    <a:pt x="2653356" y="24591"/>
                  </a:lnTo>
                  <a:lnTo>
                    <a:pt x="2620189" y="26532"/>
                  </a:lnTo>
                  <a:lnTo>
                    <a:pt x="2587022" y="28338"/>
                  </a:lnTo>
                  <a:lnTo>
                    <a:pt x="2553855" y="29925"/>
                  </a:lnTo>
                  <a:lnTo>
                    <a:pt x="2520688" y="31208"/>
                  </a:lnTo>
                  <a:lnTo>
                    <a:pt x="2487521" y="32294"/>
                  </a:lnTo>
                  <a:lnTo>
                    <a:pt x="2454355" y="33401"/>
                  </a:lnTo>
                  <a:lnTo>
                    <a:pt x="2421188" y="34532"/>
                  </a:lnTo>
                  <a:lnTo>
                    <a:pt x="2388021" y="35688"/>
                  </a:lnTo>
                  <a:lnTo>
                    <a:pt x="2354854" y="36873"/>
                  </a:lnTo>
                  <a:lnTo>
                    <a:pt x="2321687" y="38086"/>
                  </a:lnTo>
                  <a:lnTo>
                    <a:pt x="2288520" y="39327"/>
                  </a:lnTo>
                  <a:lnTo>
                    <a:pt x="2255353" y="40596"/>
                  </a:lnTo>
                  <a:lnTo>
                    <a:pt x="2222186" y="41892"/>
                  </a:lnTo>
                  <a:lnTo>
                    <a:pt x="2189019" y="43211"/>
                  </a:lnTo>
                  <a:lnTo>
                    <a:pt x="2155852" y="44552"/>
                  </a:lnTo>
                  <a:lnTo>
                    <a:pt x="2122685" y="45911"/>
                  </a:lnTo>
                  <a:lnTo>
                    <a:pt x="2089518" y="47285"/>
                  </a:lnTo>
                  <a:lnTo>
                    <a:pt x="2056351" y="48670"/>
                  </a:lnTo>
                  <a:lnTo>
                    <a:pt x="2023184" y="50062"/>
                  </a:lnTo>
                  <a:lnTo>
                    <a:pt x="1990017" y="51459"/>
                  </a:lnTo>
                  <a:lnTo>
                    <a:pt x="1956850" y="52857"/>
                  </a:lnTo>
                  <a:lnTo>
                    <a:pt x="1923683" y="54255"/>
                  </a:lnTo>
                  <a:lnTo>
                    <a:pt x="1890516" y="55658"/>
                  </a:lnTo>
                  <a:lnTo>
                    <a:pt x="1857349" y="57117"/>
                  </a:lnTo>
                  <a:lnTo>
                    <a:pt x="1824182" y="58647"/>
                  </a:lnTo>
                  <a:lnTo>
                    <a:pt x="1791015" y="60255"/>
                  </a:lnTo>
                  <a:lnTo>
                    <a:pt x="1757848" y="61948"/>
                  </a:lnTo>
                  <a:lnTo>
                    <a:pt x="1724681" y="63731"/>
                  </a:lnTo>
                  <a:lnTo>
                    <a:pt x="1691514" y="65612"/>
                  </a:lnTo>
                  <a:lnTo>
                    <a:pt x="1658347" y="67596"/>
                  </a:lnTo>
                  <a:lnTo>
                    <a:pt x="1625181" y="69691"/>
                  </a:lnTo>
                  <a:lnTo>
                    <a:pt x="1592014" y="71902"/>
                  </a:lnTo>
                  <a:lnTo>
                    <a:pt x="1558847" y="74236"/>
                  </a:lnTo>
                  <a:lnTo>
                    <a:pt x="1525680" y="76698"/>
                  </a:lnTo>
                  <a:lnTo>
                    <a:pt x="1492513" y="79293"/>
                  </a:lnTo>
                  <a:lnTo>
                    <a:pt x="1459346" y="82026"/>
                  </a:lnTo>
                  <a:lnTo>
                    <a:pt x="1426179" y="84902"/>
                  </a:lnTo>
                  <a:lnTo>
                    <a:pt x="1393012" y="87923"/>
                  </a:lnTo>
                  <a:lnTo>
                    <a:pt x="1359845" y="91093"/>
                  </a:lnTo>
                  <a:lnTo>
                    <a:pt x="1326678" y="94416"/>
                  </a:lnTo>
                  <a:lnTo>
                    <a:pt x="1293511" y="97893"/>
                  </a:lnTo>
                  <a:lnTo>
                    <a:pt x="1260344" y="101526"/>
                  </a:lnTo>
                  <a:lnTo>
                    <a:pt x="1227177" y="105316"/>
                  </a:lnTo>
                  <a:lnTo>
                    <a:pt x="1194010" y="109264"/>
                  </a:lnTo>
                  <a:lnTo>
                    <a:pt x="1160843" y="113372"/>
                  </a:lnTo>
                  <a:lnTo>
                    <a:pt x="1127676" y="117638"/>
                  </a:lnTo>
                  <a:lnTo>
                    <a:pt x="1094509" y="122063"/>
                  </a:lnTo>
                  <a:lnTo>
                    <a:pt x="1061342" y="126647"/>
                  </a:lnTo>
                  <a:lnTo>
                    <a:pt x="1028175" y="131388"/>
                  </a:lnTo>
                  <a:lnTo>
                    <a:pt x="995008" y="134065"/>
                  </a:lnTo>
                  <a:lnTo>
                    <a:pt x="961841" y="134065"/>
                  </a:lnTo>
                  <a:lnTo>
                    <a:pt x="928674" y="134065"/>
                  </a:lnTo>
                  <a:lnTo>
                    <a:pt x="895507" y="134065"/>
                  </a:lnTo>
                  <a:lnTo>
                    <a:pt x="862340" y="134065"/>
                  </a:lnTo>
                  <a:lnTo>
                    <a:pt x="829173" y="134065"/>
                  </a:lnTo>
                  <a:lnTo>
                    <a:pt x="796007" y="134065"/>
                  </a:lnTo>
                  <a:lnTo>
                    <a:pt x="762840" y="134065"/>
                  </a:lnTo>
                  <a:lnTo>
                    <a:pt x="729673" y="134065"/>
                  </a:lnTo>
                  <a:lnTo>
                    <a:pt x="696506" y="134065"/>
                  </a:lnTo>
                  <a:lnTo>
                    <a:pt x="663339" y="134065"/>
                  </a:lnTo>
                  <a:lnTo>
                    <a:pt x="630172" y="134065"/>
                  </a:lnTo>
                  <a:lnTo>
                    <a:pt x="597005" y="134065"/>
                  </a:lnTo>
                  <a:lnTo>
                    <a:pt x="563838" y="134065"/>
                  </a:lnTo>
                  <a:lnTo>
                    <a:pt x="530671" y="134065"/>
                  </a:lnTo>
                  <a:lnTo>
                    <a:pt x="497504" y="134065"/>
                  </a:lnTo>
                  <a:lnTo>
                    <a:pt x="464337" y="134065"/>
                  </a:lnTo>
                  <a:lnTo>
                    <a:pt x="431170" y="134065"/>
                  </a:lnTo>
                  <a:lnTo>
                    <a:pt x="398003" y="134065"/>
                  </a:lnTo>
                  <a:lnTo>
                    <a:pt x="364836" y="134065"/>
                  </a:lnTo>
                  <a:lnTo>
                    <a:pt x="331669" y="134065"/>
                  </a:lnTo>
                  <a:lnTo>
                    <a:pt x="298502" y="134065"/>
                  </a:lnTo>
                  <a:lnTo>
                    <a:pt x="265335" y="134065"/>
                  </a:lnTo>
                  <a:lnTo>
                    <a:pt x="232168" y="134065"/>
                  </a:lnTo>
                  <a:lnTo>
                    <a:pt x="199001" y="134065"/>
                  </a:lnTo>
                  <a:lnTo>
                    <a:pt x="165834" y="134065"/>
                  </a:lnTo>
                  <a:lnTo>
                    <a:pt x="132667" y="134065"/>
                  </a:lnTo>
                  <a:lnTo>
                    <a:pt x="99500" y="134065"/>
                  </a:lnTo>
                  <a:lnTo>
                    <a:pt x="66333" y="134065"/>
                  </a:lnTo>
                  <a:lnTo>
                    <a:pt x="33166" y="134065"/>
                  </a:lnTo>
                  <a:lnTo>
                    <a:pt x="0" y="1340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1271887" y="5020602"/>
              <a:ext cx="6600224" cy="140365"/>
            </a:xfrm>
            <a:custGeom>
              <a:avLst/>
              <a:pathLst>
                <a:path w="6600224" h="140365">
                  <a:moveTo>
                    <a:pt x="0" y="92287"/>
                  </a:moveTo>
                  <a:lnTo>
                    <a:pt x="33166" y="91534"/>
                  </a:lnTo>
                  <a:lnTo>
                    <a:pt x="66333" y="90778"/>
                  </a:lnTo>
                  <a:lnTo>
                    <a:pt x="99500" y="90020"/>
                  </a:lnTo>
                  <a:lnTo>
                    <a:pt x="132667" y="89260"/>
                  </a:lnTo>
                  <a:lnTo>
                    <a:pt x="165834" y="88497"/>
                  </a:lnTo>
                  <a:lnTo>
                    <a:pt x="199001" y="87732"/>
                  </a:lnTo>
                  <a:lnTo>
                    <a:pt x="232168" y="86965"/>
                  </a:lnTo>
                  <a:lnTo>
                    <a:pt x="265335" y="86197"/>
                  </a:lnTo>
                  <a:lnTo>
                    <a:pt x="298502" y="85426"/>
                  </a:lnTo>
                  <a:lnTo>
                    <a:pt x="331669" y="84653"/>
                  </a:lnTo>
                  <a:lnTo>
                    <a:pt x="364836" y="83879"/>
                  </a:lnTo>
                  <a:lnTo>
                    <a:pt x="398003" y="83103"/>
                  </a:lnTo>
                  <a:lnTo>
                    <a:pt x="431170" y="82325"/>
                  </a:lnTo>
                  <a:lnTo>
                    <a:pt x="464337" y="81546"/>
                  </a:lnTo>
                  <a:lnTo>
                    <a:pt x="497504" y="80766"/>
                  </a:lnTo>
                  <a:lnTo>
                    <a:pt x="530671" y="79984"/>
                  </a:lnTo>
                  <a:lnTo>
                    <a:pt x="563838" y="79201"/>
                  </a:lnTo>
                  <a:lnTo>
                    <a:pt x="597005" y="78417"/>
                  </a:lnTo>
                  <a:lnTo>
                    <a:pt x="630172" y="77632"/>
                  </a:lnTo>
                  <a:lnTo>
                    <a:pt x="663339" y="76846"/>
                  </a:lnTo>
                  <a:lnTo>
                    <a:pt x="696506" y="76059"/>
                  </a:lnTo>
                  <a:lnTo>
                    <a:pt x="729673" y="75271"/>
                  </a:lnTo>
                  <a:lnTo>
                    <a:pt x="762840" y="74482"/>
                  </a:lnTo>
                  <a:lnTo>
                    <a:pt x="796007" y="73693"/>
                  </a:lnTo>
                  <a:lnTo>
                    <a:pt x="829173" y="72903"/>
                  </a:lnTo>
                  <a:lnTo>
                    <a:pt x="862340" y="72113"/>
                  </a:lnTo>
                  <a:lnTo>
                    <a:pt x="895507" y="71322"/>
                  </a:lnTo>
                  <a:lnTo>
                    <a:pt x="928674" y="70531"/>
                  </a:lnTo>
                  <a:lnTo>
                    <a:pt x="961841" y="69740"/>
                  </a:lnTo>
                  <a:lnTo>
                    <a:pt x="995008" y="68949"/>
                  </a:lnTo>
                  <a:lnTo>
                    <a:pt x="1028175" y="68158"/>
                  </a:lnTo>
                  <a:lnTo>
                    <a:pt x="1061342" y="67366"/>
                  </a:lnTo>
                  <a:lnTo>
                    <a:pt x="1094509" y="66575"/>
                  </a:lnTo>
                  <a:lnTo>
                    <a:pt x="1127676" y="65784"/>
                  </a:lnTo>
                  <a:lnTo>
                    <a:pt x="1160843" y="64994"/>
                  </a:lnTo>
                  <a:lnTo>
                    <a:pt x="1194010" y="64203"/>
                  </a:lnTo>
                  <a:lnTo>
                    <a:pt x="1227177" y="63414"/>
                  </a:lnTo>
                  <a:lnTo>
                    <a:pt x="1260344" y="62624"/>
                  </a:lnTo>
                  <a:lnTo>
                    <a:pt x="1293511" y="61836"/>
                  </a:lnTo>
                  <a:lnTo>
                    <a:pt x="1326678" y="61048"/>
                  </a:lnTo>
                  <a:lnTo>
                    <a:pt x="1359845" y="60261"/>
                  </a:lnTo>
                  <a:lnTo>
                    <a:pt x="1393012" y="59474"/>
                  </a:lnTo>
                  <a:lnTo>
                    <a:pt x="1426179" y="58689"/>
                  </a:lnTo>
                  <a:lnTo>
                    <a:pt x="1459346" y="57905"/>
                  </a:lnTo>
                  <a:lnTo>
                    <a:pt x="1492513" y="57122"/>
                  </a:lnTo>
                  <a:lnTo>
                    <a:pt x="1525680" y="56340"/>
                  </a:lnTo>
                  <a:lnTo>
                    <a:pt x="1558847" y="55560"/>
                  </a:lnTo>
                  <a:lnTo>
                    <a:pt x="1592014" y="54780"/>
                  </a:lnTo>
                  <a:lnTo>
                    <a:pt x="1625181" y="54003"/>
                  </a:lnTo>
                  <a:lnTo>
                    <a:pt x="1658347" y="53227"/>
                  </a:lnTo>
                  <a:lnTo>
                    <a:pt x="1691514" y="52452"/>
                  </a:lnTo>
                  <a:lnTo>
                    <a:pt x="1724681" y="51679"/>
                  </a:lnTo>
                  <a:lnTo>
                    <a:pt x="1757848" y="50908"/>
                  </a:lnTo>
                  <a:lnTo>
                    <a:pt x="1791015" y="50139"/>
                  </a:lnTo>
                  <a:lnTo>
                    <a:pt x="1824182" y="49372"/>
                  </a:lnTo>
                  <a:lnTo>
                    <a:pt x="1857349" y="48607"/>
                  </a:lnTo>
                  <a:lnTo>
                    <a:pt x="1890516" y="47844"/>
                  </a:lnTo>
                  <a:lnTo>
                    <a:pt x="1923683" y="47078"/>
                  </a:lnTo>
                  <a:lnTo>
                    <a:pt x="1956850" y="46278"/>
                  </a:lnTo>
                  <a:lnTo>
                    <a:pt x="1990017" y="45445"/>
                  </a:lnTo>
                  <a:lnTo>
                    <a:pt x="2023184" y="44581"/>
                  </a:lnTo>
                  <a:lnTo>
                    <a:pt x="2056351" y="43690"/>
                  </a:lnTo>
                  <a:lnTo>
                    <a:pt x="2089518" y="42774"/>
                  </a:lnTo>
                  <a:lnTo>
                    <a:pt x="2122685" y="41837"/>
                  </a:lnTo>
                  <a:lnTo>
                    <a:pt x="2155852" y="40881"/>
                  </a:lnTo>
                  <a:lnTo>
                    <a:pt x="2189019" y="39909"/>
                  </a:lnTo>
                  <a:lnTo>
                    <a:pt x="2222186" y="38924"/>
                  </a:lnTo>
                  <a:lnTo>
                    <a:pt x="2255353" y="37929"/>
                  </a:lnTo>
                  <a:lnTo>
                    <a:pt x="2288520" y="36927"/>
                  </a:lnTo>
                  <a:lnTo>
                    <a:pt x="2321687" y="35922"/>
                  </a:lnTo>
                  <a:lnTo>
                    <a:pt x="2354854" y="34915"/>
                  </a:lnTo>
                  <a:lnTo>
                    <a:pt x="2388021" y="33911"/>
                  </a:lnTo>
                  <a:lnTo>
                    <a:pt x="2421188" y="32912"/>
                  </a:lnTo>
                  <a:lnTo>
                    <a:pt x="2454355" y="31920"/>
                  </a:lnTo>
                  <a:lnTo>
                    <a:pt x="2487521" y="30939"/>
                  </a:lnTo>
                  <a:lnTo>
                    <a:pt x="2520688" y="29972"/>
                  </a:lnTo>
                  <a:lnTo>
                    <a:pt x="2553855" y="28861"/>
                  </a:lnTo>
                  <a:lnTo>
                    <a:pt x="2587022" y="27519"/>
                  </a:lnTo>
                  <a:lnTo>
                    <a:pt x="2620189" y="25990"/>
                  </a:lnTo>
                  <a:lnTo>
                    <a:pt x="2653356" y="24322"/>
                  </a:lnTo>
                  <a:lnTo>
                    <a:pt x="2686523" y="22560"/>
                  </a:lnTo>
                  <a:lnTo>
                    <a:pt x="2719690" y="20749"/>
                  </a:lnTo>
                  <a:lnTo>
                    <a:pt x="2752857" y="18936"/>
                  </a:lnTo>
                  <a:lnTo>
                    <a:pt x="2786024" y="17166"/>
                  </a:lnTo>
                  <a:lnTo>
                    <a:pt x="2819191" y="15485"/>
                  </a:lnTo>
                  <a:lnTo>
                    <a:pt x="2852358" y="13939"/>
                  </a:lnTo>
                  <a:lnTo>
                    <a:pt x="2885525" y="12574"/>
                  </a:lnTo>
                  <a:lnTo>
                    <a:pt x="2918692" y="11435"/>
                  </a:lnTo>
                  <a:lnTo>
                    <a:pt x="2951859" y="10529"/>
                  </a:lnTo>
                  <a:lnTo>
                    <a:pt x="2985026" y="9617"/>
                  </a:lnTo>
                  <a:lnTo>
                    <a:pt x="3018193" y="8667"/>
                  </a:lnTo>
                  <a:lnTo>
                    <a:pt x="3051360" y="7698"/>
                  </a:lnTo>
                  <a:lnTo>
                    <a:pt x="3084527" y="6731"/>
                  </a:lnTo>
                  <a:lnTo>
                    <a:pt x="3117694" y="5786"/>
                  </a:lnTo>
                  <a:lnTo>
                    <a:pt x="3150861" y="4885"/>
                  </a:lnTo>
                  <a:lnTo>
                    <a:pt x="3184028" y="4046"/>
                  </a:lnTo>
                  <a:lnTo>
                    <a:pt x="3217195" y="3290"/>
                  </a:lnTo>
                  <a:lnTo>
                    <a:pt x="3250362" y="2639"/>
                  </a:lnTo>
                  <a:lnTo>
                    <a:pt x="3283529" y="2110"/>
                  </a:lnTo>
                  <a:lnTo>
                    <a:pt x="3316695" y="1726"/>
                  </a:lnTo>
                  <a:lnTo>
                    <a:pt x="3349862" y="1507"/>
                  </a:lnTo>
                  <a:lnTo>
                    <a:pt x="3383029" y="1360"/>
                  </a:lnTo>
                  <a:lnTo>
                    <a:pt x="3416196" y="1156"/>
                  </a:lnTo>
                  <a:lnTo>
                    <a:pt x="3449363" y="917"/>
                  </a:lnTo>
                  <a:lnTo>
                    <a:pt x="3482530" y="666"/>
                  </a:lnTo>
                  <a:lnTo>
                    <a:pt x="3515697" y="426"/>
                  </a:lnTo>
                  <a:lnTo>
                    <a:pt x="3548864" y="219"/>
                  </a:lnTo>
                  <a:lnTo>
                    <a:pt x="3582031" y="70"/>
                  </a:lnTo>
                  <a:lnTo>
                    <a:pt x="3615198" y="0"/>
                  </a:lnTo>
                  <a:lnTo>
                    <a:pt x="3648365" y="32"/>
                  </a:lnTo>
                  <a:lnTo>
                    <a:pt x="3681532" y="189"/>
                  </a:lnTo>
                  <a:lnTo>
                    <a:pt x="3714699" y="495"/>
                  </a:lnTo>
                  <a:lnTo>
                    <a:pt x="3747866" y="959"/>
                  </a:lnTo>
                  <a:lnTo>
                    <a:pt x="3781033" y="1490"/>
                  </a:lnTo>
                  <a:lnTo>
                    <a:pt x="3814200" y="2066"/>
                  </a:lnTo>
                  <a:lnTo>
                    <a:pt x="3847367" y="2685"/>
                  </a:lnTo>
                  <a:lnTo>
                    <a:pt x="3880534" y="3345"/>
                  </a:lnTo>
                  <a:lnTo>
                    <a:pt x="3913701" y="4045"/>
                  </a:lnTo>
                  <a:lnTo>
                    <a:pt x="3946868" y="4784"/>
                  </a:lnTo>
                  <a:lnTo>
                    <a:pt x="3980035" y="5561"/>
                  </a:lnTo>
                  <a:lnTo>
                    <a:pt x="4013202" y="6373"/>
                  </a:lnTo>
                  <a:lnTo>
                    <a:pt x="4046369" y="7219"/>
                  </a:lnTo>
                  <a:lnTo>
                    <a:pt x="4079536" y="8098"/>
                  </a:lnTo>
                  <a:lnTo>
                    <a:pt x="4112703" y="9009"/>
                  </a:lnTo>
                  <a:lnTo>
                    <a:pt x="4145869" y="9949"/>
                  </a:lnTo>
                  <a:lnTo>
                    <a:pt x="4179036" y="10918"/>
                  </a:lnTo>
                  <a:lnTo>
                    <a:pt x="4212203" y="11915"/>
                  </a:lnTo>
                  <a:lnTo>
                    <a:pt x="4245370" y="12941"/>
                  </a:lnTo>
                  <a:lnTo>
                    <a:pt x="4278537" y="14002"/>
                  </a:lnTo>
                  <a:lnTo>
                    <a:pt x="4311704" y="15097"/>
                  </a:lnTo>
                  <a:lnTo>
                    <a:pt x="4344871" y="16224"/>
                  </a:lnTo>
                  <a:lnTo>
                    <a:pt x="4378038" y="17381"/>
                  </a:lnTo>
                  <a:lnTo>
                    <a:pt x="4411205" y="18569"/>
                  </a:lnTo>
                  <a:lnTo>
                    <a:pt x="4444372" y="19785"/>
                  </a:lnTo>
                  <a:lnTo>
                    <a:pt x="4477539" y="21029"/>
                  </a:lnTo>
                  <a:lnTo>
                    <a:pt x="4510706" y="22299"/>
                  </a:lnTo>
                  <a:lnTo>
                    <a:pt x="4543873" y="23594"/>
                  </a:lnTo>
                  <a:lnTo>
                    <a:pt x="4577040" y="24913"/>
                  </a:lnTo>
                  <a:lnTo>
                    <a:pt x="4610207" y="26255"/>
                  </a:lnTo>
                  <a:lnTo>
                    <a:pt x="4643374" y="27619"/>
                  </a:lnTo>
                  <a:lnTo>
                    <a:pt x="4676541" y="29002"/>
                  </a:lnTo>
                  <a:lnTo>
                    <a:pt x="4709708" y="30406"/>
                  </a:lnTo>
                  <a:lnTo>
                    <a:pt x="4742875" y="31827"/>
                  </a:lnTo>
                  <a:lnTo>
                    <a:pt x="4776042" y="33265"/>
                  </a:lnTo>
                  <a:lnTo>
                    <a:pt x="4809209" y="34719"/>
                  </a:lnTo>
                  <a:lnTo>
                    <a:pt x="4842376" y="36187"/>
                  </a:lnTo>
                  <a:lnTo>
                    <a:pt x="4875543" y="37669"/>
                  </a:lnTo>
                  <a:lnTo>
                    <a:pt x="4908710" y="39162"/>
                  </a:lnTo>
                  <a:lnTo>
                    <a:pt x="4941876" y="40672"/>
                  </a:lnTo>
                  <a:lnTo>
                    <a:pt x="4975043" y="42202"/>
                  </a:lnTo>
                  <a:lnTo>
                    <a:pt x="5008210" y="43751"/>
                  </a:lnTo>
                  <a:lnTo>
                    <a:pt x="5041377" y="45319"/>
                  </a:lnTo>
                  <a:lnTo>
                    <a:pt x="5074544" y="46907"/>
                  </a:lnTo>
                  <a:lnTo>
                    <a:pt x="5107711" y="48514"/>
                  </a:lnTo>
                  <a:lnTo>
                    <a:pt x="5140878" y="50140"/>
                  </a:lnTo>
                  <a:lnTo>
                    <a:pt x="5174045" y="51786"/>
                  </a:lnTo>
                  <a:lnTo>
                    <a:pt x="5207212" y="53451"/>
                  </a:lnTo>
                  <a:lnTo>
                    <a:pt x="5240379" y="55135"/>
                  </a:lnTo>
                  <a:lnTo>
                    <a:pt x="5273546" y="56839"/>
                  </a:lnTo>
                  <a:lnTo>
                    <a:pt x="5306713" y="58561"/>
                  </a:lnTo>
                  <a:lnTo>
                    <a:pt x="5339880" y="60303"/>
                  </a:lnTo>
                  <a:lnTo>
                    <a:pt x="5373047" y="62064"/>
                  </a:lnTo>
                  <a:lnTo>
                    <a:pt x="5406214" y="63844"/>
                  </a:lnTo>
                  <a:lnTo>
                    <a:pt x="5439381" y="65643"/>
                  </a:lnTo>
                  <a:lnTo>
                    <a:pt x="5472548" y="67461"/>
                  </a:lnTo>
                  <a:lnTo>
                    <a:pt x="5505715" y="69298"/>
                  </a:lnTo>
                  <a:lnTo>
                    <a:pt x="5538882" y="71154"/>
                  </a:lnTo>
                  <a:lnTo>
                    <a:pt x="5572049" y="73029"/>
                  </a:lnTo>
                  <a:lnTo>
                    <a:pt x="5605216" y="74923"/>
                  </a:lnTo>
                  <a:lnTo>
                    <a:pt x="5638383" y="76835"/>
                  </a:lnTo>
                  <a:lnTo>
                    <a:pt x="5671550" y="78767"/>
                  </a:lnTo>
                  <a:lnTo>
                    <a:pt x="5704717" y="80717"/>
                  </a:lnTo>
                  <a:lnTo>
                    <a:pt x="5737884" y="82686"/>
                  </a:lnTo>
                  <a:lnTo>
                    <a:pt x="5771050" y="84674"/>
                  </a:lnTo>
                  <a:lnTo>
                    <a:pt x="5804217" y="86680"/>
                  </a:lnTo>
                  <a:lnTo>
                    <a:pt x="5837384" y="88705"/>
                  </a:lnTo>
                  <a:lnTo>
                    <a:pt x="5870551" y="90749"/>
                  </a:lnTo>
                  <a:lnTo>
                    <a:pt x="5903718" y="92811"/>
                  </a:lnTo>
                  <a:lnTo>
                    <a:pt x="5936885" y="94892"/>
                  </a:lnTo>
                  <a:lnTo>
                    <a:pt x="5970052" y="96992"/>
                  </a:lnTo>
                  <a:lnTo>
                    <a:pt x="6003219" y="99110"/>
                  </a:lnTo>
                  <a:lnTo>
                    <a:pt x="6036386" y="101246"/>
                  </a:lnTo>
                  <a:lnTo>
                    <a:pt x="6069553" y="103401"/>
                  </a:lnTo>
                  <a:lnTo>
                    <a:pt x="6102720" y="105575"/>
                  </a:lnTo>
                  <a:lnTo>
                    <a:pt x="6135887" y="107767"/>
                  </a:lnTo>
                  <a:lnTo>
                    <a:pt x="6169054" y="109977"/>
                  </a:lnTo>
                  <a:lnTo>
                    <a:pt x="6202221" y="112205"/>
                  </a:lnTo>
                  <a:lnTo>
                    <a:pt x="6235388" y="114452"/>
                  </a:lnTo>
                  <a:lnTo>
                    <a:pt x="6268555" y="116717"/>
                  </a:lnTo>
                  <a:lnTo>
                    <a:pt x="6301722" y="119000"/>
                  </a:lnTo>
                  <a:lnTo>
                    <a:pt x="6334889" y="121302"/>
                  </a:lnTo>
                  <a:lnTo>
                    <a:pt x="6368056" y="123621"/>
                  </a:lnTo>
                  <a:lnTo>
                    <a:pt x="6401223" y="125959"/>
                  </a:lnTo>
                  <a:lnTo>
                    <a:pt x="6434390" y="128315"/>
                  </a:lnTo>
                  <a:lnTo>
                    <a:pt x="6467557" y="130689"/>
                  </a:lnTo>
                  <a:lnTo>
                    <a:pt x="6500724" y="133081"/>
                  </a:lnTo>
                  <a:lnTo>
                    <a:pt x="6533891" y="135491"/>
                  </a:lnTo>
                  <a:lnTo>
                    <a:pt x="6567058" y="137919"/>
                  </a:lnTo>
                  <a:lnTo>
                    <a:pt x="6600224" y="140365"/>
                  </a:lnTo>
                </a:path>
              </a:pathLst>
            </a:custGeom>
            <a:ln w="46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tx46"/>
            <p:cNvSpPr/>
            <p:nvPr/>
          </p:nvSpPr>
          <p:spPr>
            <a:xfrm>
              <a:off x="817066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430439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4887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4887" y="25546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2708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264753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264753" y="459601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264753" y="401277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264753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264753" y="284629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8264753" y="226305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125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264753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114144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18748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260816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334152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07488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857937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56020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29356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02692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776028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1950323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455459" y="3419472"/>
              <a:ext cx="20647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  (carboplatin ±20%)</a:t>
              </a:r>
            </a:p>
          </p:txBody>
        </p:sp>
        <p:sp>
          <p:nvSpPr>
            <p:cNvPr id="70" name="tx70"/>
            <p:cNvSpPr/>
            <p:nvPr/>
          </p:nvSpPr>
          <p:spPr>
            <a:xfrm rot="5400000">
              <a:off x="7864385" y="3419472"/>
              <a:ext cx="140543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Number of participants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941876" y="1367948"/>
              <a:ext cx="394097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Black line = % overdosed (left axis) · bars = distribution (right axis) · N = 1,200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219303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34444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46958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94721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1719860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7188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0524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73860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47196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67203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40539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3875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87211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941876" y="5149314"/>
              <a:ext cx="330011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71887" y="5149314"/>
              <a:ext cx="366679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38566" y="4846029"/>
              <a:ext cx="366679" cy="37327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005245" y="4589403"/>
              <a:ext cx="366679" cy="62989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371925" y="4519414"/>
              <a:ext cx="366679" cy="6998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738604" y="4006163"/>
              <a:ext cx="366679" cy="121314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3105283" y="3189626"/>
              <a:ext cx="366679" cy="20296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471962" y="2979660"/>
              <a:ext cx="366679" cy="223964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838641" y="2093134"/>
              <a:ext cx="366679" cy="312616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4205320" y="2023145"/>
              <a:ext cx="366679" cy="319615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572000" y="1929827"/>
              <a:ext cx="366679" cy="32894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938679" y="2373089"/>
              <a:ext cx="366679" cy="284621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305358" y="2863011"/>
              <a:ext cx="366679" cy="2356291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672037" y="3562900"/>
              <a:ext cx="366679" cy="165640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038716" y="3772867"/>
              <a:ext cx="366679" cy="14464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405395" y="4262789"/>
              <a:ext cx="366679" cy="95651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772074" y="4449426"/>
              <a:ext cx="366679" cy="76987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38754" y="4799370"/>
              <a:ext cx="366679" cy="41993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505433" y="5032666"/>
              <a:ext cx="366679" cy="1866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872112" y="5009336"/>
              <a:ext cx="330011" cy="20996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1271887" y="1719860"/>
              <a:ext cx="6600224" cy="3499442"/>
            </a:xfrm>
            <a:custGeom>
              <a:avLst/>
              <a:pathLst>
                <a:path w="6600224" h="3499442">
                  <a:moveTo>
                    <a:pt x="0" y="0"/>
                  </a:moveTo>
                  <a:lnTo>
                    <a:pt x="33166" y="0"/>
                  </a:lnTo>
                  <a:lnTo>
                    <a:pt x="66333" y="0"/>
                  </a:lnTo>
                  <a:lnTo>
                    <a:pt x="99500" y="0"/>
                  </a:lnTo>
                  <a:lnTo>
                    <a:pt x="132667" y="0"/>
                  </a:lnTo>
                  <a:lnTo>
                    <a:pt x="165834" y="0"/>
                  </a:lnTo>
                  <a:lnTo>
                    <a:pt x="199001" y="0"/>
                  </a:lnTo>
                  <a:lnTo>
                    <a:pt x="232168" y="0"/>
                  </a:lnTo>
                  <a:lnTo>
                    <a:pt x="265335" y="0"/>
                  </a:lnTo>
                  <a:lnTo>
                    <a:pt x="298502" y="0"/>
                  </a:lnTo>
                  <a:lnTo>
                    <a:pt x="331669" y="0"/>
                  </a:lnTo>
                  <a:lnTo>
                    <a:pt x="364836" y="0"/>
                  </a:lnTo>
                  <a:lnTo>
                    <a:pt x="398003" y="0"/>
                  </a:lnTo>
                  <a:lnTo>
                    <a:pt x="431170" y="0"/>
                  </a:lnTo>
                  <a:lnTo>
                    <a:pt x="464337" y="0"/>
                  </a:lnTo>
                  <a:lnTo>
                    <a:pt x="497504" y="0"/>
                  </a:lnTo>
                  <a:lnTo>
                    <a:pt x="530671" y="0"/>
                  </a:lnTo>
                  <a:lnTo>
                    <a:pt x="563838" y="0"/>
                  </a:lnTo>
                  <a:lnTo>
                    <a:pt x="597005" y="20992"/>
                  </a:lnTo>
                  <a:lnTo>
                    <a:pt x="630172" y="55414"/>
                  </a:lnTo>
                  <a:lnTo>
                    <a:pt x="663339" y="89729"/>
                  </a:lnTo>
                  <a:lnTo>
                    <a:pt x="696506" y="123937"/>
                  </a:lnTo>
                  <a:lnTo>
                    <a:pt x="729673" y="158037"/>
                  </a:lnTo>
                  <a:lnTo>
                    <a:pt x="762840" y="192026"/>
                  </a:lnTo>
                  <a:lnTo>
                    <a:pt x="796007" y="225905"/>
                  </a:lnTo>
                  <a:lnTo>
                    <a:pt x="829173" y="259671"/>
                  </a:lnTo>
                  <a:lnTo>
                    <a:pt x="862340" y="293324"/>
                  </a:lnTo>
                  <a:lnTo>
                    <a:pt x="895507" y="326862"/>
                  </a:lnTo>
                  <a:lnTo>
                    <a:pt x="928674" y="360284"/>
                  </a:lnTo>
                  <a:lnTo>
                    <a:pt x="961841" y="393590"/>
                  </a:lnTo>
                  <a:lnTo>
                    <a:pt x="995008" y="426778"/>
                  </a:lnTo>
                  <a:lnTo>
                    <a:pt x="1028175" y="459848"/>
                  </a:lnTo>
                  <a:lnTo>
                    <a:pt x="1061342" y="492800"/>
                  </a:lnTo>
                  <a:lnTo>
                    <a:pt x="1094509" y="525633"/>
                  </a:lnTo>
                  <a:lnTo>
                    <a:pt x="1127676" y="558347"/>
                  </a:lnTo>
                  <a:lnTo>
                    <a:pt x="1160843" y="590944"/>
                  </a:lnTo>
                  <a:lnTo>
                    <a:pt x="1194010" y="623424"/>
                  </a:lnTo>
                  <a:lnTo>
                    <a:pt x="1227177" y="655788"/>
                  </a:lnTo>
                  <a:lnTo>
                    <a:pt x="1260344" y="688039"/>
                  </a:lnTo>
                  <a:lnTo>
                    <a:pt x="1293511" y="720180"/>
                  </a:lnTo>
                  <a:lnTo>
                    <a:pt x="1326678" y="752215"/>
                  </a:lnTo>
                  <a:lnTo>
                    <a:pt x="1359845" y="784146"/>
                  </a:lnTo>
                  <a:lnTo>
                    <a:pt x="1393012" y="815981"/>
                  </a:lnTo>
                  <a:lnTo>
                    <a:pt x="1426179" y="847724"/>
                  </a:lnTo>
                  <a:lnTo>
                    <a:pt x="1459346" y="879382"/>
                  </a:lnTo>
                  <a:lnTo>
                    <a:pt x="1492513" y="910964"/>
                  </a:lnTo>
                  <a:lnTo>
                    <a:pt x="1525680" y="942478"/>
                  </a:lnTo>
                  <a:lnTo>
                    <a:pt x="1558847" y="973933"/>
                  </a:lnTo>
                  <a:lnTo>
                    <a:pt x="1592014" y="1005340"/>
                  </a:lnTo>
                  <a:lnTo>
                    <a:pt x="1625181" y="1036710"/>
                  </a:lnTo>
                  <a:lnTo>
                    <a:pt x="1658347" y="1068054"/>
                  </a:lnTo>
                  <a:lnTo>
                    <a:pt x="1691514" y="1099384"/>
                  </a:lnTo>
                  <a:lnTo>
                    <a:pt x="1724681" y="1130713"/>
                  </a:lnTo>
                  <a:lnTo>
                    <a:pt x="1757848" y="1162054"/>
                  </a:lnTo>
                  <a:lnTo>
                    <a:pt x="1791015" y="1193418"/>
                  </a:lnTo>
                  <a:lnTo>
                    <a:pt x="1824182" y="1224819"/>
                  </a:lnTo>
                  <a:lnTo>
                    <a:pt x="1857349" y="1256270"/>
                  </a:lnTo>
                  <a:lnTo>
                    <a:pt x="1890516" y="1287781"/>
                  </a:lnTo>
                  <a:lnTo>
                    <a:pt x="1923683" y="1319409"/>
                  </a:lnTo>
                  <a:lnTo>
                    <a:pt x="1956850" y="1351352"/>
                  </a:lnTo>
                  <a:lnTo>
                    <a:pt x="1990017" y="1383602"/>
                  </a:lnTo>
                  <a:lnTo>
                    <a:pt x="2023184" y="1416123"/>
                  </a:lnTo>
                  <a:lnTo>
                    <a:pt x="2056351" y="1448875"/>
                  </a:lnTo>
                  <a:lnTo>
                    <a:pt x="2089518" y="1481819"/>
                  </a:lnTo>
                  <a:lnTo>
                    <a:pt x="2122685" y="1514914"/>
                  </a:lnTo>
                  <a:lnTo>
                    <a:pt x="2155852" y="1548119"/>
                  </a:lnTo>
                  <a:lnTo>
                    <a:pt x="2189019" y="1581395"/>
                  </a:lnTo>
                  <a:lnTo>
                    <a:pt x="2222186" y="1614702"/>
                  </a:lnTo>
                  <a:lnTo>
                    <a:pt x="2255353" y="1648000"/>
                  </a:lnTo>
                  <a:lnTo>
                    <a:pt x="2288520" y="1681252"/>
                  </a:lnTo>
                  <a:lnTo>
                    <a:pt x="2321687" y="1714422"/>
                  </a:lnTo>
                  <a:lnTo>
                    <a:pt x="2354854" y="1747473"/>
                  </a:lnTo>
                  <a:lnTo>
                    <a:pt x="2388021" y="1780371"/>
                  </a:lnTo>
                  <a:lnTo>
                    <a:pt x="2421188" y="1813084"/>
                  </a:lnTo>
                  <a:lnTo>
                    <a:pt x="2454355" y="1845581"/>
                  </a:lnTo>
                  <a:lnTo>
                    <a:pt x="2487521" y="1877830"/>
                  </a:lnTo>
                  <a:lnTo>
                    <a:pt x="2520688" y="1909808"/>
                  </a:lnTo>
                  <a:lnTo>
                    <a:pt x="2553855" y="1942569"/>
                  </a:lnTo>
                  <a:lnTo>
                    <a:pt x="2587022" y="1976708"/>
                  </a:lnTo>
                  <a:lnTo>
                    <a:pt x="2620189" y="2011901"/>
                  </a:lnTo>
                  <a:lnTo>
                    <a:pt x="2653356" y="2047823"/>
                  </a:lnTo>
                  <a:lnTo>
                    <a:pt x="2686523" y="2084159"/>
                  </a:lnTo>
                  <a:lnTo>
                    <a:pt x="2719690" y="2120607"/>
                  </a:lnTo>
                  <a:lnTo>
                    <a:pt x="2752857" y="2156888"/>
                  </a:lnTo>
                  <a:lnTo>
                    <a:pt x="2786024" y="2192741"/>
                  </a:lnTo>
                  <a:lnTo>
                    <a:pt x="2819191" y="2227931"/>
                  </a:lnTo>
                  <a:lnTo>
                    <a:pt x="2852358" y="2262244"/>
                  </a:lnTo>
                  <a:lnTo>
                    <a:pt x="2885525" y="2295481"/>
                  </a:lnTo>
                  <a:lnTo>
                    <a:pt x="2918692" y="2327458"/>
                  </a:lnTo>
                  <a:lnTo>
                    <a:pt x="2951859" y="2358249"/>
                  </a:lnTo>
                  <a:lnTo>
                    <a:pt x="2985026" y="2389434"/>
                  </a:lnTo>
                  <a:lnTo>
                    <a:pt x="3018193" y="2421102"/>
                  </a:lnTo>
                  <a:lnTo>
                    <a:pt x="3051360" y="2452993"/>
                  </a:lnTo>
                  <a:lnTo>
                    <a:pt x="3084527" y="2484850"/>
                  </a:lnTo>
                  <a:lnTo>
                    <a:pt x="3117694" y="2516443"/>
                  </a:lnTo>
                  <a:lnTo>
                    <a:pt x="3150861" y="2547564"/>
                  </a:lnTo>
                  <a:lnTo>
                    <a:pt x="3184028" y="2578040"/>
                  </a:lnTo>
                  <a:lnTo>
                    <a:pt x="3217195" y="2607732"/>
                  </a:lnTo>
                  <a:lnTo>
                    <a:pt x="3250362" y="2636533"/>
                  </a:lnTo>
                  <a:lnTo>
                    <a:pt x="3283529" y="2664362"/>
                  </a:lnTo>
                  <a:lnTo>
                    <a:pt x="3316695" y="2691155"/>
                  </a:lnTo>
                  <a:lnTo>
                    <a:pt x="3349862" y="2716856"/>
                  </a:lnTo>
                  <a:lnTo>
                    <a:pt x="3383029" y="2741681"/>
                  </a:lnTo>
                  <a:lnTo>
                    <a:pt x="3416196" y="2765935"/>
                  </a:lnTo>
                  <a:lnTo>
                    <a:pt x="3449363" y="2789539"/>
                  </a:lnTo>
                  <a:lnTo>
                    <a:pt x="3482530" y="2812419"/>
                  </a:lnTo>
                  <a:lnTo>
                    <a:pt x="3515697" y="2834530"/>
                  </a:lnTo>
                  <a:lnTo>
                    <a:pt x="3548864" y="2855863"/>
                  </a:lnTo>
                  <a:lnTo>
                    <a:pt x="3582031" y="2876452"/>
                  </a:lnTo>
                  <a:lnTo>
                    <a:pt x="3615198" y="2896376"/>
                  </a:lnTo>
                  <a:lnTo>
                    <a:pt x="3648365" y="2915753"/>
                  </a:lnTo>
                  <a:lnTo>
                    <a:pt x="3681532" y="2934730"/>
                  </a:lnTo>
                  <a:lnTo>
                    <a:pt x="3714699" y="2953470"/>
                  </a:lnTo>
                  <a:lnTo>
                    <a:pt x="3747866" y="2972053"/>
                  </a:lnTo>
                  <a:lnTo>
                    <a:pt x="3781033" y="2989927"/>
                  </a:lnTo>
                  <a:lnTo>
                    <a:pt x="3814200" y="3006967"/>
                  </a:lnTo>
                  <a:lnTo>
                    <a:pt x="3847367" y="3023186"/>
                  </a:lnTo>
                  <a:lnTo>
                    <a:pt x="3880534" y="3038605"/>
                  </a:lnTo>
                  <a:lnTo>
                    <a:pt x="3913701" y="3053256"/>
                  </a:lnTo>
                  <a:lnTo>
                    <a:pt x="3946868" y="3067190"/>
                  </a:lnTo>
                  <a:lnTo>
                    <a:pt x="3980035" y="3080475"/>
                  </a:lnTo>
                  <a:lnTo>
                    <a:pt x="4013202" y="3093195"/>
                  </a:lnTo>
                  <a:lnTo>
                    <a:pt x="4046369" y="3105455"/>
                  </a:lnTo>
                  <a:lnTo>
                    <a:pt x="4079536" y="3117373"/>
                  </a:lnTo>
                  <a:lnTo>
                    <a:pt x="4112703" y="3129082"/>
                  </a:lnTo>
                  <a:lnTo>
                    <a:pt x="4145869" y="3140720"/>
                  </a:lnTo>
                  <a:lnTo>
                    <a:pt x="4179036" y="3152430"/>
                  </a:lnTo>
                  <a:lnTo>
                    <a:pt x="4212203" y="3164350"/>
                  </a:lnTo>
                  <a:lnTo>
                    <a:pt x="4245370" y="3176136"/>
                  </a:lnTo>
                  <a:lnTo>
                    <a:pt x="4278537" y="3187357"/>
                  </a:lnTo>
                  <a:lnTo>
                    <a:pt x="4311704" y="3198024"/>
                  </a:lnTo>
                  <a:lnTo>
                    <a:pt x="4344871" y="3208151"/>
                  </a:lnTo>
                  <a:lnTo>
                    <a:pt x="4378038" y="3217753"/>
                  </a:lnTo>
                  <a:lnTo>
                    <a:pt x="4411205" y="3226846"/>
                  </a:lnTo>
                  <a:lnTo>
                    <a:pt x="4444372" y="3235451"/>
                  </a:lnTo>
                  <a:lnTo>
                    <a:pt x="4477539" y="3243590"/>
                  </a:lnTo>
                  <a:lnTo>
                    <a:pt x="4510706" y="3251288"/>
                  </a:lnTo>
                  <a:lnTo>
                    <a:pt x="4543873" y="3258574"/>
                  </a:lnTo>
                  <a:lnTo>
                    <a:pt x="4577040" y="3265478"/>
                  </a:lnTo>
                  <a:lnTo>
                    <a:pt x="4610207" y="3272035"/>
                  </a:lnTo>
                  <a:lnTo>
                    <a:pt x="4643374" y="3278281"/>
                  </a:lnTo>
                  <a:lnTo>
                    <a:pt x="4676541" y="3284254"/>
                  </a:lnTo>
                  <a:lnTo>
                    <a:pt x="4709708" y="3289994"/>
                  </a:lnTo>
                  <a:lnTo>
                    <a:pt x="4742875" y="3295542"/>
                  </a:lnTo>
                  <a:lnTo>
                    <a:pt x="4776042" y="3300942"/>
                  </a:lnTo>
                  <a:lnTo>
                    <a:pt x="4809209" y="3306236"/>
                  </a:lnTo>
                  <a:lnTo>
                    <a:pt x="4842376" y="3311465"/>
                  </a:lnTo>
                  <a:lnTo>
                    <a:pt x="4875543" y="3316672"/>
                  </a:lnTo>
                  <a:lnTo>
                    <a:pt x="4908710" y="3321895"/>
                  </a:lnTo>
                  <a:lnTo>
                    <a:pt x="4941876" y="3326995"/>
                  </a:lnTo>
                  <a:lnTo>
                    <a:pt x="4975043" y="3331850"/>
                  </a:lnTo>
                  <a:lnTo>
                    <a:pt x="5008210" y="3336459"/>
                  </a:lnTo>
                  <a:lnTo>
                    <a:pt x="5041377" y="3340820"/>
                  </a:lnTo>
                  <a:lnTo>
                    <a:pt x="5074544" y="3344930"/>
                  </a:lnTo>
                  <a:lnTo>
                    <a:pt x="5107711" y="3348787"/>
                  </a:lnTo>
                  <a:lnTo>
                    <a:pt x="5140878" y="3352385"/>
                  </a:lnTo>
                  <a:lnTo>
                    <a:pt x="5174045" y="3355722"/>
                  </a:lnTo>
                  <a:lnTo>
                    <a:pt x="5207212" y="3358790"/>
                  </a:lnTo>
                  <a:lnTo>
                    <a:pt x="5240379" y="3361585"/>
                  </a:lnTo>
                  <a:lnTo>
                    <a:pt x="5273546" y="3364099"/>
                  </a:lnTo>
                  <a:lnTo>
                    <a:pt x="5306713" y="3366327"/>
                  </a:lnTo>
                  <a:lnTo>
                    <a:pt x="5339880" y="3368261"/>
                  </a:lnTo>
                  <a:lnTo>
                    <a:pt x="5373047" y="3369894"/>
                  </a:lnTo>
                  <a:lnTo>
                    <a:pt x="5406214" y="3371218"/>
                  </a:lnTo>
                  <a:lnTo>
                    <a:pt x="5439381" y="3372226"/>
                  </a:lnTo>
                  <a:lnTo>
                    <a:pt x="5472548" y="3372909"/>
                  </a:lnTo>
                  <a:lnTo>
                    <a:pt x="5505715" y="3373259"/>
                  </a:lnTo>
                  <a:lnTo>
                    <a:pt x="5538882" y="3373270"/>
                  </a:lnTo>
                  <a:lnTo>
                    <a:pt x="5572049" y="3372932"/>
                  </a:lnTo>
                  <a:lnTo>
                    <a:pt x="5605216" y="3372239"/>
                  </a:lnTo>
                  <a:lnTo>
                    <a:pt x="5638383" y="3371182"/>
                  </a:lnTo>
                  <a:lnTo>
                    <a:pt x="5671550" y="3369755"/>
                  </a:lnTo>
                  <a:lnTo>
                    <a:pt x="5704717" y="3367951"/>
                  </a:lnTo>
                  <a:lnTo>
                    <a:pt x="5737884" y="3365763"/>
                  </a:lnTo>
                  <a:lnTo>
                    <a:pt x="5771050" y="3363184"/>
                  </a:lnTo>
                  <a:lnTo>
                    <a:pt x="5804217" y="3360211"/>
                  </a:lnTo>
                  <a:lnTo>
                    <a:pt x="5837384" y="3356836"/>
                  </a:lnTo>
                  <a:lnTo>
                    <a:pt x="5870551" y="3353055"/>
                  </a:lnTo>
                  <a:lnTo>
                    <a:pt x="5903718" y="3348863"/>
                  </a:lnTo>
                  <a:lnTo>
                    <a:pt x="5936885" y="3344257"/>
                  </a:lnTo>
                  <a:lnTo>
                    <a:pt x="5970052" y="3339232"/>
                  </a:lnTo>
                  <a:lnTo>
                    <a:pt x="6003219" y="3333786"/>
                  </a:lnTo>
                  <a:lnTo>
                    <a:pt x="6036386" y="3327916"/>
                  </a:lnTo>
                  <a:lnTo>
                    <a:pt x="6069553" y="3321619"/>
                  </a:lnTo>
                  <a:lnTo>
                    <a:pt x="6102720" y="3314893"/>
                  </a:lnTo>
                  <a:lnTo>
                    <a:pt x="6135887" y="3307737"/>
                  </a:lnTo>
                  <a:lnTo>
                    <a:pt x="6169054" y="3300149"/>
                  </a:lnTo>
                  <a:lnTo>
                    <a:pt x="6202221" y="3292128"/>
                  </a:lnTo>
                  <a:lnTo>
                    <a:pt x="6235388" y="3283673"/>
                  </a:lnTo>
                  <a:lnTo>
                    <a:pt x="6268555" y="3274783"/>
                  </a:lnTo>
                  <a:lnTo>
                    <a:pt x="6301722" y="3265459"/>
                  </a:lnTo>
                  <a:lnTo>
                    <a:pt x="6334889" y="3255699"/>
                  </a:lnTo>
                  <a:lnTo>
                    <a:pt x="6368056" y="3245505"/>
                  </a:lnTo>
                  <a:lnTo>
                    <a:pt x="6401223" y="3234875"/>
                  </a:lnTo>
                  <a:lnTo>
                    <a:pt x="6434390" y="3223811"/>
                  </a:lnTo>
                  <a:lnTo>
                    <a:pt x="6467557" y="3212312"/>
                  </a:lnTo>
                  <a:lnTo>
                    <a:pt x="6500724" y="3200380"/>
                  </a:lnTo>
                  <a:lnTo>
                    <a:pt x="6533891" y="3188014"/>
                  </a:lnTo>
                  <a:lnTo>
                    <a:pt x="6567058" y="3175215"/>
                  </a:lnTo>
                  <a:lnTo>
                    <a:pt x="6600224" y="3161984"/>
                  </a:lnTo>
                  <a:lnTo>
                    <a:pt x="6600224" y="3499442"/>
                  </a:lnTo>
                  <a:lnTo>
                    <a:pt x="6567058" y="3499442"/>
                  </a:lnTo>
                  <a:lnTo>
                    <a:pt x="6533891" y="3499442"/>
                  </a:lnTo>
                  <a:lnTo>
                    <a:pt x="6500724" y="3499442"/>
                  </a:lnTo>
                  <a:lnTo>
                    <a:pt x="6467557" y="3499442"/>
                  </a:lnTo>
                  <a:lnTo>
                    <a:pt x="6434390" y="3499442"/>
                  </a:lnTo>
                  <a:lnTo>
                    <a:pt x="6401223" y="3499442"/>
                  </a:lnTo>
                  <a:lnTo>
                    <a:pt x="6368056" y="3499442"/>
                  </a:lnTo>
                  <a:lnTo>
                    <a:pt x="6334889" y="3499442"/>
                  </a:lnTo>
                  <a:lnTo>
                    <a:pt x="6301722" y="3499442"/>
                  </a:lnTo>
                  <a:lnTo>
                    <a:pt x="6268555" y="3499442"/>
                  </a:lnTo>
                  <a:lnTo>
                    <a:pt x="6235388" y="3499442"/>
                  </a:lnTo>
                  <a:lnTo>
                    <a:pt x="6202221" y="3499442"/>
                  </a:lnTo>
                  <a:lnTo>
                    <a:pt x="6169054" y="3499442"/>
                  </a:lnTo>
                  <a:lnTo>
                    <a:pt x="6135887" y="3499442"/>
                  </a:lnTo>
                  <a:lnTo>
                    <a:pt x="6102720" y="3499442"/>
                  </a:lnTo>
                  <a:lnTo>
                    <a:pt x="6069553" y="3499442"/>
                  </a:lnTo>
                  <a:lnTo>
                    <a:pt x="6036386" y="3499442"/>
                  </a:lnTo>
                  <a:lnTo>
                    <a:pt x="6003219" y="3499442"/>
                  </a:lnTo>
                  <a:lnTo>
                    <a:pt x="5970052" y="3499442"/>
                  </a:lnTo>
                  <a:lnTo>
                    <a:pt x="5936885" y="3499442"/>
                  </a:lnTo>
                  <a:lnTo>
                    <a:pt x="5903718" y="3499442"/>
                  </a:lnTo>
                  <a:lnTo>
                    <a:pt x="5870551" y="3499442"/>
                  </a:lnTo>
                  <a:lnTo>
                    <a:pt x="5837384" y="3499442"/>
                  </a:lnTo>
                  <a:lnTo>
                    <a:pt x="5804217" y="3499442"/>
                  </a:lnTo>
                  <a:lnTo>
                    <a:pt x="5771050" y="3499442"/>
                  </a:lnTo>
                  <a:lnTo>
                    <a:pt x="5737884" y="3499442"/>
                  </a:lnTo>
                  <a:lnTo>
                    <a:pt x="5704717" y="3499442"/>
                  </a:lnTo>
                  <a:lnTo>
                    <a:pt x="5671550" y="3499442"/>
                  </a:lnTo>
                  <a:lnTo>
                    <a:pt x="5638383" y="3499442"/>
                  </a:lnTo>
                  <a:lnTo>
                    <a:pt x="5605216" y="3499442"/>
                  </a:lnTo>
                  <a:lnTo>
                    <a:pt x="5572049" y="3499442"/>
                  </a:lnTo>
                  <a:lnTo>
                    <a:pt x="5538882" y="3499442"/>
                  </a:lnTo>
                  <a:lnTo>
                    <a:pt x="5505715" y="3499442"/>
                  </a:lnTo>
                  <a:lnTo>
                    <a:pt x="5472548" y="3499442"/>
                  </a:lnTo>
                  <a:lnTo>
                    <a:pt x="5439381" y="3499442"/>
                  </a:lnTo>
                  <a:lnTo>
                    <a:pt x="5406214" y="3499442"/>
                  </a:lnTo>
                  <a:lnTo>
                    <a:pt x="5373047" y="3499442"/>
                  </a:lnTo>
                  <a:lnTo>
                    <a:pt x="5339880" y="3499442"/>
                  </a:lnTo>
                  <a:lnTo>
                    <a:pt x="5306713" y="3499442"/>
                  </a:lnTo>
                  <a:lnTo>
                    <a:pt x="5273546" y="3499442"/>
                  </a:lnTo>
                  <a:lnTo>
                    <a:pt x="5240379" y="3499442"/>
                  </a:lnTo>
                  <a:lnTo>
                    <a:pt x="5207212" y="3499442"/>
                  </a:lnTo>
                  <a:lnTo>
                    <a:pt x="5174045" y="3499442"/>
                  </a:lnTo>
                  <a:lnTo>
                    <a:pt x="5140878" y="3499442"/>
                  </a:lnTo>
                  <a:lnTo>
                    <a:pt x="5107711" y="3499442"/>
                  </a:lnTo>
                  <a:lnTo>
                    <a:pt x="5074544" y="3499442"/>
                  </a:lnTo>
                  <a:lnTo>
                    <a:pt x="5041377" y="3499442"/>
                  </a:lnTo>
                  <a:lnTo>
                    <a:pt x="5008210" y="3499442"/>
                  </a:lnTo>
                  <a:lnTo>
                    <a:pt x="4975043" y="3499442"/>
                  </a:lnTo>
                  <a:lnTo>
                    <a:pt x="4941876" y="3499442"/>
                  </a:lnTo>
                  <a:lnTo>
                    <a:pt x="4908710" y="3499442"/>
                  </a:lnTo>
                  <a:lnTo>
                    <a:pt x="4875543" y="3499442"/>
                  </a:lnTo>
                  <a:lnTo>
                    <a:pt x="4842376" y="3499442"/>
                  </a:lnTo>
                  <a:lnTo>
                    <a:pt x="4809209" y="3499442"/>
                  </a:lnTo>
                  <a:lnTo>
                    <a:pt x="4776042" y="3499442"/>
                  </a:lnTo>
                  <a:lnTo>
                    <a:pt x="4742875" y="3499442"/>
                  </a:lnTo>
                  <a:lnTo>
                    <a:pt x="4709708" y="3499442"/>
                  </a:lnTo>
                  <a:lnTo>
                    <a:pt x="4676541" y="3499442"/>
                  </a:lnTo>
                  <a:lnTo>
                    <a:pt x="4643374" y="3499442"/>
                  </a:lnTo>
                  <a:lnTo>
                    <a:pt x="4610207" y="3499442"/>
                  </a:lnTo>
                  <a:lnTo>
                    <a:pt x="4577040" y="3499442"/>
                  </a:lnTo>
                  <a:lnTo>
                    <a:pt x="4543873" y="3499442"/>
                  </a:lnTo>
                  <a:lnTo>
                    <a:pt x="4510706" y="3497267"/>
                  </a:lnTo>
                  <a:lnTo>
                    <a:pt x="4477539" y="3488553"/>
                  </a:lnTo>
                  <a:lnTo>
                    <a:pt x="4444372" y="3479542"/>
                  </a:lnTo>
                  <a:lnTo>
                    <a:pt x="4411205" y="3470198"/>
                  </a:lnTo>
                  <a:lnTo>
                    <a:pt x="4378038" y="3460483"/>
                  </a:lnTo>
                  <a:lnTo>
                    <a:pt x="4344871" y="3450358"/>
                  </a:lnTo>
                  <a:lnTo>
                    <a:pt x="4311704" y="3439777"/>
                  </a:lnTo>
                  <a:lnTo>
                    <a:pt x="4278537" y="3428697"/>
                  </a:lnTo>
                  <a:lnTo>
                    <a:pt x="4245370" y="3417070"/>
                  </a:lnTo>
                  <a:lnTo>
                    <a:pt x="4212203" y="3404848"/>
                  </a:lnTo>
                  <a:lnTo>
                    <a:pt x="4179036" y="3392240"/>
                  </a:lnTo>
                  <a:lnTo>
                    <a:pt x="4145869" y="3379474"/>
                  </a:lnTo>
                  <a:lnTo>
                    <a:pt x="4112703" y="3366537"/>
                  </a:lnTo>
                  <a:lnTo>
                    <a:pt x="4079536" y="3353419"/>
                  </a:lnTo>
                  <a:lnTo>
                    <a:pt x="4046369" y="3340105"/>
                  </a:lnTo>
                  <a:lnTo>
                    <a:pt x="4013202" y="3326575"/>
                  </a:lnTo>
                  <a:lnTo>
                    <a:pt x="3980035" y="3312794"/>
                  </a:lnTo>
                  <a:lnTo>
                    <a:pt x="3946868" y="3298713"/>
                  </a:lnTo>
                  <a:lnTo>
                    <a:pt x="3913701" y="3284265"/>
                  </a:lnTo>
                  <a:lnTo>
                    <a:pt x="3880534" y="3269366"/>
                  </a:lnTo>
                  <a:lnTo>
                    <a:pt x="3847367" y="3253912"/>
                  </a:lnTo>
                  <a:lnTo>
                    <a:pt x="3814200" y="3237783"/>
                  </a:lnTo>
                  <a:lnTo>
                    <a:pt x="3781033" y="3220847"/>
                  </a:lnTo>
                  <a:lnTo>
                    <a:pt x="3747866" y="3202965"/>
                  </a:lnTo>
                  <a:lnTo>
                    <a:pt x="3714699" y="3184064"/>
                  </a:lnTo>
                  <a:lnTo>
                    <a:pt x="3681532" y="3164433"/>
                  </a:lnTo>
                  <a:lnTo>
                    <a:pt x="3648365" y="3144206"/>
                  </a:lnTo>
                  <a:lnTo>
                    <a:pt x="3615198" y="3123483"/>
                  </a:lnTo>
                  <a:lnTo>
                    <a:pt x="3582031" y="3102350"/>
                  </a:lnTo>
                  <a:lnTo>
                    <a:pt x="3548864" y="3080862"/>
                  </a:lnTo>
                  <a:lnTo>
                    <a:pt x="3515697" y="3059034"/>
                  </a:lnTo>
                  <a:lnTo>
                    <a:pt x="3482530" y="3036838"/>
                  </a:lnTo>
                  <a:lnTo>
                    <a:pt x="3449363" y="3014203"/>
                  </a:lnTo>
                  <a:lnTo>
                    <a:pt x="3416196" y="2991018"/>
                  </a:lnTo>
                  <a:lnTo>
                    <a:pt x="3383029" y="2967150"/>
                  </a:lnTo>
                  <a:lnTo>
                    <a:pt x="3349862" y="2942451"/>
                  </a:lnTo>
                  <a:lnTo>
                    <a:pt x="3316695" y="2916427"/>
                  </a:lnTo>
                  <a:lnTo>
                    <a:pt x="3283529" y="2888963"/>
                  </a:lnTo>
                  <a:lnTo>
                    <a:pt x="3250362" y="2860324"/>
                  </a:lnTo>
                  <a:lnTo>
                    <a:pt x="3217195" y="2830771"/>
                  </a:lnTo>
                  <a:lnTo>
                    <a:pt x="3184028" y="2800542"/>
                  </a:lnTo>
                  <a:lnTo>
                    <a:pt x="3150861" y="2769854"/>
                  </a:lnTo>
                  <a:lnTo>
                    <a:pt x="3117694" y="2738888"/>
                  </a:lnTo>
                  <a:lnTo>
                    <a:pt x="3084527" y="2707796"/>
                  </a:lnTo>
                  <a:lnTo>
                    <a:pt x="3051360" y="2676691"/>
                  </a:lnTo>
                  <a:lnTo>
                    <a:pt x="3018193" y="2645664"/>
                  </a:lnTo>
                  <a:lnTo>
                    <a:pt x="2985026" y="2614783"/>
                  </a:lnTo>
                  <a:lnTo>
                    <a:pt x="2951859" y="2584108"/>
                  </a:lnTo>
                  <a:lnTo>
                    <a:pt x="2918692" y="2553390"/>
                  </a:lnTo>
                  <a:lnTo>
                    <a:pt x="2885525" y="2521196"/>
                  </a:lnTo>
                  <a:lnTo>
                    <a:pt x="2852358" y="2487622"/>
                  </a:lnTo>
                  <a:lnTo>
                    <a:pt x="2819191" y="2452996"/>
                  </a:lnTo>
                  <a:lnTo>
                    <a:pt x="2786024" y="2417636"/>
                  </a:lnTo>
                  <a:lnTo>
                    <a:pt x="2752857" y="2381842"/>
                  </a:lnTo>
                  <a:lnTo>
                    <a:pt x="2719690" y="2345893"/>
                  </a:lnTo>
                  <a:lnTo>
                    <a:pt x="2686523" y="2310043"/>
                  </a:lnTo>
                  <a:lnTo>
                    <a:pt x="2653356" y="2274527"/>
                  </a:lnTo>
                  <a:lnTo>
                    <a:pt x="2620189" y="2239559"/>
                  </a:lnTo>
                  <a:lnTo>
                    <a:pt x="2587022" y="2205337"/>
                  </a:lnTo>
                  <a:lnTo>
                    <a:pt x="2553855" y="2172052"/>
                  </a:lnTo>
                  <a:lnTo>
                    <a:pt x="2520688" y="2139893"/>
                  </a:lnTo>
                  <a:lnTo>
                    <a:pt x="2487521" y="2108330"/>
                  </a:lnTo>
                  <a:lnTo>
                    <a:pt x="2454355" y="2076521"/>
                  </a:lnTo>
                  <a:lnTo>
                    <a:pt x="2421188" y="2044510"/>
                  </a:lnTo>
                  <a:lnTo>
                    <a:pt x="2388021" y="2012346"/>
                  </a:lnTo>
                  <a:lnTo>
                    <a:pt x="2354854" y="1980076"/>
                  </a:lnTo>
                  <a:lnTo>
                    <a:pt x="2321687" y="1947746"/>
                  </a:lnTo>
                  <a:lnTo>
                    <a:pt x="2288520" y="1915401"/>
                  </a:lnTo>
                  <a:lnTo>
                    <a:pt x="2255353" y="1883084"/>
                  </a:lnTo>
                  <a:lnTo>
                    <a:pt x="2222186" y="1850836"/>
                  </a:lnTo>
                  <a:lnTo>
                    <a:pt x="2189019" y="1818698"/>
                  </a:lnTo>
                  <a:lnTo>
                    <a:pt x="2155852" y="1786711"/>
                  </a:lnTo>
                  <a:lnTo>
                    <a:pt x="2122685" y="1754912"/>
                  </a:lnTo>
                  <a:lnTo>
                    <a:pt x="2089518" y="1723341"/>
                  </a:lnTo>
                  <a:lnTo>
                    <a:pt x="2056351" y="1692036"/>
                  </a:lnTo>
                  <a:lnTo>
                    <a:pt x="2023184" y="1661034"/>
                  </a:lnTo>
                  <a:lnTo>
                    <a:pt x="1990017" y="1630375"/>
                  </a:lnTo>
                  <a:lnTo>
                    <a:pt x="1956850" y="1600098"/>
                  </a:lnTo>
                  <a:lnTo>
                    <a:pt x="1923683" y="1570245"/>
                  </a:lnTo>
                  <a:lnTo>
                    <a:pt x="1890516" y="1540839"/>
                  </a:lnTo>
                  <a:lnTo>
                    <a:pt x="1857349" y="1511759"/>
                  </a:lnTo>
                  <a:lnTo>
                    <a:pt x="1824182" y="1482982"/>
                  </a:lnTo>
                  <a:lnTo>
                    <a:pt x="1791015" y="1454519"/>
                  </a:lnTo>
                  <a:lnTo>
                    <a:pt x="1757848" y="1426380"/>
                  </a:lnTo>
                  <a:lnTo>
                    <a:pt x="1724681" y="1398576"/>
                  </a:lnTo>
                  <a:lnTo>
                    <a:pt x="1691514" y="1371117"/>
                  </a:lnTo>
                  <a:lnTo>
                    <a:pt x="1658347" y="1344013"/>
                  </a:lnTo>
                  <a:lnTo>
                    <a:pt x="1625181" y="1317275"/>
                  </a:lnTo>
                  <a:lnTo>
                    <a:pt x="1592014" y="1290913"/>
                  </a:lnTo>
                  <a:lnTo>
                    <a:pt x="1558847" y="1264936"/>
                  </a:lnTo>
                  <a:lnTo>
                    <a:pt x="1525680" y="1239354"/>
                  </a:lnTo>
                  <a:lnTo>
                    <a:pt x="1492513" y="1214173"/>
                  </a:lnTo>
                  <a:lnTo>
                    <a:pt x="1459346" y="1189403"/>
                  </a:lnTo>
                  <a:lnTo>
                    <a:pt x="1426179" y="1165048"/>
                  </a:lnTo>
                  <a:lnTo>
                    <a:pt x="1393012" y="1141116"/>
                  </a:lnTo>
                  <a:lnTo>
                    <a:pt x="1359845" y="1117610"/>
                  </a:lnTo>
                  <a:lnTo>
                    <a:pt x="1326678" y="1094534"/>
                  </a:lnTo>
                  <a:lnTo>
                    <a:pt x="1293511" y="1071892"/>
                  </a:lnTo>
                  <a:lnTo>
                    <a:pt x="1260344" y="1049685"/>
                  </a:lnTo>
                  <a:lnTo>
                    <a:pt x="1227177" y="1027916"/>
                  </a:lnTo>
                  <a:lnTo>
                    <a:pt x="1194010" y="1006584"/>
                  </a:lnTo>
                  <a:lnTo>
                    <a:pt x="1160843" y="985691"/>
                  </a:lnTo>
                  <a:lnTo>
                    <a:pt x="1127676" y="965234"/>
                  </a:lnTo>
                  <a:lnTo>
                    <a:pt x="1094509" y="945213"/>
                  </a:lnTo>
                  <a:lnTo>
                    <a:pt x="1061342" y="925627"/>
                  </a:lnTo>
                  <a:lnTo>
                    <a:pt x="1028175" y="906474"/>
                  </a:lnTo>
                  <a:lnTo>
                    <a:pt x="995008" y="887751"/>
                  </a:lnTo>
                  <a:lnTo>
                    <a:pt x="961841" y="869456"/>
                  </a:lnTo>
                  <a:lnTo>
                    <a:pt x="928674" y="851586"/>
                  </a:lnTo>
                  <a:lnTo>
                    <a:pt x="895507" y="834139"/>
                  </a:lnTo>
                  <a:lnTo>
                    <a:pt x="862340" y="817110"/>
                  </a:lnTo>
                  <a:lnTo>
                    <a:pt x="829173" y="800497"/>
                  </a:lnTo>
                  <a:lnTo>
                    <a:pt x="796007" y="784297"/>
                  </a:lnTo>
                  <a:lnTo>
                    <a:pt x="762840" y="768506"/>
                  </a:lnTo>
                  <a:lnTo>
                    <a:pt x="729673" y="753121"/>
                  </a:lnTo>
                  <a:lnTo>
                    <a:pt x="696506" y="738139"/>
                  </a:lnTo>
                  <a:lnTo>
                    <a:pt x="663339" y="723556"/>
                  </a:lnTo>
                  <a:lnTo>
                    <a:pt x="630172" y="709370"/>
                  </a:lnTo>
                  <a:lnTo>
                    <a:pt x="597005" y="695576"/>
                  </a:lnTo>
                  <a:lnTo>
                    <a:pt x="563838" y="682171"/>
                  </a:lnTo>
                  <a:lnTo>
                    <a:pt x="530671" y="669153"/>
                  </a:lnTo>
                  <a:lnTo>
                    <a:pt x="497504" y="656518"/>
                  </a:lnTo>
                  <a:lnTo>
                    <a:pt x="464337" y="644263"/>
                  </a:lnTo>
                  <a:lnTo>
                    <a:pt x="431170" y="632385"/>
                  </a:lnTo>
                  <a:lnTo>
                    <a:pt x="398003" y="620882"/>
                  </a:lnTo>
                  <a:lnTo>
                    <a:pt x="364836" y="609750"/>
                  </a:lnTo>
                  <a:lnTo>
                    <a:pt x="331669" y="598986"/>
                  </a:lnTo>
                  <a:lnTo>
                    <a:pt x="298502" y="588587"/>
                  </a:lnTo>
                  <a:lnTo>
                    <a:pt x="265335" y="578552"/>
                  </a:lnTo>
                  <a:lnTo>
                    <a:pt x="232168" y="568876"/>
                  </a:lnTo>
                  <a:lnTo>
                    <a:pt x="199001" y="559558"/>
                  </a:lnTo>
                  <a:lnTo>
                    <a:pt x="165834" y="550595"/>
                  </a:lnTo>
                  <a:lnTo>
                    <a:pt x="132667" y="541984"/>
                  </a:lnTo>
                  <a:lnTo>
                    <a:pt x="99500" y="533723"/>
                  </a:lnTo>
                  <a:lnTo>
                    <a:pt x="66333" y="525810"/>
                  </a:lnTo>
                  <a:lnTo>
                    <a:pt x="33166" y="518242"/>
                  </a:lnTo>
                  <a:lnTo>
                    <a:pt x="0" y="511016"/>
                  </a:lnTo>
                  <a:close/>
                </a:path>
              </a:pathLst>
            </a:custGeom>
            <a:solidFill>
              <a:srgbClr val="000000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271887" y="1719860"/>
              <a:ext cx="6600224" cy="3373270"/>
            </a:xfrm>
            <a:custGeom>
              <a:avLst/>
              <a:pathLst>
                <a:path w="6600224" h="3373270">
                  <a:moveTo>
                    <a:pt x="0" y="0"/>
                  </a:moveTo>
                  <a:lnTo>
                    <a:pt x="33166" y="0"/>
                  </a:lnTo>
                  <a:lnTo>
                    <a:pt x="66333" y="0"/>
                  </a:lnTo>
                  <a:lnTo>
                    <a:pt x="99500" y="0"/>
                  </a:lnTo>
                  <a:lnTo>
                    <a:pt x="132667" y="0"/>
                  </a:lnTo>
                  <a:lnTo>
                    <a:pt x="165834" y="0"/>
                  </a:lnTo>
                  <a:lnTo>
                    <a:pt x="199001" y="0"/>
                  </a:lnTo>
                  <a:lnTo>
                    <a:pt x="232168" y="0"/>
                  </a:lnTo>
                  <a:lnTo>
                    <a:pt x="265335" y="0"/>
                  </a:lnTo>
                  <a:lnTo>
                    <a:pt x="298502" y="0"/>
                  </a:lnTo>
                  <a:lnTo>
                    <a:pt x="331669" y="0"/>
                  </a:lnTo>
                  <a:lnTo>
                    <a:pt x="364836" y="0"/>
                  </a:lnTo>
                  <a:lnTo>
                    <a:pt x="398003" y="0"/>
                  </a:lnTo>
                  <a:lnTo>
                    <a:pt x="431170" y="0"/>
                  </a:lnTo>
                  <a:lnTo>
                    <a:pt x="464337" y="0"/>
                  </a:lnTo>
                  <a:lnTo>
                    <a:pt x="497504" y="0"/>
                  </a:lnTo>
                  <a:lnTo>
                    <a:pt x="530671" y="0"/>
                  </a:lnTo>
                  <a:lnTo>
                    <a:pt x="563838" y="0"/>
                  </a:lnTo>
                  <a:lnTo>
                    <a:pt x="597005" y="20992"/>
                  </a:lnTo>
                  <a:lnTo>
                    <a:pt x="630172" y="55414"/>
                  </a:lnTo>
                  <a:lnTo>
                    <a:pt x="663339" y="89729"/>
                  </a:lnTo>
                  <a:lnTo>
                    <a:pt x="696506" y="123937"/>
                  </a:lnTo>
                  <a:lnTo>
                    <a:pt x="729673" y="158037"/>
                  </a:lnTo>
                  <a:lnTo>
                    <a:pt x="762840" y="192026"/>
                  </a:lnTo>
                  <a:lnTo>
                    <a:pt x="796007" y="225905"/>
                  </a:lnTo>
                  <a:lnTo>
                    <a:pt x="829173" y="259671"/>
                  </a:lnTo>
                  <a:lnTo>
                    <a:pt x="862340" y="293324"/>
                  </a:lnTo>
                  <a:lnTo>
                    <a:pt x="895507" y="326862"/>
                  </a:lnTo>
                  <a:lnTo>
                    <a:pt x="928674" y="360284"/>
                  </a:lnTo>
                  <a:lnTo>
                    <a:pt x="961841" y="393590"/>
                  </a:lnTo>
                  <a:lnTo>
                    <a:pt x="995008" y="426778"/>
                  </a:lnTo>
                  <a:lnTo>
                    <a:pt x="1028175" y="459848"/>
                  </a:lnTo>
                  <a:lnTo>
                    <a:pt x="1061342" y="492800"/>
                  </a:lnTo>
                  <a:lnTo>
                    <a:pt x="1094509" y="525633"/>
                  </a:lnTo>
                  <a:lnTo>
                    <a:pt x="1127676" y="558347"/>
                  </a:lnTo>
                  <a:lnTo>
                    <a:pt x="1160843" y="590944"/>
                  </a:lnTo>
                  <a:lnTo>
                    <a:pt x="1194010" y="623424"/>
                  </a:lnTo>
                  <a:lnTo>
                    <a:pt x="1227177" y="655788"/>
                  </a:lnTo>
                  <a:lnTo>
                    <a:pt x="1260344" y="688039"/>
                  </a:lnTo>
                  <a:lnTo>
                    <a:pt x="1293511" y="720180"/>
                  </a:lnTo>
                  <a:lnTo>
                    <a:pt x="1326678" y="752215"/>
                  </a:lnTo>
                  <a:lnTo>
                    <a:pt x="1359845" y="784146"/>
                  </a:lnTo>
                  <a:lnTo>
                    <a:pt x="1393012" y="815981"/>
                  </a:lnTo>
                  <a:lnTo>
                    <a:pt x="1426179" y="847724"/>
                  </a:lnTo>
                  <a:lnTo>
                    <a:pt x="1459346" y="879382"/>
                  </a:lnTo>
                  <a:lnTo>
                    <a:pt x="1492513" y="910964"/>
                  </a:lnTo>
                  <a:lnTo>
                    <a:pt x="1525680" y="942478"/>
                  </a:lnTo>
                  <a:lnTo>
                    <a:pt x="1558847" y="973933"/>
                  </a:lnTo>
                  <a:lnTo>
                    <a:pt x="1592014" y="1005340"/>
                  </a:lnTo>
                  <a:lnTo>
                    <a:pt x="1625181" y="1036710"/>
                  </a:lnTo>
                  <a:lnTo>
                    <a:pt x="1658347" y="1068054"/>
                  </a:lnTo>
                  <a:lnTo>
                    <a:pt x="1691514" y="1099384"/>
                  </a:lnTo>
                  <a:lnTo>
                    <a:pt x="1724681" y="1130713"/>
                  </a:lnTo>
                  <a:lnTo>
                    <a:pt x="1757848" y="1162054"/>
                  </a:lnTo>
                  <a:lnTo>
                    <a:pt x="1791015" y="1193418"/>
                  </a:lnTo>
                  <a:lnTo>
                    <a:pt x="1824182" y="1224819"/>
                  </a:lnTo>
                  <a:lnTo>
                    <a:pt x="1857349" y="1256270"/>
                  </a:lnTo>
                  <a:lnTo>
                    <a:pt x="1890516" y="1287781"/>
                  </a:lnTo>
                  <a:lnTo>
                    <a:pt x="1923683" y="1319409"/>
                  </a:lnTo>
                  <a:lnTo>
                    <a:pt x="1956850" y="1351352"/>
                  </a:lnTo>
                  <a:lnTo>
                    <a:pt x="1990017" y="1383602"/>
                  </a:lnTo>
                  <a:lnTo>
                    <a:pt x="2023184" y="1416123"/>
                  </a:lnTo>
                  <a:lnTo>
                    <a:pt x="2056351" y="1448875"/>
                  </a:lnTo>
                  <a:lnTo>
                    <a:pt x="2089518" y="1481819"/>
                  </a:lnTo>
                  <a:lnTo>
                    <a:pt x="2122685" y="1514914"/>
                  </a:lnTo>
                  <a:lnTo>
                    <a:pt x="2155852" y="1548119"/>
                  </a:lnTo>
                  <a:lnTo>
                    <a:pt x="2189019" y="1581395"/>
                  </a:lnTo>
                  <a:lnTo>
                    <a:pt x="2222186" y="1614702"/>
                  </a:lnTo>
                  <a:lnTo>
                    <a:pt x="2255353" y="1648000"/>
                  </a:lnTo>
                  <a:lnTo>
                    <a:pt x="2288520" y="1681252"/>
                  </a:lnTo>
                  <a:lnTo>
                    <a:pt x="2321687" y="1714422"/>
                  </a:lnTo>
                  <a:lnTo>
                    <a:pt x="2354854" y="1747473"/>
                  </a:lnTo>
                  <a:lnTo>
                    <a:pt x="2388021" y="1780371"/>
                  </a:lnTo>
                  <a:lnTo>
                    <a:pt x="2421188" y="1813084"/>
                  </a:lnTo>
                  <a:lnTo>
                    <a:pt x="2454355" y="1845581"/>
                  </a:lnTo>
                  <a:lnTo>
                    <a:pt x="2487521" y="1877830"/>
                  </a:lnTo>
                  <a:lnTo>
                    <a:pt x="2520688" y="1909808"/>
                  </a:lnTo>
                  <a:lnTo>
                    <a:pt x="2553855" y="1942569"/>
                  </a:lnTo>
                  <a:lnTo>
                    <a:pt x="2587022" y="1976708"/>
                  </a:lnTo>
                  <a:lnTo>
                    <a:pt x="2620189" y="2011901"/>
                  </a:lnTo>
                  <a:lnTo>
                    <a:pt x="2653356" y="2047823"/>
                  </a:lnTo>
                  <a:lnTo>
                    <a:pt x="2686523" y="2084159"/>
                  </a:lnTo>
                  <a:lnTo>
                    <a:pt x="2719690" y="2120607"/>
                  </a:lnTo>
                  <a:lnTo>
                    <a:pt x="2752857" y="2156888"/>
                  </a:lnTo>
                  <a:lnTo>
                    <a:pt x="2786024" y="2192741"/>
                  </a:lnTo>
                  <a:lnTo>
                    <a:pt x="2819191" y="2227931"/>
                  </a:lnTo>
                  <a:lnTo>
                    <a:pt x="2852358" y="2262244"/>
                  </a:lnTo>
                  <a:lnTo>
                    <a:pt x="2885525" y="2295481"/>
                  </a:lnTo>
                  <a:lnTo>
                    <a:pt x="2918692" y="2327458"/>
                  </a:lnTo>
                  <a:lnTo>
                    <a:pt x="2951859" y="2358249"/>
                  </a:lnTo>
                  <a:lnTo>
                    <a:pt x="2985026" y="2389434"/>
                  </a:lnTo>
                  <a:lnTo>
                    <a:pt x="3018193" y="2421102"/>
                  </a:lnTo>
                  <a:lnTo>
                    <a:pt x="3051360" y="2452993"/>
                  </a:lnTo>
                  <a:lnTo>
                    <a:pt x="3084527" y="2484850"/>
                  </a:lnTo>
                  <a:lnTo>
                    <a:pt x="3117694" y="2516443"/>
                  </a:lnTo>
                  <a:lnTo>
                    <a:pt x="3150861" y="2547564"/>
                  </a:lnTo>
                  <a:lnTo>
                    <a:pt x="3184028" y="2578040"/>
                  </a:lnTo>
                  <a:lnTo>
                    <a:pt x="3217195" y="2607732"/>
                  </a:lnTo>
                  <a:lnTo>
                    <a:pt x="3250362" y="2636533"/>
                  </a:lnTo>
                  <a:lnTo>
                    <a:pt x="3283529" y="2664362"/>
                  </a:lnTo>
                  <a:lnTo>
                    <a:pt x="3316695" y="2691155"/>
                  </a:lnTo>
                  <a:lnTo>
                    <a:pt x="3349862" y="2716856"/>
                  </a:lnTo>
                  <a:lnTo>
                    <a:pt x="3383029" y="2741681"/>
                  </a:lnTo>
                  <a:lnTo>
                    <a:pt x="3416196" y="2765935"/>
                  </a:lnTo>
                  <a:lnTo>
                    <a:pt x="3449363" y="2789539"/>
                  </a:lnTo>
                  <a:lnTo>
                    <a:pt x="3482530" y="2812419"/>
                  </a:lnTo>
                  <a:lnTo>
                    <a:pt x="3515697" y="2834530"/>
                  </a:lnTo>
                  <a:lnTo>
                    <a:pt x="3548864" y="2855863"/>
                  </a:lnTo>
                  <a:lnTo>
                    <a:pt x="3582031" y="2876452"/>
                  </a:lnTo>
                  <a:lnTo>
                    <a:pt x="3615198" y="2896376"/>
                  </a:lnTo>
                  <a:lnTo>
                    <a:pt x="3648365" y="2915753"/>
                  </a:lnTo>
                  <a:lnTo>
                    <a:pt x="3681532" y="2934730"/>
                  </a:lnTo>
                  <a:lnTo>
                    <a:pt x="3714699" y="2953470"/>
                  </a:lnTo>
                  <a:lnTo>
                    <a:pt x="3747866" y="2972053"/>
                  </a:lnTo>
                  <a:lnTo>
                    <a:pt x="3781033" y="2989927"/>
                  </a:lnTo>
                  <a:lnTo>
                    <a:pt x="3814200" y="3006967"/>
                  </a:lnTo>
                  <a:lnTo>
                    <a:pt x="3847367" y="3023186"/>
                  </a:lnTo>
                  <a:lnTo>
                    <a:pt x="3880534" y="3038605"/>
                  </a:lnTo>
                  <a:lnTo>
                    <a:pt x="3913701" y="3053256"/>
                  </a:lnTo>
                  <a:lnTo>
                    <a:pt x="3946868" y="3067190"/>
                  </a:lnTo>
                  <a:lnTo>
                    <a:pt x="3980035" y="3080475"/>
                  </a:lnTo>
                  <a:lnTo>
                    <a:pt x="4013202" y="3093195"/>
                  </a:lnTo>
                  <a:lnTo>
                    <a:pt x="4046369" y="3105455"/>
                  </a:lnTo>
                  <a:lnTo>
                    <a:pt x="4079536" y="3117373"/>
                  </a:lnTo>
                  <a:lnTo>
                    <a:pt x="4112703" y="3129082"/>
                  </a:lnTo>
                  <a:lnTo>
                    <a:pt x="4145869" y="3140720"/>
                  </a:lnTo>
                  <a:lnTo>
                    <a:pt x="4179036" y="3152430"/>
                  </a:lnTo>
                  <a:lnTo>
                    <a:pt x="4212203" y="3164350"/>
                  </a:lnTo>
                  <a:lnTo>
                    <a:pt x="4245370" y="3176136"/>
                  </a:lnTo>
                  <a:lnTo>
                    <a:pt x="4278537" y="3187357"/>
                  </a:lnTo>
                  <a:lnTo>
                    <a:pt x="4311704" y="3198024"/>
                  </a:lnTo>
                  <a:lnTo>
                    <a:pt x="4344871" y="3208151"/>
                  </a:lnTo>
                  <a:lnTo>
                    <a:pt x="4378038" y="3217753"/>
                  </a:lnTo>
                  <a:lnTo>
                    <a:pt x="4411205" y="3226846"/>
                  </a:lnTo>
                  <a:lnTo>
                    <a:pt x="4444372" y="3235451"/>
                  </a:lnTo>
                  <a:lnTo>
                    <a:pt x="4477539" y="3243590"/>
                  </a:lnTo>
                  <a:lnTo>
                    <a:pt x="4510706" y="3251288"/>
                  </a:lnTo>
                  <a:lnTo>
                    <a:pt x="4543873" y="3258574"/>
                  </a:lnTo>
                  <a:lnTo>
                    <a:pt x="4577040" y="3265478"/>
                  </a:lnTo>
                  <a:lnTo>
                    <a:pt x="4610207" y="3272035"/>
                  </a:lnTo>
                  <a:lnTo>
                    <a:pt x="4643374" y="3278281"/>
                  </a:lnTo>
                  <a:lnTo>
                    <a:pt x="4676541" y="3284254"/>
                  </a:lnTo>
                  <a:lnTo>
                    <a:pt x="4709708" y="3289994"/>
                  </a:lnTo>
                  <a:lnTo>
                    <a:pt x="4742875" y="3295542"/>
                  </a:lnTo>
                  <a:lnTo>
                    <a:pt x="4776042" y="3300942"/>
                  </a:lnTo>
                  <a:lnTo>
                    <a:pt x="4809209" y="3306236"/>
                  </a:lnTo>
                  <a:lnTo>
                    <a:pt x="4842376" y="3311465"/>
                  </a:lnTo>
                  <a:lnTo>
                    <a:pt x="4875543" y="3316672"/>
                  </a:lnTo>
                  <a:lnTo>
                    <a:pt x="4908710" y="3321895"/>
                  </a:lnTo>
                  <a:lnTo>
                    <a:pt x="4941876" y="3326995"/>
                  </a:lnTo>
                  <a:lnTo>
                    <a:pt x="4975043" y="3331850"/>
                  </a:lnTo>
                  <a:lnTo>
                    <a:pt x="5008210" y="3336459"/>
                  </a:lnTo>
                  <a:lnTo>
                    <a:pt x="5041377" y="3340820"/>
                  </a:lnTo>
                  <a:lnTo>
                    <a:pt x="5074544" y="3344930"/>
                  </a:lnTo>
                  <a:lnTo>
                    <a:pt x="5107711" y="3348787"/>
                  </a:lnTo>
                  <a:lnTo>
                    <a:pt x="5140878" y="3352385"/>
                  </a:lnTo>
                  <a:lnTo>
                    <a:pt x="5174045" y="3355722"/>
                  </a:lnTo>
                  <a:lnTo>
                    <a:pt x="5207212" y="3358790"/>
                  </a:lnTo>
                  <a:lnTo>
                    <a:pt x="5240379" y="3361585"/>
                  </a:lnTo>
                  <a:lnTo>
                    <a:pt x="5273546" y="3364099"/>
                  </a:lnTo>
                  <a:lnTo>
                    <a:pt x="5306713" y="3366327"/>
                  </a:lnTo>
                  <a:lnTo>
                    <a:pt x="5339880" y="3368261"/>
                  </a:lnTo>
                  <a:lnTo>
                    <a:pt x="5373047" y="3369894"/>
                  </a:lnTo>
                  <a:lnTo>
                    <a:pt x="5406214" y="3371218"/>
                  </a:lnTo>
                  <a:lnTo>
                    <a:pt x="5439381" y="3372226"/>
                  </a:lnTo>
                  <a:lnTo>
                    <a:pt x="5472548" y="3372909"/>
                  </a:lnTo>
                  <a:lnTo>
                    <a:pt x="5505715" y="3373259"/>
                  </a:lnTo>
                  <a:lnTo>
                    <a:pt x="5538882" y="3373270"/>
                  </a:lnTo>
                  <a:lnTo>
                    <a:pt x="5572049" y="3372932"/>
                  </a:lnTo>
                  <a:lnTo>
                    <a:pt x="5605216" y="3372239"/>
                  </a:lnTo>
                  <a:lnTo>
                    <a:pt x="5638383" y="3371182"/>
                  </a:lnTo>
                  <a:lnTo>
                    <a:pt x="5671550" y="3369755"/>
                  </a:lnTo>
                  <a:lnTo>
                    <a:pt x="5704717" y="3367951"/>
                  </a:lnTo>
                  <a:lnTo>
                    <a:pt x="5737884" y="3365763"/>
                  </a:lnTo>
                  <a:lnTo>
                    <a:pt x="5771050" y="3363184"/>
                  </a:lnTo>
                  <a:lnTo>
                    <a:pt x="5804217" y="3360211"/>
                  </a:lnTo>
                  <a:lnTo>
                    <a:pt x="5837384" y="3356836"/>
                  </a:lnTo>
                  <a:lnTo>
                    <a:pt x="5870551" y="3353055"/>
                  </a:lnTo>
                  <a:lnTo>
                    <a:pt x="5903718" y="3348863"/>
                  </a:lnTo>
                  <a:lnTo>
                    <a:pt x="5936885" y="3344257"/>
                  </a:lnTo>
                  <a:lnTo>
                    <a:pt x="5970052" y="3339232"/>
                  </a:lnTo>
                  <a:lnTo>
                    <a:pt x="6003219" y="3333786"/>
                  </a:lnTo>
                  <a:lnTo>
                    <a:pt x="6036386" y="3327916"/>
                  </a:lnTo>
                  <a:lnTo>
                    <a:pt x="6069553" y="3321619"/>
                  </a:lnTo>
                  <a:lnTo>
                    <a:pt x="6102720" y="3314893"/>
                  </a:lnTo>
                  <a:lnTo>
                    <a:pt x="6135887" y="3307737"/>
                  </a:lnTo>
                  <a:lnTo>
                    <a:pt x="6169054" y="3300149"/>
                  </a:lnTo>
                  <a:lnTo>
                    <a:pt x="6202221" y="3292128"/>
                  </a:lnTo>
                  <a:lnTo>
                    <a:pt x="6235388" y="3283673"/>
                  </a:lnTo>
                  <a:lnTo>
                    <a:pt x="6268555" y="3274783"/>
                  </a:lnTo>
                  <a:lnTo>
                    <a:pt x="6301722" y="3265459"/>
                  </a:lnTo>
                  <a:lnTo>
                    <a:pt x="6334889" y="3255699"/>
                  </a:lnTo>
                  <a:lnTo>
                    <a:pt x="6368056" y="3245505"/>
                  </a:lnTo>
                  <a:lnTo>
                    <a:pt x="6401223" y="3234875"/>
                  </a:lnTo>
                  <a:lnTo>
                    <a:pt x="6434390" y="3223811"/>
                  </a:lnTo>
                  <a:lnTo>
                    <a:pt x="6467557" y="3212312"/>
                  </a:lnTo>
                  <a:lnTo>
                    <a:pt x="6500724" y="3200380"/>
                  </a:lnTo>
                  <a:lnTo>
                    <a:pt x="6533891" y="3188014"/>
                  </a:lnTo>
                  <a:lnTo>
                    <a:pt x="6567058" y="3175215"/>
                  </a:lnTo>
                  <a:lnTo>
                    <a:pt x="6600224" y="31619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271887" y="2230876"/>
              <a:ext cx="6600224" cy="2988426"/>
            </a:xfrm>
            <a:custGeom>
              <a:avLst/>
              <a:pathLst>
                <a:path w="6600224" h="2988426">
                  <a:moveTo>
                    <a:pt x="6600224" y="2988426"/>
                  </a:moveTo>
                  <a:lnTo>
                    <a:pt x="6567058" y="2988426"/>
                  </a:lnTo>
                  <a:lnTo>
                    <a:pt x="6533891" y="2988426"/>
                  </a:lnTo>
                  <a:lnTo>
                    <a:pt x="6500724" y="2988426"/>
                  </a:lnTo>
                  <a:lnTo>
                    <a:pt x="6467557" y="2988426"/>
                  </a:lnTo>
                  <a:lnTo>
                    <a:pt x="6434390" y="2988426"/>
                  </a:lnTo>
                  <a:lnTo>
                    <a:pt x="6401223" y="2988426"/>
                  </a:lnTo>
                  <a:lnTo>
                    <a:pt x="6368056" y="2988426"/>
                  </a:lnTo>
                  <a:lnTo>
                    <a:pt x="6334889" y="2988426"/>
                  </a:lnTo>
                  <a:lnTo>
                    <a:pt x="6301722" y="2988426"/>
                  </a:lnTo>
                  <a:lnTo>
                    <a:pt x="6268555" y="2988426"/>
                  </a:lnTo>
                  <a:lnTo>
                    <a:pt x="6235388" y="2988426"/>
                  </a:lnTo>
                  <a:lnTo>
                    <a:pt x="6202221" y="2988426"/>
                  </a:lnTo>
                  <a:lnTo>
                    <a:pt x="6169054" y="2988426"/>
                  </a:lnTo>
                  <a:lnTo>
                    <a:pt x="6135887" y="2988426"/>
                  </a:lnTo>
                  <a:lnTo>
                    <a:pt x="6102720" y="2988426"/>
                  </a:lnTo>
                  <a:lnTo>
                    <a:pt x="6069553" y="2988426"/>
                  </a:lnTo>
                  <a:lnTo>
                    <a:pt x="6036386" y="2988426"/>
                  </a:lnTo>
                  <a:lnTo>
                    <a:pt x="6003219" y="2988426"/>
                  </a:lnTo>
                  <a:lnTo>
                    <a:pt x="5970052" y="2988426"/>
                  </a:lnTo>
                  <a:lnTo>
                    <a:pt x="5936885" y="2988426"/>
                  </a:lnTo>
                  <a:lnTo>
                    <a:pt x="5903718" y="2988426"/>
                  </a:lnTo>
                  <a:lnTo>
                    <a:pt x="5870551" y="2988426"/>
                  </a:lnTo>
                  <a:lnTo>
                    <a:pt x="5837384" y="2988426"/>
                  </a:lnTo>
                  <a:lnTo>
                    <a:pt x="5804217" y="2988426"/>
                  </a:lnTo>
                  <a:lnTo>
                    <a:pt x="5771050" y="2988426"/>
                  </a:lnTo>
                  <a:lnTo>
                    <a:pt x="5737884" y="2988426"/>
                  </a:lnTo>
                  <a:lnTo>
                    <a:pt x="5704717" y="2988426"/>
                  </a:lnTo>
                  <a:lnTo>
                    <a:pt x="5671550" y="2988426"/>
                  </a:lnTo>
                  <a:lnTo>
                    <a:pt x="5638383" y="2988426"/>
                  </a:lnTo>
                  <a:lnTo>
                    <a:pt x="5605216" y="2988426"/>
                  </a:lnTo>
                  <a:lnTo>
                    <a:pt x="5572049" y="2988426"/>
                  </a:lnTo>
                  <a:lnTo>
                    <a:pt x="5538882" y="2988426"/>
                  </a:lnTo>
                  <a:lnTo>
                    <a:pt x="5505715" y="2988426"/>
                  </a:lnTo>
                  <a:lnTo>
                    <a:pt x="5472548" y="2988426"/>
                  </a:lnTo>
                  <a:lnTo>
                    <a:pt x="5439381" y="2988426"/>
                  </a:lnTo>
                  <a:lnTo>
                    <a:pt x="5406214" y="2988426"/>
                  </a:lnTo>
                  <a:lnTo>
                    <a:pt x="5373047" y="2988426"/>
                  </a:lnTo>
                  <a:lnTo>
                    <a:pt x="5339880" y="2988426"/>
                  </a:lnTo>
                  <a:lnTo>
                    <a:pt x="5306713" y="2988426"/>
                  </a:lnTo>
                  <a:lnTo>
                    <a:pt x="5273546" y="2988426"/>
                  </a:lnTo>
                  <a:lnTo>
                    <a:pt x="5240379" y="2988426"/>
                  </a:lnTo>
                  <a:lnTo>
                    <a:pt x="5207212" y="2988426"/>
                  </a:lnTo>
                  <a:lnTo>
                    <a:pt x="5174045" y="2988426"/>
                  </a:lnTo>
                  <a:lnTo>
                    <a:pt x="5140878" y="2988426"/>
                  </a:lnTo>
                  <a:lnTo>
                    <a:pt x="5107711" y="2988426"/>
                  </a:lnTo>
                  <a:lnTo>
                    <a:pt x="5074544" y="2988426"/>
                  </a:lnTo>
                  <a:lnTo>
                    <a:pt x="5041377" y="2988426"/>
                  </a:lnTo>
                  <a:lnTo>
                    <a:pt x="5008210" y="2988426"/>
                  </a:lnTo>
                  <a:lnTo>
                    <a:pt x="4975043" y="2988426"/>
                  </a:lnTo>
                  <a:lnTo>
                    <a:pt x="4941876" y="2988426"/>
                  </a:lnTo>
                  <a:lnTo>
                    <a:pt x="4908710" y="2988426"/>
                  </a:lnTo>
                  <a:lnTo>
                    <a:pt x="4875543" y="2988426"/>
                  </a:lnTo>
                  <a:lnTo>
                    <a:pt x="4842376" y="2988426"/>
                  </a:lnTo>
                  <a:lnTo>
                    <a:pt x="4809209" y="2988426"/>
                  </a:lnTo>
                  <a:lnTo>
                    <a:pt x="4776042" y="2988426"/>
                  </a:lnTo>
                  <a:lnTo>
                    <a:pt x="4742875" y="2988426"/>
                  </a:lnTo>
                  <a:lnTo>
                    <a:pt x="4709708" y="2988426"/>
                  </a:lnTo>
                  <a:lnTo>
                    <a:pt x="4676541" y="2988426"/>
                  </a:lnTo>
                  <a:lnTo>
                    <a:pt x="4643374" y="2988426"/>
                  </a:lnTo>
                  <a:lnTo>
                    <a:pt x="4610207" y="2988426"/>
                  </a:lnTo>
                  <a:lnTo>
                    <a:pt x="4577040" y="2988426"/>
                  </a:lnTo>
                  <a:lnTo>
                    <a:pt x="4543873" y="2988426"/>
                  </a:lnTo>
                  <a:lnTo>
                    <a:pt x="4510706" y="2986250"/>
                  </a:lnTo>
                  <a:lnTo>
                    <a:pt x="4477539" y="2977537"/>
                  </a:lnTo>
                  <a:lnTo>
                    <a:pt x="4444372" y="2968525"/>
                  </a:lnTo>
                  <a:lnTo>
                    <a:pt x="4411205" y="2959182"/>
                  </a:lnTo>
                  <a:lnTo>
                    <a:pt x="4378038" y="2949467"/>
                  </a:lnTo>
                  <a:lnTo>
                    <a:pt x="4344871" y="2939341"/>
                  </a:lnTo>
                  <a:lnTo>
                    <a:pt x="4311704" y="2928761"/>
                  </a:lnTo>
                  <a:lnTo>
                    <a:pt x="4278537" y="2917681"/>
                  </a:lnTo>
                  <a:lnTo>
                    <a:pt x="4245370" y="2906054"/>
                  </a:lnTo>
                  <a:lnTo>
                    <a:pt x="4212203" y="2893832"/>
                  </a:lnTo>
                  <a:lnTo>
                    <a:pt x="4179036" y="2881223"/>
                  </a:lnTo>
                  <a:lnTo>
                    <a:pt x="4145869" y="2868458"/>
                  </a:lnTo>
                  <a:lnTo>
                    <a:pt x="4112703" y="2855521"/>
                  </a:lnTo>
                  <a:lnTo>
                    <a:pt x="4079536" y="2842403"/>
                  </a:lnTo>
                  <a:lnTo>
                    <a:pt x="4046369" y="2829089"/>
                  </a:lnTo>
                  <a:lnTo>
                    <a:pt x="4013202" y="2815558"/>
                  </a:lnTo>
                  <a:lnTo>
                    <a:pt x="3980035" y="2801777"/>
                  </a:lnTo>
                  <a:lnTo>
                    <a:pt x="3946868" y="2787696"/>
                  </a:lnTo>
                  <a:lnTo>
                    <a:pt x="3913701" y="2773249"/>
                  </a:lnTo>
                  <a:lnTo>
                    <a:pt x="3880534" y="2758350"/>
                  </a:lnTo>
                  <a:lnTo>
                    <a:pt x="3847367" y="2742895"/>
                  </a:lnTo>
                  <a:lnTo>
                    <a:pt x="3814200" y="2726766"/>
                  </a:lnTo>
                  <a:lnTo>
                    <a:pt x="3781033" y="2709831"/>
                  </a:lnTo>
                  <a:lnTo>
                    <a:pt x="3747866" y="2691949"/>
                  </a:lnTo>
                  <a:lnTo>
                    <a:pt x="3714699" y="2673048"/>
                  </a:lnTo>
                  <a:lnTo>
                    <a:pt x="3681532" y="2653416"/>
                  </a:lnTo>
                  <a:lnTo>
                    <a:pt x="3648365" y="2633189"/>
                  </a:lnTo>
                  <a:lnTo>
                    <a:pt x="3615198" y="2612467"/>
                  </a:lnTo>
                  <a:lnTo>
                    <a:pt x="3582031" y="2591334"/>
                  </a:lnTo>
                  <a:lnTo>
                    <a:pt x="3548864" y="2569845"/>
                  </a:lnTo>
                  <a:lnTo>
                    <a:pt x="3515697" y="2548017"/>
                  </a:lnTo>
                  <a:lnTo>
                    <a:pt x="3482530" y="2525822"/>
                  </a:lnTo>
                  <a:lnTo>
                    <a:pt x="3449363" y="2503186"/>
                  </a:lnTo>
                  <a:lnTo>
                    <a:pt x="3416196" y="2480002"/>
                  </a:lnTo>
                  <a:lnTo>
                    <a:pt x="3383029" y="2456134"/>
                  </a:lnTo>
                  <a:lnTo>
                    <a:pt x="3349862" y="2431435"/>
                  </a:lnTo>
                  <a:lnTo>
                    <a:pt x="3316695" y="2405410"/>
                  </a:lnTo>
                  <a:lnTo>
                    <a:pt x="3283529" y="2377946"/>
                  </a:lnTo>
                  <a:lnTo>
                    <a:pt x="3250362" y="2349308"/>
                  </a:lnTo>
                  <a:lnTo>
                    <a:pt x="3217195" y="2319754"/>
                  </a:lnTo>
                  <a:lnTo>
                    <a:pt x="3184028" y="2289526"/>
                  </a:lnTo>
                  <a:lnTo>
                    <a:pt x="3150861" y="2258837"/>
                  </a:lnTo>
                  <a:lnTo>
                    <a:pt x="3117694" y="2227872"/>
                  </a:lnTo>
                  <a:lnTo>
                    <a:pt x="3084527" y="2196779"/>
                  </a:lnTo>
                  <a:lnTo>
                    <a:pt x="3051360" y="2165675"/>
                  </a:lnTo>
                  <a:lnTo>
                    <a:pt x="3018193" y="2134648"/>
                  </a:lnTo>
                  <a:lnTo>
                    <a:pt x="2985026" y="2103767"/>
                  </a:lnTo>
                  <a:lnTo>
                    <a:pt x="2951859" y="2073092"/>
                  </a:lnTo>
                  <a:lnTo>
                    <a:pt x="2918692" y="2042374"/>
                  </a:lnTo>
                  <a:lnTo>
                    <a:pt x="2885525" y="2010180"/>
                  </a:lnTo>
                  <a:lnTo>
                    <a:pt x="2852358" y="1976605"/>
                  </a:lnTo>
                  <a:lnTo>
                    <a:pt x="2819191" y="1941979"/>
                  </a:lnTo>
                  <a:lnTo>
                    <a:pt x="2786024" y="1906620"/>
                  </a:lnTo>
                  <a:lnTo>
                    <a:pt x="2752857" y="1870826"/>
                  </a:lnTo>
                  <a:lnTo>
                    <a:pt x="2719690" y="1834876"/>
                  </a:lnTo>
                  <a:lnTo>
                    <a:pt x="2686523" y="1799027"/>
                  </a:lnTo>
                  <a:lnTo>
                    <a:pt x="2653356" y="1763511"/>
                  </a:lnTo>
                  <a:lnTo>
                    <a:pt x="2620189" y="1728543"/>
                  </a:lnTo>
                  <a:lnTo>
                    <a:pt x="2587022" y="1694321"/>
                  </a:lnTo>
                  <a:lnTo>
                    <a:pt x="2553855" y="1661036"/>
                  </a:lnTo>
                  <a:lnTo>
                    <a:pt x="2520688" y="1628877"/>
                  </a:lnTo>
                  <a:lnTo>
                    <a:pt x="2487521" y="1597314"/>
                  </a:lnTo>
                  <a:lnTo>
                    <a:pt x="2454355" y="1565504"/>
                  </a:lnTo>
                  <a:lnTo>
                    <a:pt x="2421188" y="1533493"/>
                  </a:lnTo>
                  <a:lnTo>
                    <a:pt x="2388021" y="1501329"/>
                  </a:lnTo>
                  <a:lnTo>
                    <a:pt x="2354854" y="1469060"/>
                  </a:lnTo>
                  <a:lnTo>
                    <a:pt x="2321687" y="1436730"/>
                  </a:lnTo>
                  <a:lnTo>
                    <a:pt x="2288520" y="1404385"/>
                  </a:lnTo>
                  <a:lnTo>
                    <a:pt x="2255353" y="1372067"/>
                  </a:lnTo>
                  <a:lnTo>
                    <a:pt x="2222186" y="1339819"/>
                  </a:lnTo>
                  <a:lnTo>
                    <a:pt x="2189019" y="1307682"/>
                  </a:lnTo>
                  <a:lnTo>
                    <a:pt x="2155852" y="1275694"/>
                  </a:lnTo>
                  <a:lnTo>
                    <a:pt x="2122685" y="1243896"/>
                  </a:lnTo>
                  <a:lnTo>
                    <a:pt x="2089518" y="1212325"/>
                  </a:lnTo>
                  <a:lnTo>
                    <a:pt x="2056351" y="1181019"/>
                  </a:lnTo>
                  <a:lnTo>
                    <a:pt x="2023184" y="1150017"/>
                  </a:lnTo>
                  <a:lnTo>
                    <a:pt x="1990017" y="1119358"/>
                  </a:lnTo>
                  <a:lnTo>
                    <a:pt x="1956850" y="1089082"/>
                  </a:lnTo>
                  <a:lnTo>
                    <a:pt x="1923683" y="1059229"/>
                  </a:lnTo>
                  <a:lnTo>
                    <a:pt x="1890516" y="1029823"/>
                  </a:lnTo>
                  <a:lnTo>
                    <a:pt x="1857349" y="1000742"/>
                  </a:lnTo>
                  <a:lnTo>
                    <a:pt x="1824182" y="971966"/>
                  </a:lnTo>
                  <a:lnTo>
                    <a:pt x="1791015" y="943503"/>
                  </a:lnTo>
                  <a:lnTo>
                    <a:pt x="1757848" y="915364"/>
                  </a:lnTo>
                  <a:lnTo>
                    <a:pt x="1724681" y="887560"/>
                  </a:lnTo>
                  <a:lnTo>
                    <a:pt x="1691514" y="860100"/>
                  </a:lnTo>
                  <a:lnTo>
                    <a:pt x="1658347" y="832996"/>
                  </a:lnTo>
                  <a:lnTo>
                    <a:pt x="1625181" y="806259"/>
                  </a:lnTo>
                  <a:lnTo>
                    <a:pt x="1592014" y="779897"/>
                  </a:lnTo>
                  <a:lnTo>
                    <a:pt x="1558847" y="753920"/>
                  </a:lnTo>
                  <a:lnTo>
                    <a:pt x="1525680" y="728337"/>
                  </a:lnTo>
                  <a:lnTo>
                    <a:pt x="1492513" y="703157"/>
                  </a:lnTo>
                  <a:lnTo>
                    <a:pt x="1459346" y="678386"/>
                  </a:lnTo>
                  <a:lnTo>
                    <a:pt x="1426179" y="654032"/>
                  </a:lnTo>
                  <a:lnTo>
                    <a:pt x="1393012" y="630099"/>
                  </a:lnTo>
                  <a:lnTo>
                    <a:pt x="1359845" y="606593"/>
                  </a:lnTo>
                  <a:lnTo>
                    <a:pt x="1326678" y="583518"/>
                  </a:lnTo>
                  <a:lnTo>
                    <a:pt x="1293511" y="560876"/>
                  </a:lnTo>
                  <a:lnTo>
                    <a:pt x="1260344" y="538669"/>
                  </a:lnTo>
                  <a:lnTo>
                    <a:pt x="1227177" y="516900"/>
                  </a:lnTo>
                  <a:lnTo>
                    <a:pt x="1194010" y="495568"/>
                  </a:lnTo>
                  <a:lnTo>
                    <a:pt x="1160843" y="474674"/>
                  </a:lnTo>
                  <a:lnTo>
                    <a:pt x="1127676" y="454218"/>
                  </a:lnTo>
                  <a:lnTo>
                    <a:pt x="1094509" y="434197"/>
                  </a:lnTo>
                  <a:lnTo>
                    <a:pt x="1061342" y="414611"/>
                  </a:lnTo>
                  <a:lnTo>
                    <a:pt x="1028175" y="395458"/>
                  </a:lnTo>
                  <a:lnTo>
                    <a:pt x="995008" y="376735"/>
                  </a:lnTo>
                  <a:lnTo>
                    <a:pt x="961841" y="358440"/>
                  </a:lnTo>
                  <a:lnTo>
                    <a:pt x="928674" y="340570"/>
                  </a:lnTo>
                  <a:lnTo>
                    <a:pt x="895507" y="323122"/>
                  </a:lnTo>
                  <a:lnTo>
                    <a:pt x="862340" y="306094"/>
                  </a:lnTo>
                  <a:lnTo>
                    <a:pt x="829173" y="289481"/>
                  </a:lnTo>
                  <a:lnTo>
                    <a:pt x="796007" y="273281"/>
                  </a:lnTo>
                  <a:lnTo>
                    <a:pt x="762840" y="257490"/>
                  </a:lnTo>
                  <a:lnTo>
                    <a:pt x="729673" y="242105"/>
                  </a:lnTo>
                  <a:lnTo>
                    <a:pt x="696506" y="227123"/>
                  </a:lnTo>
                  <a:lnTo>
                    <a:pt x="663339" y="212540"/>
                  </a:lnTo>
                  <a:lnTo>
                    <a:pt x="630172" y="198353"/>
                  </a:lnTo>
                  <a:lnTo>
                    <a:pt x="597005" y="184559"/>
                  </a:lnTo>
                  <a:lnTo>
                    <a:pt x="563838" y="171155"/>
                  </a:lnTo>
                  <a:lnTo>
                    <a:pt x="530671" y="158137"/>
                  </a:lnTo>
                  <a:lnTo>
                    <a:pt x="497504" y="145502"/>
                  </a:lnTo>
                  <a:lnTo>
                    <a:pt x="464337" y="133247"/>
                  </a:lnTo>
                  <a:lnTo>
                    <a:pt x="431170" y="121369"/>
                  </a:lnTo>
                  <a:lnTo>
                    <a:pt x="398003" y="109866"/>
                  </a:lnTo>
                  <a:lnTo>
                    <a:pt x="364836" y="98733"/>
                  </a:lnTo>
                  <a:lnTo>
                    <a:pt x="331669" y="87969"/>
                  </a:lnTo>
                  <a:lnTo>
                    <a:pt x="298502" y="77571"/>
                  </a:lnTo>
                  <a:lnTo>
                    <a:pt x="265335" y="67535"/>
                  </a:lnTo>
                  <a:lnTo>
                    <a:pt x="232168" y="57860"/>
                  </a:lnTo>
                  <a:lnTo>
                    <a:pt x="199001" y="48542"/>
                  </a:lnTo>
                  <a:lnTo>
                    <a:pt x="165834" y="39579"/>
                  </a:lnTo>
                  <a:lnTo>
                    <a:pt x="132667" y="30968"/>
                  </a:lnTo>
                  <a:lnTo>
                    <a:pt x="99500" y="22707"/>
                  </a:lnTo>
                  <a:lnTo>
                    <a:pt x="66333" y="14794"/>
                  </a:lnTo>
                  <a:lnTo>
                    <a:pt x="33166" y="722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1271887" y="1719860"/>
              <a:ext cx="6600224" cy="3499442"/>
            </a:xfrm>
            <a:custGeom>
              <a:avLst/>
              <a:pathLst>
                <a:path w="6600224" h="3499442">
                  <a:moveTo>
                    <a:pt x="0" y="0"/>
                  </a:moveTo>
                  <a:lnTo>
                    <a:pt x="33166" y="0"/>
                  </a:lnTo>
                  <a:lnTo>
                    <a:pt x="66333" y="0"/>
                  </a:lnTo>
                  <a:lnTo>
                    <a:pt x="99500" y="13125"/>
                  </a:lnTo>
                  <a:lnTo>
                    <a:pt x="132667" y="35213"/>
                  </a:lnTo>
                  <a:lnTo>
                    <a:pt x="165834" y="57427"/>
                  </a:lnTo>
                  <a:lnTo>
                    <a:pt x="199001" y="79771"/>
                  </a:lnTo>
                  <a:lnTo>
                    <a:pt x="232168" y="102243"/>
                  </a:lnTo>
                  <a:lnTo>
                    <a:pt x="265335" y="124846"/>
                  </a:lnTo>
                  <a:lnTo>
                    <a:pt x="298502" y="147580"/>
                  </a:lnTo>
                  <a:lnTo>
                    <a:pt x="331669" y="170447"/>
                  </a:lnTo>
                  <a:lnTo>
                    <a:pt x="364836" y="193448"/>
                  </a:lnTo>
                  <a:lnTo>
                    <a:pt x="398003" y="216583"/>
                  </a:lnTo>
                  <a:lnTo>
                    <a:pt x="431170" y="239854"/>
                  </a:lnTo>
                  <a:lnTo>
                    <a:pt x="464337" y="263262"/>
                  </a:lnTo>
                  <a:lnTo>
                    <a:pt x="497504" y="286808"/>
                  </a:lnTo>
                  <a:lnTo>
                    <a:pt x="530671" y="310493"/>
                  </a:lnTo>
                  <a:lnTo>
                    <a:pt x="563838" y="334318"/>
                  </a:lnTo>
                  <a:lnTo>
                    <a:pt x="597005" y="358284"/>
                  </a:lnTo>
                  <a:lnTo>
                    <a:pt x="630172" y="382392"/>
                  </a:lnTo>
                  <a:lnTo>
                    <a:pt x="663339" y="406643"/>
                  </a:lnTo>
                  <a:lnTo>
                    <a:pt x="696506" y="431038"/>
                  </a:lnTo>
                  <a:lnTo>
                    <a:pt x="729673" y="455579"/>
                  </a:lnTo>
                  <a:lnTo>
                    <a:pt x="762840" y="480266"/>
                  </a:lnTo>
                  <a:lnTo>
                    <a:pt x="796007" y="505101"/>
                  </a:lnTo>
                  <a:lnTo>
                    <a:pt x="829173" y="530084"/>
                  </a:lnTo>
                  <a:lnTo>
                    <a:pt x="862340" y="555217"/>
                  </a:lnTo>
                  <a:lnTo>
                    <a:pt x="895507" y="580500"/>
                  </a:lnTo>
                  <a:lnTo>
                    <a:pt x="928674" y="605935"/>
                  </a:lnTo>
                  <a:lnTo>
                    <a:pt x="961841" y="631523"/>
                  </a:lnTo>
                  <a:lnTo>
                    <a:pt x="995008" y="657265"/>
                  </a:lnTo>
                  <a:lnTo>
                    <a:pt x="1028175" y="683161"/>
                  </a:lnTo>
                  <a:lnTo>
                    <a:pt x="1061342" y="709214"/>
                  </a:lnTo>
                  <a:lnTo>
                    <a:pt x="1094509" y="735423"/>
                  </a:lnTo>
                  <a:lnTo>
                    <a:pt x="1127676" y="761791"/>
                  </a:lnTo>
                  <a:lnTo>
                    <a:pt x="1160843" y="788317"/>
                  </a:lnTo>
                  <a:lnTo>
                    <a:pt x="1194010" y="815004"/>
                  </a:lnTo>
                  <a:lnTo>
                    <a:pt x="1227177" y="841852"/>
                  </a:lnTo>
                  <a:lnTo>
                    <a:pt x="1260344" y="868862"/>
                  </a:lnTo>
                  <a:lnTo>
                    <a:pt x="1293511" y="896036"/>
                  </a:lnTo>
                  <a:lnTo>
                    <a:pt x="1326678" y="923374"/>
                  </a:lnTo>
                  <a:lnTo>
                    <a:pt x="1359845" y="950878"/>
                  </a:lnTo>
                  <a:lnTo>
                    <a:pt x="1393012" y="978548"/>
                  </a:lnTo>
                  <a:lnTo>
                    <a:pt x="1426179" y="1006386"/>
                  </a:lnTo>
                  <a:lnTo>
                    <a:pt x="1459346" y="1034393"/>
                  </a:lnTo>
                  <a:lnTo>
                    <a:pt x="1492513" y="1062569"/>
                  </a:lnTo>
                  <a:lnTo>
                    <a:pt x="1525680" y="1090916"/>
                  </a:lnTo>
                  <a:lnTo>
                    <a:pt x="1558847" y="1119435"/>
                  </a:lnTo>
                  <a:lnTo>
                    <a:pt x="1592014" y="1148127"/>
                  </a:lnTo>
                  <a:lnTo>
                    <a:pt x="1625181" y="1176993"/>
                  </a:lnTo>
                  <a:lnTo>
                    <a:pt x="1658347" y="1206033"/>
                  </a:lnTo>
                  <a:lnTo>
                    <a:pt x="1691514" y="1235250"/>
                  </a:lnTo>
                  <a:lnTo>
                    <a:pt x="1724681" y="1264645"/>
                  </a:lnTo>
                  <a:lnTo>
                    <a:pt x="1757848" y="1294217"/>
                  </a:lnTo>
                  <a:lnTo>
                    <a:pt x="1791015" y="1323969"/>
                  </a:lnTo>
                  <a:lnTo>
                    <a:pt x="1824182" y="1353901"/>
                  </a:lnTo>
                  <a:lnTo>
                    <a:pt x="1857349" y="1384014"/>
                  </a:lnTo>
                  <a:lnTo>
                    <a:pt x="1890516" y="1414310"/>
                  </a:lnTo>
                  <a:lnTo>
                    <a:pt x="1923683" y="1444827"/>
                  </a:lnTo>
                  <a:lnTo>
                    <a:pt x="1956850" y="1475725"/>
                  </a:lnTo>
                  <a:lnTo>
                    <a:pt x="1990017" y="1506989"/>
                  </a:lnTo>
                  <a:lnTo>
                    <a:pt x="2023184" y="1538578"/>
                  </a:lnTo>
                  <a:lnTo>
                    <a:pt x="2056351" y="1570455"/>
                  </a:lnTo>
                  <a:lnTo>
                    <a:pt x="2089518" y="1602580"/>
                  </a:lnTo>
                  <a:lnTo>
                    <a:pt x="2122685" y="1634913"/>
                  </a:lnTo>
                  <a:lnTo>
                    <a:pt x="2155852" y="1667415"/>
                  </a:lnTo>
                  <a:lnTo>
                    <a:pt x="2189019" y="1700047"/>
                  </a:lnTo>
                  <a:lnTo>
                    <a:pt x="2222186" y="1732769"/>
                  </a:lnTo>
                  <a:lnTo>
                    <a:pt x="2255353" y="1765542"/>
                  </a:lnTo>
                  <a:lnTo>
                    <a:pt x="2288520" y="1798327"/>
                  </a:lnTo>
                  <a:lnTo>
                    <a:pt x="2321687" y="1831084"/>
                  </a:lnTo>
                  <a:lnTo>
                    <a:pt x="2354854" y="1863774"/>
                  </a:lnTo>
                  <a:lnTo>
                    <a:pt x="2388021" y="1896358"/>
                  </a:lnTo>
                  <a:lnTo>
                    <a:pt x="2421188" y="1928797"/>
                  </a:lnTo>
                  <a:lnTo>
                    <a:pt x="2454355" y="1961051"/>
                  </a:lnTo>
                  <a:lnTo>
                    <a:pt x="2487521" y="1993080"/>
                  </a:lnTo>
                  <a:lnTo>
                    <a:pt x="2520688" y="2024850"/>
                  </a:lnTo>
                  <a:lnTo>
                    <a:pt x="2553855" y="2057310"/>
                  </a:lnTo>
                  <a:lnTo>
                    <a:pt x="2587022" y="2091023"/>
                  </a:lnTo>
                  <a:lnTo>
                    <a:pt x="2620189" y="2125730"/>
                  </a:lnTo>
                  <a:lnTo>
                    <a:pt x="2653356" y="2161175"/>
                  </a:lnTo>
                  <a:lnTo>
                    <a:pt x="2686523" y="2197101"/>
                  </a:lnTo>
                  <a:lnTo>
                    <a:pt x="2719690" y="2233250"/>
                  </a:lnTo>
                  <a:lnTo>
                    <a:pt x="2752857" y="2269365"/>
                  </a:lnTo>
                  <a:lnTo>
                    <a:pt x="2786024" y="2305188"/>
                  </a:lnTo>
                  <a:lnTo>
                    <a:pt x="2819191" y="2340464"/>
                  </a:lnTo>
                  <a:lnTo>
                    <a:pt x="2852358" y="2374933"/>
                  </a:lnTo>
                  <a:lnTo>
                    <a:pt x="2885525" y="2408339"/>
                  </a:lnTo>
                  <a:lnTo>
                    <a:pt x="2918692" y="2440424"/>
                  </a:lnTo>
                  <a:lnTo>
                    <a:pt x="2951859" y="2471178"/>
                  </a:lnTo>
                  <a:lnTo>
                    <a:pt x="2985026" y="2502109"/>
                  </a:lnTo>
                  <a:lnTo>
                    <a:pt x="3018193" y="2533383"/>
                  </a:lnTo>
                  <a:lnTo>
                    <a:pt x="3051360" y="2564842"/>
                  </a:lnTo>
                  <a:lnTo>
                    <a:pt x="3084527" y="2596323"/>
                  </a:lnTo>
                  <a:lnTo>
                    <a:pt x="3117694" y="2627666"/>
                  </a:lnTo>
                  <a:lnTo>
                    <a:pt x="3150861" y="2658709"/>
                  </a:lnTo>
                  <a:lnTo>
                    <a:pt x="3184028" y="2689291"/>
                  </a:lnTo>
                  <a:lnTo>
                    <a:pt x="3217195" y="2719251"/>
                  </a:lnTo>
                  <a:lnTo>
                    <a:pt x="3250362" y="2748429"/>
                  </a:lnTo>
                  <a:lnTo>
                    <a:pt x="3283529" y="2776662"/>
                  </a:lnTo>
                  <a:lnTo>
                    <a:pt x="3316695" y="2803791"/>
                  </a:lnTo>
                  <a:lnTo>
                    <a:pt x="3349862" y="2829653"/>
                  </a:lnTo>
                  <a:lnTo>
                    <a:pt x="3383029" y="2854415"/>
                  </a:lnTo>
                  <a:lnTo>
                    <a:pt x="3416196" y="2878477"/>
                  </a:lnTo>
                  <a:lnTo>
                    <a:pt x="3449363" y="2901871"/>
                  </a:lnTo>
                  <a:lnTo>
                    <a:pt x="3482530" y="2924629"/>
                  </a:lnTo>
                  <a:lnTo>
                    <a:pt x="3515697" y="2946782"/>
                  </a:lnTo>
                  <a:lnTo>
                    <a:pt x="3548864" y="2968362"/>
                  </a:lnTo>
                  <a:lnTo>
                    <a:pt x="3582031" y="2989401"/>
                  </a:lnTo>
                  <a:lnTo>
                    <a:pt x="3615198" y="3009930"/>
                  </a:lnTo>
                  <a:lnTo>
                    <a:pt x="3648365" y="3029979"/>
                  </a:lnTo>
                  <a:lnTo>
                    <a:pt x="3681532" y="3049581"/>
                  </a:lnTo>
                  <a:lnTo>
                    <a:pt x="3714699" y="3068767"/>
                  </a:lnTo>
                  <a:lnTo>
                    <a:pt x="3747866" y="3087509"/>
                  </a:lnTo>
                  <a:lnTo>
                    <a:pt x="3781033" y="3105387"/>
                  </a:lnTo>
                  <a:lnTo>
                    <a:pt x="3814200" y="3122375"/>
                  </a:lnTo>
                  <a:lnTo>
                    <a:pt x="3847367" y="3138549"/>
                  </a:lnTo>
                  <a:lnTo>
                    <a:pt x="3880534" y="3153985"/>
                  </a:lnTo>
                  <a:lnTo>
                    <a:pt x="3913701" y="3168761"/>
                  </a:lnTo>
                  <a:lnTo>
                    <a:pt x="3946868" y="3182952"/>
                  </a:lnTo>
                  <a:lnTo>
                    <a:pt x="3980035" y="3196634"/>
                  </a:lnTo>
                  <a:lnTo>
                    <a:pt x="4013202" y="3209885"/>
                  </a:lnTo>
                  <a:lnTo>
                    <a:pt x="4046369" y="3222780"/>
                  </a:lnTo>
                  <a:lnTo>
                    <a:pt x="4079536" y="3235396"/>
                  </a:lnTo>
                  <a:lnTo>
                    <a:pt x="4112703" y="3247810"/>
                  </a:lnTo>
                  <a:lnTo>
                    <a:pt x="4145869" y="3260097"/>
                  </a:lnTo>
                  <a:lnTo>
                    <a:pt x="4179036" y="3272335"/>
                  </a:lnTo>
                  <a:lnTo>
                    <a:pt x="4212203" y="3284599"/>
                  </a:lnTo>
                  <a:lnTo>
                    <a:pt x="4245370" y="3296603"/>
                  </a:lnTo>
                  <a:lnTo>
                    <a:pt x="4278537" y="3308027"/>
                  </a:lnTo>
                  <a:lnTo>
                    <a:pt x="4311704" y="3318901"/>
                  </a:lnTo>
                  <a:lnTo>
                    <a:pt x="4344871" y="3329254"/>
                  </a:lnTo>
                  <a:lnTo>
                    <a:pt x="4378038" y="3339118"/>
                  </a:lnTo>
                  <a:lnTo>
                    <a:pt x="4411205" y="3348522"/>
                  </a:lnTo>
                  <a:lnTo>
                    <a:pt x="4444372" y="3357496"/>
                  </a:lnTo>
                  <a:lnTo>
                    <a:pt x="4477539" y="3366071"/>
                  </a:lnTo>
                  <a:lnTo>
                    <a:pt x="4510706" y="3374277"/>
                  </a:lnTo>
                  <a:lnTo>
                    <a:pt x="4543873" y="3382144"/>
                  </a:lnTo>
                  <a:lnTo>
                    <a:pt x="4577040" y="3389702"/>
                  </a:lnTo>
                  <a:lnTo>
                    <a:pt x="4610207" y="3396982"/>
                  </a:lnTo>
                  <a:lnTo>
                    <a:pt x="4643374" y="3404012"/>
                  </a:lnTo>
                  <a:lnTo>
                    <a:pt x="4676541" y="3410825"/>
                  </a:lnTo>
                  <a:lnTo>
                    <a:pt x="4709708" y="3417449"/>
                  </a:lnTo>
                  <a:lnTo>
                    <a:pt x="4742875" y="3423915"/>
                  </a:lnTo>
                  <a:lnTo>
                    <a:pt x="4776042" y="3430254"/>
                  </a:lnTo>
                  <a:lnTo>
                    <a:pt x="4809209" y="3436495"/>
                  </a:lnTo>
                  <a:lnTo>
                    <a:pt x="4842376" y="3442668"/>
                  </a:lnTo>
                  <a:lnTo>
                    <a:pt x="4875543" y="3448804"/>
                  </a:lnTo>
                  <a:lnTo>
                    <a:pt x="4908710" y="3454932"/>
                  </a:lnTo>
                  <a:lnTo>
                    <a:pt x="4941876" y="3460951"/>
                  </a:lnTo>
                  <a:lnTo>
                    <a:pt x="4975043" y="3466769"/>
                  </a:lnTo>
                  <a:lnTo>
                    <a:pt x="5008210" y="3472388"/>
                  </a:lnTo>
                  <a:lnTo>
                    <a:pt x="5041377" y="3477805"/>
                  </a:lnTo>
                  <a:lnTo>
                    <a:pt x="5074544" y="3483022"/>
                  </a:lnTo>
                  <a:lnTo>
                    <a:pt x="5107711" y="3488037"/>
                  </a:lnTo>
                  <a:lnTo>
                    <a:pt x="5140878" y="3492849"/>
                  </a:lnTo>
                  <a:lnTo>
                    <a:pt x="5174045" y="3497459"/>
                  </a:lnTo>
                  <a:lnTo>
                    <a:pt x="5207212" y="3499442"/>
                  </a:lnTo>
                  <a:lnTo>
                    <a:pt x="5240379" y="3499442"/>
                  </a:lnTo>
                  <a:lnTo>
                    <a:pt x="5273546" y="3499442"/>
                  </a:lnTo>
                  <a:lnTo>
                    <a:pt x="5306713" y="3499442"/>
                  </a:lnTo>
                  <a:lnTo>
                    <a:pt x="5339880" y="3499442"/>
                  </a:lnTo>
                  <a:lnTo>
                    <a:pt x="5373047" y="3499442"/>
                  </a:lnTo>
                  <a:lnTo>
                    <a:pt x="5406214" y="3499442"/>
                  </a:lnTo>
                  <a:lnTo>
                    <a:pt x="5439381" y="3499442"/>
                  </a:lnTo>
                  <a:lnTo>
                    <a:pt x="5472548" y="3499442"/>
                  </a:lnTo>
                  <a:lnTo>
                    <a:pt x="5505715" y="3499442"/>
                  </a:lnTo>
                  <a:lnTo>
                    <a:pt x="5538882" y="3499442"/>
                  </a:lnTo>
                  <a:lnTo>
                    <a:pt x="5572049" y="3499442"/>
                  </a:lnTo>
                  <a:lnTo>
                    <a:pt x="5605216" y="3499442"/>
                  </a:lnTo>
                  <a:lnTo>
                    <a:pt x="5638383" y="3499442"/>
                  </a:lnTo>
                  <a:lnTo>
                    <a:pt x="5671550" y="3499442"/>
                  </a:lnTo>
                  <a:lnTo>
                    <a:pt x="5704717" y="3499442"/>
                  </a:lnTo>
                  <a:lnTo>
                    <a:pt x="5737884" y="3499442"/>
                  </a:lnTo>
                  <a:lnTo>
                    <a:pt x="5771050" y="3499442"/>
                  </a:lnTo>
                  <a:lnTo>
                    <a:pt x="5804217" y="3499442"/>
                  </a:lnTo>
                  <a:lnTo>
                    <a:pt x="5837384" y="3499442"/>
                  </a:lnTo>
                  <a:lnTo>
                    <a:pt x="5870551" y="3499442"/>
                  </a:lnTo>
                  <a:lnTo>
                    <a:pt x="5903718" y="3499442"/>
                  </a:lnTo>
                  <a:lnTo>
                    <a:pt x="5936885" y="3499442"/>
                  </a:lnTo>
                  <a:lnTo>
                    <a:pt x="5970052" y="3499442"/>
                  </a:lnTo>
                  <a:lnTo>
                    <a:pt x="6003219" y="3499442"/>
                  </a:lnTo>
                  <a:lnTo>
                    <a:pt x="6036386" y="3499442"/>
                  </a:lnTo>
                  <a:lnTo>
                    <a:pt x="6069553" y="3499442"/>
                  </a:lnTo>
                  <a:lnTo>
                    <a:pt x="6102720" y="3499442"/>
                  </a:lnTo>
                  <a:lnTo>
                    <a:pt x="6135887" y="3499442"/>
                  </a:lnTo>
                  <a:lnTo>
                    <a:pt x="6169054" y="3499442"/>
                  </a:lnTo>
                  <a:lnTo>
                    <a:pt x="6202221" y="3499442"/>
                  </a:lnTo>
                  <a:lnTo>
                    <a:pt x="6235388" y="3499442"/>
                  </a:lnTo>
                  <a:lnTo>
                    <a:pt x="6268555" y="3499442"/>
                  </a:lnTo>
                  <a:lnTo>
                    <a:pt x="6301722" y="3499442"/>
                  </a:lnTo>
                  <a:lnTo>
                    <a:pt x="6334889" y="3499442"/>
                  </a:lnTo>
                  <a:lnTo>
                    <a:pt x="6368056" y="3499442"/>
                  </a:lnTo>
                  <a:lnTo>
                    <a:pt x="6401223" y="3499442"/>
                  </a:lnTo>
                  <a:lnTo>
                    <a:pt x="6434390" y="3499442"/>
                  </a:lnTo>
                  <a:lnTo>
                    <a:pt x="6467557" y="3499442"/>
                  </a:lnTo>
                  <a:lnTo>
                    <a:pt x="6500724" y="3499442"/>
                  </a:lnTo>
                  <a:lnTo>
                    <a:pt x="6533891" y="3499442"/>
                  </a:lnTo>
                  <a:lnTo>
                    <a:pt x="6567058" y="3499442"/>
                  </a:lnTo>
                  <a:lnTo>
                    <a:pt x="6600224" y="3496656"/>
                  </a:lnTo>
                </a:path>
              </a:pathLst>
            </a:custGeom>
            <a:ln w="46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tx46"/>
            <p:cNvSpPr/>
            <p:nvPr/>
          </p:nvSpPr>
          <p:spPr>
            <a:xfrm>
              <a:off x="817066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430439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4887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4887" y="25546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2708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264753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264753" y="459601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264753" y="401277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264753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264753" y="284629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8264753" y="226305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125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264753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114144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18748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260816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334152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07488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857937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56020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29356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02692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776028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1950323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455459" y="3419472"/>
              <a:ext cx="20647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  (carboplatin ±20%)</a:t>
              </a:r>
            </a:p>
          </p:txBody>
        </p:sp>
        <p:sp>
          <p:nvSpPr>
            <p:cNvPr id="70" name="tx70"/>
            <p:cNvSpPr/>
            <p:nvPr/>
          </p:nvSpPr>
          <p:spPr>
            <a:xfrm rot="5400000">
              <a:off x="7864385" y="3419472"/>
              <a:ext cx="140543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Number of participants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941876" y="1367948"/>
              <a:ext cx="394097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Black line = % overdosed (left axis) · bars = distribution (right axis) · N = 1,200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219303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34444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46958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94721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1719860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7188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0524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73860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47196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67203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40539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3875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87211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941876" y="5149314"/>
              <a:ext cx="330011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71887" y="5149314"/>
              <a:ext cx="366679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38566" y="4846029"/>
              <a:ext cx="366679" cy="37327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005245" y="4589403"/>
              <a:ext cx="366679" cy="62989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371925" y="4519414"/>
              <a:ext cx="366679" cy="6998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738604" y="4006163"/>
              <a:ext cx="366679" cy="121314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3105283" y="3189626"/>
              <a:ext cx="366679" cy="20296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471962" y="2979660"/>
              <a:ext cx="366679" cy="223964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838641" y="2093134"/>
              <a:ext cx="366679" cy="312616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4205320" y="2023145"/>
              <a:ext cx="366679" cy="319615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572000" y="1929827"/>
              <a:ext cx="366679" cy="32894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938679" y="2373089"/>
              <a:ext cx="366679" cy="284621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305358" y="2863011"/>
              <a:ext cx="366679" cy="2356291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672037" y="3562900"/>
              <a:ext cx="366679" cy="165640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038716" y="3772867"/>
              <a:ext cx="366679" cy="14464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405395" y="4262789"/>
              <a:ext cx="366679" cy="95651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772074" y="4449426"/>
              <a:ext cx="366679" cy="76987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38754" y="4799370"/>
              <a:ext cx="366679" cy="41993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505433" y="5032666"/>
              <a:ext cx="366679" cy="1866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872112" y="5009336"/>
              <a:ext cx="330011" cy="20996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1271887" y="4716209"/>
              <a:ext cx="6600224" cy="503093"/>
            </a:xfrm>
            <a:custGeom>
              <a:avLst/>
              <a:pathLst>
                <a:path w="6600224" h="503093">
                  <a:moveTo>
                    <a:pt x="0" y="11692"/>
                  </a:moveTo>
                  <a:lnTo>
                    <a:pt x="33166" y="21198"/>
                  </a:lnTo>
                  <a:lnTo>
                    <a:pt x="66333" y="30535"/>
                  </a:lnTo>
                  <a:lnTo>
                    <a:pt x="99500" y="39704"/>
                  </a:lnTo>
                  <a:lnTo>
                    <a:pt x="132667" y="48702"/>
                  </a:lnTo>
                  <a:lnTo>
                    <a:pt x="165834" y="57531"/>
                  </a:lnTo>
                  <a:lnTo>
                    <a:pt x="199001" y="66188"/>
                  </a:lnTo>
                  <a:lnTo>
                    <a:pt x="232168" y="74673"/>
                  </a:lnTo>
                  <a:lnTo>
                    <a:pt x="265335" y="82986"/>
                  </a:lnTo>
                  <a:lnTo>
                    <a:pt x="298502" y="91126"/>
                  </a:lnTo>
                  <a:lnTo>
                    <a:pt x="331669" y="99091"/>
                  </a:lnTo>
                  <a:lnTo>
                    <a:pt x="364836" y="106882"/>
                  </a:lnTo>
                  <a:lnTo>
                    <a:pt x="398003" y="114497"/>
                  </a:lnTo>
                  <a:lnTo>
                    <a:pt x="431170" y="121935"/>
                  </a:lnTo>
                  <a:lnTo>
                    <a:pt x="464337" y="129196"/>
                  </a:lnTo>
                  <a:lnTo>
                    <a:pt x="497504" y="136278"/>
                  </a:lnTo>
                  <a:lnTo>
                    <a:pt x="530671" y="143181"/>
                  </a:lnTo>
                  <a:lnTo>
                    <a:pt x="563838" y="149903"/>
                  </a:lnTo>
                  <a:lnTo>
                    <a:pt x="597005" y="156443"/>
                  </a:lnTo>
                  <a:lnTo>
                    <a:pt x="630172" y="162801"/>
                  </a:lnTo>
                  <a:lnTo>
                    <a:pt x="663339" y="168974"/>
                  </a:lnTo>
                  <a:lnTo>
                    <a:pt x="696506" y="174963"/>
                  </a:lnTo>
                  <a:lnTo>
                    <a:pt x="729673" y="180765"/>
                  </a:lnTo>
                  <a:lnTo>
                    <a:pt x="762840" y="186379"/>
                  </a:lnTo>
                  <a:lnTo>
                    <a:pt x="796007" y="191805"/>
                  </a:lnTo>
                  <a:lnTo>
                    <a:pt x="829173" y="197041"/>
                  </a:lnTo>
                  <a:lnTo>
                    <a:pt x="862340" y="202085"/>
                  </a:lnTo>
                  <a:lnTo>
                    <a:pt x="895507" y="206937"/>
                  </a:lnTo>
                  <a:lnTo>
                    <a:pt x="928674" y="211596"/>
                  </a:lnTo>
                  <a:lnTo>
                    <a:pt x="961841" y="216060"/>
                  </a:lnTo>
                  <a:lnTo>
                    <a:pt x="995008" y="220329"/>
                  </a:lnTo>
                  <a:lnTo>
                    <a:pt x="1028175" y="224402"/>
                  </a:lnTo>
                  <a:lnTo>
                    <a:pt x="1061342" y="228277"/>
                  </a:lnTo>
                  <a:lnTo>
                    <a:pt x="1094509" y="231955"/>
                  </a:lnTo>
                  <a:lnTo>
                    <a:pt x="1127676" y="235435"/>
                  </a:lnTo>
                  <a:lnTo>
                    <a:pt x="1160843" y="238718"/>
                  </a:lnTo>
                  <a:lnTo>
                    <a:pt x="1194010" y="241802"/>
                  </a:lnTo>
                  <a:lnTo>
                    <a:pt x="1227177" y="244690"/>
                  </a:lnTo>
                  <a:lnTo>
                    <a:pt x="1260344" y="247382"/>
                  </a:lnTo>
                  <a:lnTo>
                    <a:pt x="1293511" y="249879"/>
                  </a:lnTo>
                  <a:lnTo>
                    <a:pt x="1326678" y="252184"/>
                  </a:lnTo>
                  <a:lnTo>
                    <a:pt x="1359845" y="254299"/>
                  </a:lnTo>
                  <a:lnTo>
                    <a:pt x="1393012" y="256226"/>
                  </a:lnTo>
                  <a:lnTo>
                    <a:pt x="1426179" y="257969"/>
                  </a:lnTo>
                  <a:lnTo>
                    <a:pt x="1459346" y="259533"/>
                  </a:lnTo>
                  <a:lnTo>
                    <a:pt x="1492513" y="260922"/>
                  </a:lnTo>
                  <a:lnTo>
                    <a:pt x="1525680" y="262142"/>
                  </a:lnTo>
                  <a:lnTo>
                    <a:pt x="1558847" y="263198"/>
                  </a:lnTo>
                  <a:lnTo>
                    <a:pt x="1592014" y="264096"/>
                  </a:lnTo>
                  <a:lnTo>
                    <a:pt x="1625181" y="264844"/>
                  </a:lnTo>
                  <a:lnTo>
                    <a:pt x="1658347" y="265448"/>
                  </a:lnTo>
                  <a:lnTo>
                    <a:pt x="1691514" y="265917"/>
                  </a:lnTo>
                  <a:lnTo>
                    <a:pt x="1724681" y="266257"/>
                  </a:lnTo>
                  <a:lnTo>
                    <a:pt x="1757848" y="266477"/>
                  </a:lnTo>
                  <a:lnTo>
                    <a:pt x="1791015" y="266585"/>
                  </a:lnTo>
                  <a:lnTo>
                    <a:pt x="1824182" y="266589"/>
                  </a:lnTo>
                  <a:lnTo>
                    <a:pt x="1857349" y="266496"/>
                  </a:lnTo>
                  <a:lnTo>
                    <a:pt x="1890516" y="266314"/>
                  </a:lnTo>
                  <a:lnTo>
                    <a:pt x="1923683" y="266052"/>
                  </a:lnTo>
                  <a:lnTo>
                    <a:pt x="1956850" y="265723"/>
                  </a:lnTo>
                  <a:lnTo>
                    <a:pt x="1990017" y="265330"/>
                  </a:lnTo>
                  <a:lnTo>
                    <a:pt x="2023184" y="264875"/>
                  </a:lnTo>
                  <a:lnTo>
                    <a:pt x="2056351" y="264356"/>
                  </a:lnTo>
                  <a:lnTo>
                    <a:pt x="2089518" y="263775"/>
                  </a:lnTo>
                  <a:lnTo>
                    <a:pt x="2122685" y="263128"/>
                  </a:lnTo>
                  <a:lnTo>
                    <a:pt x="2155852" y="262416"/>
                  </a:lnTo>
                  <a:lnTo>
                    <a:pt x="2189019" y="261637"/>
                  </a:lnTo>
                  <a:lnTo>
                    <a:pt x="2222186" y="260790"/>
                  </a:lnTo>
                  <a:lnTo>
                    <a:pt x="2255353" y="259876"/>
                  </a:lnTo>
                  <a:lnTo>
                    <a:pt x="2288520" y="258895"/>
                  </a:lnTo>
                  <a:lnTo>
                    <a:pt x="2321687" y="257847"/>
                  </a:lnTo>
                  <a:lnTo>
                    <a:pt x="2354854" y="256737"/>
                  </a:lnTo>
                  <a:lnTo>
                    <a:pt x="2388021" y="255565"/>
                  </a:lnTo>
                  <a:lnTo>
                    <a:pt x="2421188" y="254337"/>
                  </a:lnTo>
                  <a:lnTo>
                    <a:pt x="2454355" y="253056"/>
                  </a:lnTo>
                  <a:lnTo>
                    <a:pt x="2487521" y="251730"/>
                  </a:lnTo>
                  <a:lnTo>
                    <a:pt x="2520688" y="250362"/>
                  </a:lnTo>
                  <a:lnTo>
                    <a:pt x="2553855" y="248805"/>
                  </a:lnTo>
                  <a:lnTo>
                    <a:pt x="2587022" y="246958"/>
                  </a:lnTo>
                  <a:lnTo>
                    <a:pt x="2620189" y="244836"/>
                  </a:lnTo>
                  <a:lnTo>
                    <a:pt x="2653356" y="242458"/>
                  </a:lnTo>
                  <a:lnTo>
                    <a:pt x="2686523" y="239847"/>
                  </a:lnTo>
                  <a:lnTo>
                    <a:pt x="2719690" y="237035"/>
                  </a:lnTo>
                  <a:lnTo>
                    <a:pt x="2752857" y="234069"/>
                  </a:lnTo>
                  <a:lnTo>
                    <a:pt x="2786024" y="231008"/>
                  </a:lnTo>
                  <a:lnTo>
                    <a:pt x="2819191" y="227928"/>
                  </a:lnTo>
                  <a:lnTo>
                    <a:pt x="2852358" y="224919"/>
                  </a:lnTo>
                  <a:lnTo>
                    <a:pt x="2885525" y="222082"/>
                  </a:lnTo>
                  <a:lnTo>
                    <a:pt x="2918692" y="219525"/>
                  </a:lnTo>
                  <a:lnTo>
                    <a:pt x="2951859" y="217281"/>
                  </a:lnTo>
                  <a:lnTo>
                    <a:pt x="2985026" y="214868"/>
                  </a:lnTo>
                  <a:lnTo>
                    <a:pt x="3018193" y="212197"/>
                  </a:lnTo>
                  <a:lnTo>
                    <a:pt x="3051360" y="209281"/>
                  </a:lnTo>
                  <a:lnTo>
                    <a:pt x="3084527" y="206137"/>
                  </a:lnTo>
                  <a:lnTo>
                    <a:pt x="3117694" y="202798"/>
                  </a:lnTo>
                  <a:lnTo>
                    <a:pt x="3150861" y="199313"/>
                  </a:lnTo>
                  <a:lnTo>
                    <a:pt x="3184028" y="195754"/>
                  </a:lnTo>
                  <a:lnTo>
                    <a:pt x="3217195" y="192213"/>
                  </a:lnTo>
                  <a:lnTo>
                    <a:pt x="3250362" y="188808"/>
                  </a:lnTo>
                  <a:lnTo>
                    <a:pt x="3283529" y="185668"/>
                  </a:lnTo>
                  <a:lnTo>
                    <a:pt x="3316695" y="182938"/>
                  </a:lnTo>
                  <a:lnTo>
                    <a:pt x="3349862" y="180765"/>
                  </a:lnTo>
                  <a:lnTo>
                    <a:pt x="3383029" y="179008"/>
                  </a:lnTo>
                  <a:lnTo>
                    <a:pt x="3416196" y="177299"/>
                  </a:lnTo>
                  <a:lnTo>
                    <a:pt x="3449363" y="175585"/>
                  </a:lnTo>
                  <a:lnTo>
                    <a:pt x="3482530" y="173819"/>
                  </a:lnTo>
                  <a:lnTo>
                    <a:pt x="3515697" y="171973"/>
                  </a:lnTo>
                  <a:lnTo>
                    <a:pt x="3548864" y="170041"/>
                  </a:lnTo>
                  <a:lnTo>
                    <a:pt x="3582031" y="168048"/>
                  </a:lnTo>
                  <a:lnTo>
                    <a:pt x="3615198" y="166047"/>
                  </a:lnTo>
                  <a:lnTo>
                    <a:pt x="3648365" y="164117"/>
                  </a:lnTo>
                  <a:lnTo>
                    <a:pt x="3681532" y="162357"/>
                  </a:lnTo>
                  <a:lnTo>
                    <a:pt x="3714699" y="160876"/>
                  </a:lnTo>
                  <a:lnTo>
                    <a:pt x="3747866" y="159759"/>
                  </a:lnTo>
                  <a:lnTo>
                    <a:pt x="3781033" y="158865"/>
                  </a:lnTo>
                  <a:lnTo>
                    <a:pt x="3814200" y="158107"/>
                  </a:lnTo>
                  <a:lnTo>
                    <a:pt x="3847367" y="157433"/>
                  </a:lnTo>
                  <a:lnTo>
                    <a:pt x="3880534" y="156796"/>
                  </a:lnTo>
                  <a:lnTo>
                    <a:pt x="3913701" y="156158"/>
                  </a:lnTo>
                  <a:lnTo>
                    <a:pt x="3946868" y="155490"/>
                  </a:lnTo>
                  <a:lnTo>
                    <a:pt x="3980035" y="154777"/>
                  </a:lnTo>
                  <a:lnTo>
                    <a:pt x="4013202" y="154013"/>
                  </a:lnTo>
                  <a:lnTo>
                    <a:pt x="4046369" y="153208"/>
                  </a:lnTo>
                  <a:lnTo>
                    <a:pt x="4079536" y="152378"/>
                  </a:lnTo>
                  <a:lnTo>
                    <a:pt x="4112703" y="151550"/>
                  </a:lnTo>
                  <a:lnTo>
                    <a:pt x="4145869" y="150755"/>
                  </a:lnTo>
                  <a:lnTo>
                    <a:pt x="4179036" y="150025"/>
                  </a:lnTo>
                  <a:lnTo>
                    <a:pt x="4212203" y="149392"/>
                  </a:lnTo>
                  <a:lnTo>
                    <a:pt x="4245370" y="148847"/>
                  </a:lnTo>
                  <a:lnTo>
                    <a:pt x="4278537" y="148349"/>
                  </a:lnTo>
                  <a:lnTo>
                    <a:pt x="4311704" y="147880"/>
                  </a:lnTo>
                  <a:lnTo>
                    <a:pt x="4344871" y="147424"/>
                  </a:lnTo>
                  <a:lnTo>
                    <a:pt x="4378038" y="146964"/>
                  </a:lnTo>
                  <a:lnTo>
                    <a:pt x="4411205" y="146487"/>
                  </a:lnTo>
                  <a:lnTo>
                    <a:pt x="4444372" y="145979"/>
                  </a:lnTo>
                  <a:lnTo>
                    <a:pt x="4477539" y="145430"/>
                  </a:lnTo>
                  <a:lnTo>
                    <a:pt x="4510706" y="144830"/>
                  </a:lnTo>
                  <a:lnTo>
                    <a:pt x="4543873" y="144173"/>
                  </a:lnTo>
                  <a:lnTo>
                    <a:pt x="4577040" y="143454"/>
                  </a:lnTo>
                  <a:lnTo>
                    <a:pt x="4610207" y="142668"/>
                  </a:lnTo>
                  <a:lnTo>
                    <a:pt x="4643374" y="141815"/>
                  </a:lnTo>
                  <a:lnTo>
                    <a:pt x="4676541" y="140893"/>
                  </a:lnTo>
                  <a:lnTo>
                    <a:pt x="4709708" y="139905"/>
                  </a:lnTo>
                  <a:lnTo>
                    <a:pt x="4742875" y="138850"/>
                  </a:lnTo>
                  <a:lnTo>
                    <a:pt x="4776042" y="137733"/>
                  </a:lnTo>
                  <a:lnTo>
                    <a:pt x="4809209" y="136554"/>
                  </a:lnTo>
                  <a:lnTo>
                    <a:pt x="4842376" y="135316"/>
                  </a:lnTo>
                  <a:lnTo>
                    <a:pt x="4875543" y="134022"/>
                  </a:lnTo>
                  <a:lnTo>
                    <a:pt x="4908710" y="132671"/>
                  </a:lnTo>
                  <a:lnTo>
                    <a:pt x="4941876" y="131299"/>
                  </a:lnTo>
                  <a:lnTo>
                    <a:pt x="4975043" y="129934"/>
                  </a:lnTo>
                  <a:lnTo>
                    <a:pt x="5008210" y="128575"/>
                  </a:lnTo>
                  <a:lnTo>
                    <a:pt x="5041377" y="127220"/>
                  </a:lnTo>
                  <a:lnTo>
                    <a:pt x="5074544" y="125867"/>
                  </a:lnTo>
                  <a:lnTo>
                    <a:pt x="5107711" y="124515"/>
                  </a:lnTo>
                  <a:lnTo>
                    <a:pt x="5140878" y="123160"/>
                  </a:lnTo>
                  <a:lnTo>
                    <a:pt x="5174045" y="121801"/>
                  </a:lnTo>
                  <a:lnTo>
                    <a:pt x="5207212" y="120432"/>
                  </a:lnTo>
                  <a:lnTo>
                    <a:pt x="5240379" y="119051"/>
                  </a:lnTo>
                  <a:lnTo>
                    <a:pt x="5273546" y="117654"/>
                  </a:lnTo>
                  <a:lnTo>
                    <a:pt x="5306713" y="116235"/>
                  </a:lnTo>
                  <a:lnTo>
                    <a:pt x="5339880" y="114790"/>
                  </a:lnTo>
                  <a:lnTo>
                    <a:pt x="5373047" y="113315"/>
                  </a:lnTo>
                  <a:lnTo>
                    <a:pt x="5406214" y="111804"/>
                  </a:lnTo>
                  <a:lnTo>
                    <a:pt x="5439381" y="110252"/>
                  </a:lnTo>
                  <a:lnTo>
                    <a:pt x="5472548" y="108654"/>
                  </a:lnTo>
                  <a:lnTo>
                    <a:pt x="5505715" y="107006"/>
                  </a:lnTo>
                  <a:lnTo>
                    <a:pt x="5538882" y="105300"/>
                  </a:lnTo>
                  <a:lnTo>
                    <a:pt x="5572049" y="103534"/>
                  </a:lnTo>
                  <a:lnTo>
                    <a:pt x="5605216" y="101700"/>
                  </a:lnTo>
                  <a:lnTo>
                    <a:pt x="5638383" y="99796"/>
                  </a:lnTo>
                  <a:lnTo>
                    <a:pt x="5671550" y="97815"/>
                  </a:lnTo>
                  <a:lnTo>
                    <a:pt x="5704717" y="95753"/>
                  </a:lnTo>
                  <a:lnTo>
                    <a:pt x="5737884" y="93607"/>
                  </a:lnTo>
                  <a:lnTo>
                    <a:pt x="5771050" y="91371"/>
                  </a:lnTo>
                  <a:lnTo>
                    <a:pt x="5804217" y="89043"/>
                  </a:lnTo>
                  <a:lnTo>
                    <a:pt x="5837384" y="86618"/>
                  </a:lnTo>
                  <a:lnTo>
                    <a:pt x="5870551" y="84094"/>
                  </a:lnTo>
                  <a:lnTo>
                    <a:pt x="5903718" y="81468"/>
                  </a:lnTo>
                  <a:lnTo>
                    <a:pt x="5936885" y="78736"/>
                  </a:lnTo>
                  <a:lnTo>
                    <a:pt x="5970052" y="75896"/>
                  </a:lnTo>
                  <a:lnTo>
                    <a:pt x="6003219" y="72947"/>
                  </a:lnTo>
                  <a:lnTo>
                    <a:pt x="6036386" y="69886"/>
                  </a:lnTo>
                  <a:lnTo>
                    <a:pt x="6069553" y="66712"/>
                  </a:lnTo>
                  <a:lnTo>
                    <a:pt x="6102720" y="63424"/>
                  </a:lnTo>
                  <a:lnTo>
                    <a:pt x="6135887" y="60020"/>
                  </a:lnTo>
                  <a:lnTo>
                    <a:pt x="6169054" y="56500"/>
                  </a:lnTo>
                  <a:lnTo>
                    <a:pt x="6202221" y="52863"/>
                  </a:lnTo>
                  <a:lnTo>
                    <a:pt x="6235388" y="49107"/>
                  </a:lnTo>
                  <a:lnTo>
                    <a:pt x="6268555" y="45234"/>
                  </a:lnTo>
                  <a:lnTo>
                    <a:pt x="6301722" y="41242"/>
                  </a:lnTo>
                  <a:lnTo>
                    <a:pt x="6334889" y="37132"/>
                  </a:lnTo>
                  <a:lnTo>
                    <a:pt x="6368056" y="32903"/>
                  </a:lnTo>
                  <a:lnTo>
                    <a:pt x="6401223" y="28556"/>
                  </a:lnTo>
                  <a:lnTo>
                    <a:pt x="6434390" y="24090"/>
                  </a:lnTo>
                  <a:lnTo>
                    <a:pt x="6467557" y="19507"/>
                  </a:lnTo>
                  <a:lnTo>
                    <a:pt x="6500724" y="14806"/>
                  </a:lnTo>
                  <a:lnTo>
                    <a:pt x="6533891" y="9987"/>
                  </a:lnTo>
                  <a:lnTo>
                    <a:pt x="6567058" y="5052"/>
                  </a:lnTo>
                  <a:lnTo>
                    <a:pt x="6600224" y="0"/>
                  </a:lnTo>
                  <a:lnTo>
                    <a:pt x="6600224" y="441126"/>
                  </a:lnTo>
                  <a:lnTo>
                    <a:pt x="6567058" y="434789"/>
                  </a:lnTo>
                  <a:lnTo>
                    <a:pt x="6533891" y="428610"/>
                  </a:lnTo>
                  <a:lnTo>
                    <a:pt x="6500724" y="422589"/>
                  </a:lnTo>
                  <a:lnTo>
                    <a:pt x="6467557" y="416726"/>
                  </a:lnTo>
                  <a:lnTo>
                    <a:pt x="6434390" y="411024"/>
                  </a:lnTo>
                  <a:lnTo>
                    <a:pt x="6401223" y="405483"/>
                  </a:lnTo>
                  <a:lnTo>
                    <a:pt x="6368056" y="400104"/>
                  </a:lnTo>
                  <a:lnTo>
                    <a:pt x="6334889" y="394887"/>
                  </a:lnTo>
                  <a:lnTo>
                    <a:pt x="6301722" y="389834"/>
                  </a:lnTo>
                  <a:lnTo>
                    <a:pt x="6268555" y="384946"/>
                  </a:lnTo>
                  <a:lnTo>
                    <a:pt x="6235388" y="380222"/>
                  </a:lnTo>
                  <a:lnTo>
                    <a:pt x="6202221" y="375663"/>
                  </a:lnTo>
                  <a:lnTo>
                    <a:pt x="6169054" y="371269"/>
                  </a:lnTo>
                  <a:lnTo>
                    <a:pt x="6135887" y="367041"/>
                  </a:lnTo>
                  <a:lnTo>
                    <a:pt x="6102720" y="362978"/>
                  </a:lnTo>
                  <a:lnTo>
                    <a:pt x="6069553" y="359080"/>
                  </a:lnTo>
                  <a:lnTo>
                    <a:pt x="6036386" y="355347"/>
                  </a:lnTo>
                  <a:lnTo>
                    <a:pt x="6003219" y="351778"/>
                  </a:lnTo>
                  <a:lnTo>
                    <a:pt x="5970052" y="348371"/>
                  </a:lnTo>
                  <a:lnTo>
                    <a:pt x="5936885" y="345127"/>
                  </a:lnTo>
                  <a:lnTo>
                    <a:pt x="5903718" y="342043"/>
                  </a:lnTo>
                  <a:lnTo>
                    <a:pt x="5870551" y="339117"/>
                  </a:lnTo>
                  <a:lnTo>
                    <a:pt x="5837384" y="336349"/>
                  </a:lnTo>
                  <a:lnTo>
                    <a:pt x="5804217" y="333734"/>
                  </a:lnTo>
                  <a:lnTo>
                    <a:pt x="5771050" y="331271"/>
                  </a:lnTo>
                  <a:lnTo>
                    <a:pt x="5737884" y="328957"/>
                  </a:lnTo>
                  <a:lnTo>
                    <a:pt x="5704717" y="326789"/>
                  </a:lnTo>
                  <a:lnTo>
                    <a:pt x="5671550" y="324762"/>
                  </a:lnTo>
                  <a:lnTo>
                    <a:pt x="5638383" y="322875"/>
                  </a:lnTo>
                  <a:lnTo>
                    <a:pt x="5605216" y="321122"/>
                  </a:lnTo>
                  <a:lnTo>
                    <a:pt x="5572049" y="319500"/>
                  </a:lnTo>
                  <a:lnTo>
                    <a:pt x="5538882" y="318004"/>
                  </a:lnTo>
                  <a:lnTo>
                    <a:pt x="5505715" y="316631"/>
                  </a:lnTo>
                  <a:lnTo>
                    <a:pt x="5472548" y="315375"/>
                  </a:lnTo>
                  <a:lnTo>
                    <a:pt x="5439381" y="314231"/>
                  </a:lnTo>
                  <a:lnTo>
                    <a:pt x="5406214" y="313197"/>
                  </a:lnTo>
                  <a:lnTo>
                    <a:pt x="5373047" y="312266"/>
                  </a:lnTo>
                  <a:lnTo>
                    <a:pt x="5339880" y="311435"/>
                  </a:lnTo>
                  <a:lnTo>
                    <a:pt x="5306713" y="310698"/>
                  </a:lnTo>
                  <a:lnTo>
                    <a:pt x="5273546" y="310053"/>
                  </a:lnTo>
                  <a:lnTo>
                    <a:pt x="5240379" y="309495"/>
                  </a:lnTo>
                  <a:lnTo>
                    <a:pt x="5207212" y="309019"/>
                  </a:lnTo>
                  <a:lnTo>
                    <a:pt x="5174045" y="308623"/>
                  </a:lnTo>
                  <a:lnTo>
                    <a:pt x="5140878" y="308304"/>
                  </a:lnTo>
                  <a:lnTo>
                    <a:pt x="5107711" y="308058"/>
                  </a:lnTo>
                  <a:lnTo>
                    <a:pt x="5074544" y="307884"/>
                  </a:lnTo>
                  <a:lnTo>
                    <a:pt x="5041377" y="307778"/>
                  </a:lnTo>
                  <a:lnTo>
                    <a:pt x="5008210" y="307741"/>
                  </a:lnTo>
                  <a:lnTo>
                    <a:pt x="4975043" y="307769"/>
                  </a:lnTo>
                  <a:lnTo>
                    <a:pt x="4941876" y="307864"/>
                  </a:lnTo>
                  <a:lnTo>
                    <a:pt x="4908710" y="308025"/>
                  </a:lnTo>
                  <a:lnTo>
                    <a:pt x="4875543" y="308183"/>
                  </a:lnTo>
                  <a:lnTo>
                    <a:pt x="4842376" y="308253"/>
                  </a:lnTo>
                  <a:lnTo>
                    <a:pt x="4809209" y="308247"/>
                  </a:lnTo>
                  <a:lnTo>
                    <a:pt x="4776042" y="308177"/>
                  </a:lnTo>
                  <a:lnTo>
                    <a:pt x="4742875" y="308057"/>
                  </a:lnTo>
                  <a:lnTo>
                    <a:pt x="4709708" y="307902"/>
                  </a:lnTo>
                  <a:lnTo>
                    <a:pt x="4676541" y="307725"/>
                  </a:lnTo>
                  <a:lnTo>
                    <a:pt x="4643374" y="307540"/>
                  </a:lnTo>
                  <a:lnTo>
                    <a:pt x="4610207" y="307358"/>
                  </a:lnTo>
                  <a:lnTo>
                    <a:pt x="4577040" y="307191"/>
                  </a:lnTo>
                  <a:lnTo>
                    <a:pt x="4543873" y="307049"/>
                  </a:lnTo>
                  <a:lnTo>
                    <a:pt x="4510706" y="306941"/>
                  </a:lnTo>
                  <a:lnTo>
                    <a:pt x="4477539" y="306871"/>
                  </a:lnTo>
                  <a:lnTo>
                    <a:pt x="4444372" y="306846"/>
                  </a:lnTo>
                  <a:lnTo>
                    <a:pt x="4411205" y="306867"/>
                  </a:lnTo>
                  <a:lnTo>
                    <a:pt x="4378038" y="306935"/>
                  </a:lnTo>
                  <a:lnTo>
                    <a:pt x="4344871" y="307049"/>
                  </a:lnTo>
                  <a:lnTo>
                    <a:pt x="4311704" y="307206"/>
                  </a:lnTo>
                  <a:lnTo>
                    <a:pt x="4278537" y="307403"/>
                  </a:lnTo>
                  <a:lnTo>
                    <a:pt x="4245370" y="307633"/>
                  </a:lnTo>
                  <a:lnTo>
                    <a:pt x="4212203" y="307890"/>
                  </a:lnTo>
                  <a:lnTo>
                    <a:pt x="4179036" y="308070"/>
                  </a:lnTo>
                  <a:lnTo>
                    <a:pt x="4145869" y="308104"/>
                  </a:lnTo>
                  <a:lnTo>
                    <a:pt x="4112703" y="308043"/>
                  </a:lnTo>
                  <a:lnTo>
                    <a:pt x="4079536" y="307942"/>
                  </a:lnTo>
                  <a:lnTo>
                    <a:pt x="4046369" y="307853"/>
                  </a:lnTo>
                  <a:lnTo>
                    <a:pt x="4013202" y="307821"/>
                  </a:lnTo>
                  <a:lnTo>
                    <a:pt x="3980035" y="307885"/>
                  </a:lnTo>
                  <a:lnTo>
                    <a:pt x="3946868" y="308073"/>
                  </a:lnTo>
                  <a:lnTo>
                    <a:pt x="3913701" y="308403"/>
                  </a:lnTo>
                  <a:lnTo>
                    <a:pt x="3880534" y="308878"/>
                  </a:lnTo>
                  <a:lnTo>
                    <a:pt x="3847367" y="309491"/>
                  </a:lnTo>
                  <a:lnTo>
                    <a:pt x="3814200" y="310224"/>
                  </a:lnTo>
                  <a:lnTo>
                    <a:pt x="3781033" y="311051"/>
                  </a:lnTo>
                  <a:lnTo>
                    <a:pt x="3747866" y="311940"/>
                  </a:lnTo>
                  <a:lnTo>
                    <a:pt x="3714699" y="312848"/>
                  </a:lnTo>
                  <a:lnTo>
                    <a:pt x="3681532" y="313742"/>
                  </a:lnTo>
                  <a:lnTo>
                    <a:pt x="3648365" y="314678"/>
                  </a:lnTo>
                  <a:lnTo>
                    <a:pt x="3615198" y="315720"/>
                  </a:lnTo>
                  <a:lnTo>
                    <a:pt x="3582031" y="316924"/>
                  </a:lnTo>
                  <a:lnTo>
                    <a:pt x="3548864" y="318325"/>
                  </a:lnTo>
                  <a:lnTo>
                    <a:pt x="3515697" y="319930"/>
                  </a:lnTo>
                  <a:lnTo>
                    <a:pt x="3482530" y="321721"/>
                  </a:lnTo>
                  <a:lnTo>
                    <a:pt x="3449363" y="323648"/>
                  </a:lnTo>
                  <a:lnTo>
                    <a:pt x="3416196" y="325638"/>
                  </a:lnTo>
                  <a:lnTo>
                    <a:pt x="3383029" y="327602"/>
                  </a:lnTo>
                  <a:lnTo>
                    <a:pt x="3349862" y="329443"/>
                  </a:lnTo>
                  <a:lnTo>
                    <a:pt x="3316695" y="331401"/>
                  </a:lnTo>
                  <a:lnTo>
                    <a:pt x="3283529" y="333689"/>
                  </a:lnTo>
                  <a:lnTo>
                    <a:pt x="3250362" y="336296"/>
                  </a:lnTo>
                  <a:lnTo>
                    <a:pt x="3217195" y="339205"/>
                  </a:lnTo>
                  <a:lnTo>
                    <a:pt x="3184028" y="342392"/>
                  </a:lnTo>
                  <a:lnTo>
                    <a:pt x="3150861" y="345812"/>
                  </a:lnTo>
                  <a:lnTo>
                    <a:pt x="3117694" y="349399"/>
                  </a:lnTo>
                  <a:lnTo>
                    <a:pt x="3084527" y="353068"/>
                  </a:lnTo>
                  <a:lnTo>
                    <a:pt x="3051360" y="356708"/>
                  </a:lnTo>
                  <a:lnTo>
                    <a:pt x="3018193" y="360193"/>
                  </a:lnTo>
                  <a:lnTo>
                    <a:pt x="2985026" y="363383"/>
                  </a:lnTo>
                  <a:lnTo>
                    <a:pt x="2951859" y="366132"/>
                  </a:lnTo>
                  <a:lnTo>
                    <a:pt x="2918692" y="368424"/>
                  </a:lnTo>
                  <a:lnTo>
                    <a:pt x="2885525" y="370838"/>
                  </a:lnTo>
                  <a:lnTo>
                    <a:pt x="2852358" y="373453"/>
                  </a:lnTo>
                  <a:lnTo>
                    <a:pt x="2819191" y="376255"/>
                  </a:lnTo>
                  <a:lnTo>
                    <a:pt x="2786024" y="379223"/>
                  </a:lnTo>
                  <a:lnTo>
                    <a:pt x="2752857" y="382324"/>
                  </a:lnTo>
                  <a:lnTo>
                    <a:pt x="2719690" y="385508"/>
                  </a:lnTo>
                  <a:lnTo>
                    <a:pt x="2686523" y="388715"/>
                  </a:lnTo>
                  <a:lnTo>
                    <a:pt x="2653356" y="391866"/>
                  </a:lnTo>
                  <a:lnTo>
                    <a:pt x="2620189" y="394873"/>
                  </a:lnTo>
                  <a:lnTo>
                    <a:pt x="2587022" y="397634"/>
                  </a:lnTo>
                  <a:lnTo>
                    <a:pt x="2553855" y="400044"/>
                  </a:lnTo>
                  <a:lnTo>
                    <a:pt x="2520688" y="401998"/>
                  </a:lnTo>
                  <a:lnTo>
                    <a:pt x="2487521" y="403639"/>
                  </a:lnTo>
                  <a:lnTo>
                    <a:pt x="2454355" y="405256"/>
                  </a:lnTo>
                  <a:lnTo>
                    <a:pt x="2421188" y="406856"/>
                  </a:lnTo>
                  <a:lnTo>
                    <a:pt x="2388021" y="408446"/>
                  </a:lnTo>
                  <a:lnTo>
                    <a:pt x="2354854" y="410032"/>
                  </a:lnTo>
                  <a:lnTo>
                    <a:pt x="2321687" y="411618"/>
                  </a:lnTo>
                  <a:lnTo>
                    <a:pt x="2288520" y="413209"/>
                  </a:lnTo>
                  <a:lnTo>
                    <a:pt x="2255353" y="414806"/>
                  </a:lnTo>
                  <a:lnTo>
                    <a:pt x="2222186" y="416413"/>
                  </a:lnTo>
                  <a:lnTo>
                    <a:pt x="2189019" y="418030"/>
                  </a:lnTo>
                  <a:lnTo>
                    <a:pt x="2155852" y="419658"/>
                  </a:lnTo>
                  <a:lnTo>
                    <a:pt x="2122685" y="421298"/>
                  </a:lnTo>
                  <a:lnTo>
                    <a:pt x="2089518" y="422948"/>
                  </a:lnTo>
                  <a:lnTo>
                    <a:pt x="2056351" y="424610"/>
                  </a:lnTo>
                  <a:lnTo>
                    <a:pt x="2023184" y="426282"/>
                  </a:lnTo>
                  <a:lnTo>
                    <a:pt x="1990017" y="427964"/>
                  </a:lnTo>
                  <a:lnTo>
                    <a:pt x="1956850" y="429657"/>
                  </a:lnTo>
                  <a:lnTo>
                    <a:pt x="1923683" y="431364"/>
                  </a:lnTo>
                  <a:lnTo>
                    <a:pt x="1890516" y="433090"/>
                  </a:lnTo>
                  <a:lnTo>
                    <a:pt x="1857349" y="434874"/>
                  </a:lnTo>
                  <a:lnTo>
                    <a:pt x="1824182" y="436729"/>
                  </a:lnTo>
                  <a:lnTo>
                    <a:pt x="1791015" y="438662"/>
                  </a:lnTo>
                  <a:lnTo>
                    <a:pt x="1757848" y="440680"/>
                  </a:lnTo>
                  <a:lnTo>
                    <a:pt x="1724681" y="442790"/>
                  </a:lnTo>
                  <a:lnTo>
                    <a:pt x="1691514" y="445000"/>
                  </a:lnTo>
                  <a:lnTo>
                    <a:pt x="1658347" y="447317"/>
                  </a:lnTo>
                  <a:lnTo>
                    <a:pt x="1625181" y="449748"/>
                  </a:lnTo>
                  <a:lnTo>
                    <a:pt x="1592014" y="452301"/>
                  </a:lnTo>
                  <a:lnTo>
                    <a:pt x="1558847" y="454981"/>
                  </a:lnTo>
                  <a:lnTo>
                    <a:pt x="1525680" y="457796"/>
                  </a:lnTo>
                  <a:lnTo>
                    <a:pt x="1492513" y="460750"/>
                  </a:lnTo>
                  <a:lnTo>
                    <a:pt x="1459346" y="463850"/>
                  </a:lnTo>
                  <a:lnTo>
                    <a:pt x="1426179" y="467100"/>
                  </a:lnTo>
                  <a:lnTo>
                    <a:pt x="1393012" y="470504"/>
                  </a:lnTo>
                  <a:lnTo>
                    <a:pt x="1359845" y="474065"/>
                  </a:lnTo>
                  <a:lnTo>
                    <a:pt x="1326678" y="477787"/>
                  </a:lnTo>
                  <a:lnTo>
                    <a:pt x="1293511" y="481672"/>
                  </a:lnTo>
                  <a:lnTo>
                    <a:pt x="1260344" y="485722"/>
                  </a:lnTo>
                  <a:lnTo>
                    <a:pt x="1227177" y="489939"/>
                  </a:lnTo>
                  <a:lnTo>
                    <a:pt x="1194010" y="494322"/>
                  </a:lnTo>
                  <a:lnTo>
                    <a:pt x="1160843" y="498873"/>
                  </a:lnTo>
                  <a:lnTo>
                    <a:pt x="1127676" y="503093"/>
                  </a:lnTo>
                  <a:lnTo>
                    <a:pt x="1094509" y="503093"/>
                  </a:lnTo>
                  <a:lnTo>
                    <a:pt x="1061342" y="503093"/>
                  </a:lnTo>
                  <a:lnTo>
                    <a:pt x="1028175" y="503093"/>
                  </a:lnTo>
                  <a:lnTo>
                    <a:pt x="995008" y="503093"/>
                  </a:lnTo>
                  <a:lnTo>
                    <a:pt x="961841" y="503093"/>
                  </a:lnTo>
                  <a:lnTo>
                    <a:pt x="928674" y="503093"/>
                  </a:lnTo>
                  <a:lnTo>
                    <a:pt x="895507" y="503093"/>
                  </a:lnTo>
                  <a:lnTo>
                    <a:pt x="862340" y="503093"/>
                  </a:lnTo>
                  <a:lnTo>
                    <a:pt x="829173" y="503093"/>
                  </a:lnTo>
                  <a:lnTo>
                    <a:pt x="796007" y="503093"/>
                  </a:lnTo>
                  <a:lnTo>
                    <a:pt x="762840" y="503093"/>
                  </a:lnTo>
                  <a:lnTo>
                    <a:pt x="729673" y="503093"/>
                  </a:lnTo>
                  <a:lnTo>
                    <a:pt x="696506" y="503093"/>
                  </a:lnTo>
                  <a:lnTo>
                    <a:pt x="663339" y="503093"/>
                  </a:lnTo>
                  <a:lnTo>
                    <a:pt x="630172" y="503093"/>
                  </a:lnTo>
                  <a:lnTo>
                    <a:pt x="597005" y="503093"/>
                  </a:lnTo>
                  <a:lnTo>
                    <a:pt x="563838" y="503093"/>
                  </a:lnTo>
                  <a:lnTo>
                    <a:pt x="530671" y="503093"/>
                  </a:lnTo>
                  <a:lnTo>
                    <a:pt x="497504" y="503093"/>
                  </a:lnTo>
                  <a:lnTo>
                    <a:pt x="464337" y="503093"/>
                  </a:lnTo>
                  <a:lnTo>
                    <a:pt x="431170" y="503093"/>
                  </a:lnTo>
                  <a:lnTo>
                    <a:pt x="398003" y="503093"/>
                  </a:lnTo>
                  <a:lnTo>
                    <a:pt x="364836" y="503093"/>
                  </a:lnTo>
                  <a:lnTo>
                    <a:pt x="331669" y="503093"/>
                  </a:lnTo>
                  <a:lnTo>
                    <a:pt x="298502" y="503093"/>
                  </a:lnTo>
                  <a:lnTo>
                    <a:pt x="265335" y="503093"/>
                  </a:lnTo>
                  <a:lnTo>
                    <a:pt x="232168" y="503093"/>
                  </a:lnTo>
                  <a:lnTo>
                    <a:pt x="199001" y="503093"/>
                  </a:lnTo>
                  <a:lnTo>
                    <a:pt x="165834" y="503093"/>
                  </a:lnTo>
                  <a:lnTo>
                    <a:pt x="132667" y="503093"/>
                  </a:lnTo>
                  <a:lnTo>
                    <a:pt x="99500" y="503093"/>
                  </a:lnTo>
                  <a:lnTo>
                    <a:pt x="66333" y="503093"/>
                  </a:lnTo>
                  <a:lnTo>
                    <a:pt x="33166" y="503093"/>
                  </a:lnTo>
                  <a:lnTo>
                    <a:pt x="0" y="503093"/>
                  </a:lnTo>
                  <a:close/>
                </a:path>
              </a:pathLst>
            </a:custGeom>
            <a:solidFill>
              <a:srgbClr val="000000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271887" y="4716209"/>
              <a:ext cx="6600224" cy="266589"/>
            </a:xfrm>
            <a:custGeom>
              <a:avLst/>
              <a:pathLst>
                <a:path w="6600224" h="266589">
                  <a:moveTo>
                    <a:pt x="0" y="11692"/>
                  </a:moveTo>
                  <a:lnTo>
                    <a:pt x="33166" y="21198"/>
                  </a:lnTo>
                  <a:lnTo>
                    <a:pt x="66333" y="30535"/>
                  </a:lnTo>
                  <a:lnTo>
                    <a:pt x="99500" y="39704"/>
                  </a:lnTo>
                  <a:lnTo>
                    <a:pt x="132667" y="48702"/>
                  </a:lnTo>
                  <a:lnTo>
                    <a:pt x="165834" y="57531"/>
                  </a:lnTo>
                  <a:lnTo>
                    <a:pt x="199001" y="66188"/>
                  </a:lnTo>
                  <a:lnTo>
                    <a:pt x="232168" y="74673"/>
                  </a:lnTo>
                  <a:lnTo>
                    <a:pt x="265335" y="82986"/>
                  </a:lnTo>
                  <a:lnTo>
                    <a:pt x="298502" y="91126"/>
                  </a:lnTo>
                  <a:lnTo>
                    <a:pt x="331669" y="99091"/>
                  </a:lnTo>
                  <a:lnTo>
                    <a:pt x="364836" y="106882"/>
                  </a:lnTo>
                  <a:lnTo>
                    <a:pt x="398003" y="114497"/>
                  </a:lnTo>
                  <a:lnTo>
                    <a:pt x="431170" y="121935"/>
                  </a:lnTo>
                  <a:lnTo>
                    <a:pt x="464337" y="129196"/>
                  </a:lnTo>
                  <a:lnTo>
                    <a:pt x="497504" y="136278"/>
                  </a:lnTo>
                  <a:lnTo>
                    <a:pt x="530671" y="143181"/>
                  </a:lnTo>
                  <a:lnTo>
                    <a:pt x="563838" y="149903"/>
                  </a:lnTo>
                  <a:lnTo>
                    <a:pt x="597005" y="156443"/>
                  </a:lnTo>
                  <a:lnTo>
                    <a:pt x="630172" y="162801"/>
                  </a:lnTo>
                  <a:lnTo>
                    <a:pt x="663339" y="168974"/>
                  </a:lnTo>
                  <a:lnTo>
                    <a:pt x="696506" y="174963"/>
                  </a:lnTo>
                  <a:lnTo>
                    <a:pt x="729673" y="180765"/>
                  </a:lnTo>
                  <a:lnTo>
                    <a:pt x="762840" y="186379"/>
                  </a:lnTo>
                  <a:lnTo>
                    <a:pt x="796007" y="191805"/>
                  </a:lnTo>
                  <a:lnTo>
                    <a:pt x="829173" y="197041"/>
                  </a:lnTo>
                  <a:lnTo>
                    <a:pt x="862340" y="202085"/>
                  </a:lnTo>
                  <a:lnTo>
                    <a:pt x="895507" y="206937"/>
                  </a:lnTo>
                  <a:lnTo>
                    <a:pt x="928674" y="211596"/>
                  </a:lnTo>
                  <a:lnTo>
                    <a:pt x="961841" y="216060"/>
                  </a:lnTo>
                  <a:lnTo>
                    <a:pt x="995008" y="220329"/>
                  </a:lnTo>
                  <a:lnTo>
                    <a:pt x="1028175" y="224402"/>
                  </a:lnTo>
                  <a:lnTo>
                    <a:pt x="1061342" y="228277"/>
                  </a:lnTo>
                  <a:lnTo>
                    <a:pt x="1094509" y="231955"/>
                  </a:lnTo>
                  <a:lnTo>
                    <a:pt x="1127676" y="235435"/>
                  </a:lnTo>
                  <a:lnTo>
                    <a:pt x="1160843" y="238718"/>
                  </a:lnTo>
                  <a:lnTo>
                    <a:pt x="1194010" y="241802"/>
                  </a:lnTo>
                  <a:lnTo>
                    <a:pt x="1227177" y="244690"/>
                  </a:lnTo>
                  <a:lnTo>
                    <a:pt x="1260344" y="247382"/>
                  </a:lnTo>
                  <a:lnTo>
                    <a:pt x="1293511" y="249879"/>
                  </a:lnTo>
                  <a:lnTo>
                    <a:pt x="1326678" y="252184"/>
                  </a:lnTo>
                  <a:lnTo>
                    <a:pt x="1359845" y="254299"/>
                  </a:lnTo>
                  <a:lnTo>
                    <a:pt x="1393012" y="256226"/>
                  </a:lnTo>
                  <a:lnTo>
                    <a:pt x="1426179" y="257969"/>
                  </a:lnTo>
                  <a:lnTo>
                    <a:pt x="1459346" y="259533"/>
                  </a:lnTo>
                  <a:lnTo>
                    <a:pt x="1492513" y="260922"/>
                  </a:lnTo>
                  <a:lnTo>
                    <a:pt x="1525680" y="262142"/>
                  </a:lnTo>
                  <a:lnTo>
                    <a:pt x="1558847" y="263198"/>
                  </a:lnTo>
                  <a:lnTo>
                    <a:pt x="1592014" y="264096"/>
                  </a:lnTo>
                  <a:lnTo>
                    <a:pt x="1625181" y="264844"/>
                  </a:lnTo>
                  <a:lnTo>
                    <a:pt x="1658347" y="265448"/>
                  </a:lnTo>
                  <a:lnTo>
                    <a:pt x="1691514" y="265917"/>
                  </a:lnTo>
                  <a:lnTo>
                    <a:pt x="1724681" y="266257"/>
                  </a:lnTo>
                  <a:lnTo>
                    <a:pt x="1757848" y="266477"/>
                  </a:lnTo>
                  <a:lnTo>
                    <a:pt x="1791015" y="266585"/>
                  </a:lnTo>
                  <a:lnTo>
                    <a:pt x="1824182" y="266589"/>
                  </a:lnTo>
                  <a:lnTo>
                    <a:pt x="1857349" y="266496"/>
                  </a:lnTo>
                  <a:lnTo>
                    <a:pt x="1890516" y="266314"/>
                  </a:lnTo>
                  <a:lnTo>
                    <a:pt x="1923683" y="266052"/>
                  </a:lnTo>
                  <a:lnTo>
                    <a:pt x="1956850" y="265723"/>
                  </a:lnTo>
                  <a:lnTo>
                    <a:pt x="1990017" y="265330"/>
                  </a:lnTo>
                  <a:lnTo>
                    <a:pt x="2023184" y="264875"/>
                  </a:lnTo>
                  <a:lnTo>
                    <a:pt x="2056351" y="264356"/>
                  </a:lnTo>
                  <a:lnTo>
                    <a:pt x="2089518" y="263775"/>
                  </a:lnTo>
                  <a:lnTo>
                    <a:pt x="2122685" y="263128"/>
                  </a:lnTo>
                  <a:lnTo>
                    <a:pt x="2155852" y="262416"/>
                  </a:lnTo>
                  <a:lnTo>
                    <a:pt x="2189019" y="261637"/>
                  </a:lnTo>
                  <a:lnTo>
                    <a:pt x="2222186" y="260790"/>
                  </a:lnTo>
                  <a:lnTo>
                    <a:pt x="2255353" y="259876"/>
                  </a:lnTo>
                  <a:lnTo>
                    <a:pt x="2288520" y="258895"/>
                  </a:lnTo>
                  <a:lnTo>
                    <a:pt x="2321687" y="257847"/>
                  </a:lnTo>
                  <a:lnTo>
                    <a:pt x="2354854" y="256737"/>
                  </a:lnTo>
                  <a:lnTo>
                    <a:pt x="2388021" y="255565"/>
                  </a:lnTo>
                  <a:lnTo>
                    <a:pt x="2421188" y="254337"/>
                  </a:lnTo>
                  <a:lnTo>
                    <a:pt x="2454355" y="253056"/>
                  </a:lnTo>
                  <a:lnTo>
                    <a:pt x="2487521" y="251730"/>
                  </a:lnTo>
                  <a:lnTo>
                    <a:pt x="2520688" y="250362"/>
                  </a:lnTo>
                  <a:lnTo>
                    <a:pt x="2553855" y="248805"/>
                  </a:lnTo>
                  <a:lnTo>
                    <a:pt x="2587022" y="246958"/>
                  </a:lnTo>
                  <a:lnTo>
                    <a:pt x="2620189" y="244836"/>
                  </a:lnTo>
                  <a:lnTo>
                    <a:pt x="2653356" y="242458"/>
                  </a:lnTo>
                  <a:lnTo>
                    <a:pt x="2686523" y="239847"/>
                  </a:lnTo>
                  <a:lnTo>
                    <a:pt x="2719690" y="237035"/>
                  </a:lnTo>
                  <a:lnTo>
                    <a:pt x="2752857" y="234069"/>
                  </a:lnTo>
                  <a:lnTo>
                    <a:pt x="2786024" y="231008"/>
                  </a:lnTo>
                  <a:lnTo>
                    <a:pt x="2819191" y="227928"/>
                  </a:lnTo>
                  <a:lnTo>
                    <a:pt x="2852358" y="224919"/>
                  </a:lnTo>
                  <a:lnTo>
                    <a:pt x="2885525" y="222082"/>
                  </a:lnTo>
                  <a:lnTo>
                    <a:pt x="2918692" y="219525"/>
                  </a:lnTo>
                  <a:lnTo>
                    <a:pt x="2951859" y="217281"/>
                  </a:lnTo>
                  <a:lnTo>
                    <a:pt x="2985026" y="214868"/>
                  </a:lnTo>
                  <a:lnTo>
                    <a:pt x="3018193" y="212197"/>
                  </a:lnTo>
                  <a:lnTo>
                    <a:pt x="3051360" y="209281"/>
                  </a:lnTo>
                  <a:lnTo>
                    <a:pt x="3084527" y="206137"/>
                  </a:lnTo>
                  <a:lnTo>
                    <a:pt x="3117694" y="202798"/>
                  </a:lnTo>
                  <a:lnTo>
                    <a:pt x="3150861" y="199313"/>
                  </a:lnTo>
                  <a:lnTo>
                    <a:pt x="3184028" y="195754"/>
                  </a:lnTo>
                  <a:lnTo>
                    <a:pt x="3217195" y="192213"/>
                  </a:lnTo>
                  <a:lnTo>
                    <a:pt x="3250362" y="188808"/>
                  </a:lnTo>
                  <a:lnTo>
                    <a:pt x="3283529" y="185668"/>
                  </a:lnTo>
                  <a:lnTo>
                    <a:pt x="3316695" y="182938"/>
                  </a:lnTo>
                  <a:lnTo>
                    <a:pt x="3349862" y="180765"/>
                  </a:lnTo>
                  <a:lnTo>
                    <a:pt x="3383029" y="179008"/>
                  </a:lnTo>
                  <a:lnTo>
                    <a:pt x="3416196" y="177299"/>
                  </a:lnTo>
                  <a:lnTo>
                    <a:pt x="3449363" y="175585"/>
                  </a:lnTo>
                  <a:lnTo>
                    <a:pt x="3482530" y="173819"/>
                  </a:lnTo>
                  <a:lnTo>
                    <a:pt x="3515697" y="171973"/>
                  </a:lnTo>
                  <a:lnTo>
                    <a:pt x="3548864" y="170041"/>
                  </a:lnTo>
                  <a:lnTo>
                    <a:pt x="3582031" y="168048"/>
                  </a:lnTo>
                  <a:lnTo>
                    <a:pt x="3615198" y="166047"/>
                  </a:lnTo>
                  <a:lnTo>
                    <a:pt x="3648365" y="164117"/>
                  </a:lnTo>
                  <a:lnTo>
                    <a:pt x="3681532" y="162357"/>
                  </a:lnTo>
                  <a:lnTo>
                    <a:pt x="3714699" y="160876"/>
                  </a:lnTo>
                  <a:lnTo>
                    <a:pt x="3747866" y="159759"/>
                  </a:lnTo>
                  <a:lnTo>
                    <a:pt x="3781033" y="158865"/>
                  </a:lnTo>
                  <a:lnTo>
                    <a:pt x="3814200" y="158107"/>
                  </a:lnTo>
                  <a:lnTo>
                    <a:pt x="3847367" y="157433"/>
                  </a:lnTo>
                  <a:lnTo>
                    <a:pt x="3880534" y="156796"/>
                  </a:lnTo>
                  <a:lnTo>
                    <a:pt x="3913701" y="156158"/>
                  </a:lnTo>
                  <a:lnTo>
                    <a:pt x="3946868" y="155490"/>
                  </a:lnTo>
                  <a:lnTo>
                    <a:pt x="3980035" y="154777"/>
                  </a:lnTo>
                  <a:lnTo>
                    <a:pt x="4013202" y="154013"/>
                  </a:lnTo>
                  <a:lnTo>
                    <a:pt x="4046369" y="153208"/>
                  </a:lnTo>
                  <a:lnTo>
                    <a:pt x="4079536" y="152378"/>
                  </a:lnTo>
                  <a:lnTo>
                    <a:pt x="4112703" y="151550"/>
                  </a:lnTo>
                  <a:lnTo>
                    <a:pt x="4145869" y="150755"/>
                  </a:lnTo>
                  <a:lnTo>
                    <a:pt x="4179036" y="150025"/>
                  </a:lnTo>
                  <a:lnTo>
                    <a:pt x="4212203" y="149392"/>
                  </a:lnTo>
                  <a:lnTo>
                    <a:pt x="4245370" y="148847"/>
                  </a:lnTo>
                  <a:lnTo>
                    <a:pt x="4278537" y="148349"/>
                  </a:lnTo>
                  <a:lnTo>
                    <a:pt x="4311704" y="147880"/>
                  </a:lnTo>
                  <a:lnTo>
                    <a:pt x="4344871" y="147424"/>
                  </a:lnTo>
                  <a:lnTo>
                    <a:pt x="4378038" y="146964"/>
                  </a:lnTo>
                  <a:lnTo>
                    <a:pt x="4411205" y="146487"/>
                  </a:lnTo>
                  <a:lnTo>
                    <a:pt x="4444372" y="145979"/>
                  </a:lnTo>
                  <a:lnTo>
                    <a:pt x="4477539" y="145430"/>
                  </a:lnTo>
                  <a:lnTo>
                    <a:pt x="4510706" y="144830"/>
                  </a:lnTo>
                  <a:lnTo>
                    <a:pt x="4543873" y="144173"/>
                  </a:lnTo>
                  <a:lnTo>
                    <a:pt x="4577040" y="143454"/>
                  </a:lnTo>
                  <a:lnTo>
                    <a:pt x="4610207" y="142668"/>
                  </a:lnTo>
                  <a:lnTo>
                    <a:pt x="4643374" y="141815"/>
                  </a:lnTo>
                  <a:lnTo>
                    <a:pt x="4676541" y="140893"/>
                  </a:lnTo>
                  <a:lnTo>
                    <a:pt x="4709708" y="139905"/>
                  </a:lnTo>
                  <a:lnTo>
                    <a:pt x="4742875" y="138850"/>
                  </a:lnTo>
                  <a:lnTo>
                    <a:pt x="4776042" y="137733"/>
                  </a:lnTo>
                  <a:lnTo>
                    <a:pt x="4809209" y="136554"/>
                  </a:lnTo>
                  <a:lnTo>
                    <a:pt x="4842376" y="135316"/>
                  </a:lnTo>
                  <a:lnTo>
                    <a:pt x="4875543" y="134022"/>
                  </a:lnTo>
                  <a:lnTo>
                    <a:pt x="4908710" y="132671"/>
                  </a:lnTo>
                  <a:lnTo>
                    <a:pt x="4941876" y="131299"/>
                  </a:lnTo>
                  <a:lnTo>
                    <a:pt x="4975043" y="129934"/>
                  </a:lnTo>
                  <a:lnTo>
                    <a:pt x="5008210" y="128575"/>
                  </a:lnTo>
                  <a:lnTo>
                    <a:pt x="5041377" y="127220"/>
                  </a:lnTo>
                  <a:lnTo>
                    <a:pt x="5074544" y="125867"/>
                  </a:lnTo>
                  <a:lnTo>
                    <a:pt x="5107711" y="124515"/>
                  </a:lnTo>
                  <a:lnTo>
                    <a:pt x="5140878" y="123160"/>
                  </a:lnTo>
                  <a:lnTo>
                    <a:pt x="5174045" y="121801"/>
                  </a:lnTo>
                  <a:lnTo>
                    <a:pt x="5207212" y="120432"/>
                  </a:lnTo>
                  <a:lnTo>
                    <a:pt x="5240379" y="119051"/>
                  </a:lnTo>
                  <a:lnTo>
                    <a:pt x="5273546" y="117654"/>
                  </a:lnTo>
                  <a:lnTo>
                    <a:pt x="5306713" y="116235"/>
                  </a:lnTo>
                  <a:lnTo>
                    <a:pt x="5339880" y="114790"/>
                  </a:lnTo>
                  <a:lnTo>
                    <a:pt x="5373047" y="113315"/>
                  </a:lnTo>
                  <a:lnTo>
                    <a:pt x="5406214" y="111804"/>
                  </a:lnTo>
                  <a:lnTo>
                    <a:pt x="5439381" y="110252"/>
                  </a:lnTo>
                  <a:lnTo>
                    <a:pt x="5472548" y="108654"/>
                  </a:lnTo>
                  <a:lnTo>
                    <a:pt x="5505715" y="107006"/>
                  </a:lnTo>
                  <a:lnTo>
                    <a:pt x="5538882" y="105300"/>
                  </a:lnTo>
                  <a:lnTo>
                    <a:pt x="5572049" y="103534"/>
                  </a:lnTo>
                  <a:lnTo>
                    <a:pt x="5605216" y="101700"/>
                  </a:lnTo>
                  <a:lnTo>
                    <a:pt x="5638383" y="99796"/>
                  </a:lnTo>
                  <a:lnTo>
                    <a:pt x="5671550" y="97815"/>
                  </a:lnTo>
                  <a:lnTo>
                    <a:pt x="5704717" y="95753"/>
                  </a:lnTo>
                  <a:lnTo>
                    <a:pt x="5737884" y="93607"/>
                  </a:lnTo>
                  <a:lnTo>
                    <a:pt x="5771050" y="91371"/>
                  </a:lnTo>
                  <a:lnTo>
                    <a:pt x="5804217" y="89043"/>
                  </a:lnTo>
                  <a:lnTo>
                    <a:pt x="5837384" y="86618"/>
                  </a:lnTo>
                  <a:lnTo>
                    <a:pt x="5870551" y="84094"/>
                  </a:lnTo>
                  <a:lnTo>
                    <a:pt x="5903718" y="81468"/>
                  </a:lnTo>
                  <a:lnTo>
                    <a:pt x="5936885" y="78736"/>
                  </a:lnTo>
                  <a:lnTo>
                    <a:pt x="5970052" y="75896"/>
                  </a:lnTo>
                  <a:lnTo>
                    <a:pt x="6003219" y="72947"/>
                  </a:lnTo>
                  <a:lnTo>
                    <a:pt x="6036386" y="69886"/>
                  </a:lnTo>
                  <a:lnTo>
                    <a:pt x="6069553" y="66712"/>
                  </a:lnTo>
                  <a:lnTo>
                    <a:pt x="6102720" y="63424"/>
                  </a:lnTo>
                  <a:lnTo>
                    <a:pt x="6135887" y="60020"/>
                  </a:lnTo>
                  <a:lnTo>
                    <a:pt x="6169054" y="56500"/>
                  </a:lnTo>
                  <a:lnTo>
                    <a:pt x="6202221" y="52863"/>
                  </a:lnTo>
                  <a:lnTo>
                    <a:pt x="6235388" y="49107"/>
                  </a:lnTo>
                  <a:lnTo>
                    <a:pt x="6268555" y="45234"/>
                  </a:lnTo>
                  <a:lnTo>
                    <a:pt x="6301722" y="41242"/>
                  </a:lnTo>
                  <a:lnTo>
                    <a:pt x="6334889" y="37132"/>
                  </a:lnTo>
                  <a:lnTo>
                    <a:pt x="6368056" y="32903"/>
                  </a:lnTo>
                  <a:lnTo>
                    <a:pt x="6401223" y="28556"/>
                  </a:lnTo>
                  <a:lnTo>
                    <a:pt x="6434390" y="24090"/>
                  </a:lnTo>
                  <a:lnTo>
                    <a:pt x="6467557" y="19507"/>
                  </a:lnTo>
                  <a:lnTo>
                    <a:pt x="6500724" y="14806"/>
                  </a:lnTo>
                  <a:lnTo>
                    <a:pt x="6533891" y="9987"/>
                  </a:lnTo>
                  <a:lnTo>
                    <a:pt x="6567058" y="5052"/>
                  </a:lnTo>
                  <a:lnTo>
                    <a:pt x="660022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271887" y="5023056"/>
              <a:ext cx="6600224" cy="196247"/>
            </a:xfrm>
            <a:custGeom>
              <a:avLst/>
              <a:pathLst>
                <a:path w="6600224" h="196247">
                  <a:moveTo>
                    <a:pt x="6600224" y="134280"/>
                  </a:moveTo>
                  <a:lnTo>
                    <a:pt x="6567058" y="127943"/>
                  </a:lnTo>
                  <a:lnTo>
                    <a:pt x="6533891" y="121764"/>
                  </a:lnTo>
                  <a:lnTo>
                    <a:pt x="6500724" y="115742"/>
                  </a:lnTo>
                  <a:lnTo>
                    <a:pt x="6467557" y="109880"/>
                  </a:lnTo>
                  <a:lnTo>
                    <a:pt x="6434390" y="104178"/>
                  </a:lnTo>
                  <a:lnTo>
                    <a:pt x="6401223" y="98637"/>
                  </a:lnTo>
                  <a:lnTo>
                    <a:pt x="6368056" y="93258"/>
                  </a:lnTo>
                  <a:lnTo>
                    <a:pt x="6334889" y="88041"/>
                  </a:lnTo>
                  <a:lnTo>
                    <a:pt x="6301722" y="82988"/>
                  </a:lnTo>
                  <a:lnTo>
                    <a:pt x="6268555" y="78100"/>
                  </a:lnTo>
                  <a:lnTo>
                    <a:pt x="6235388" y="73375"/>
                  </a:lnTo>
                  <a:lnTo>
                    <a:pt x="6202221" y="68816"/>
                  </a:lnTo>
                  <a:lnTo>
                    <a:pt x="6169054" y="64423"/>
                  </a:lnTo>
                  <a:lnTo>
                    <a:pt x="6135887" y="60195"/>
                  </a:lnTo>
                  <a:lnTo>
                    <a:pt x="6102720" y="56132"/>
                  </a:lnTo>
                  <a:lnTo>
                    <a:pt x="6069553" y="52234"/>
                  </a:lnTo>
                  <a:lnTo>
                    <a:pt x="6036386" y="48501"/>
                  </a:lnTo>
                  <a:lnTo>
                    <a:pt x="6003219" y="44932"/>
                  </a:lnTo>
                  <a:lnTo>
                    <a:pt x="5970052" y="41525"/>
                  </a:lnTo>
                  <a:lnTo>
                    <a:pt x="5936885" y="38281"/>
                  </a:lnTo>
                  <a:lnTo>
                    <a:pt x="5903718" y="35197"/>
                  </a:lnTo>
                  <a:lnTo>
                    <a:pt x="5870551" y="32271"/>
                  </a:lnTo>
                  <a:lnTo>
                    <a:pt x="5837384" y="29502"/>
                  </a:lnTo>
                  <a:lnTo>
                    <a:pt x="5804217" y="26888"/>
                  </a:lnTo>
                  <a:lnTo>
                    <a:pt x="5771050" y="24425"/>
                  </a:lnTo>
                  <a:lnTo>
                    <a:pt x="5737884" y="22111"/>
                  </a:lnTo>
                  <a:lnTo>
                    <a:pt x="5704717" y="19943"/>
                  </a:lnTo>
                  <a:lnTo>
                    <a:pt x="5671550" y="17916"/>
                  </a:lnTo>
                  <a:lnTo>
                    <a:pt x="5638383" y="16029"/>
                  </a:lnTo>
                  <a:lnTo>
                    <a:pt x="5605216" y="14276"/>
                  </a:lnTo>
                  <a:lnTo>
                    <a:pt x="5572049" y="12654"/>
                  </a:lnTo>
                  <a:lnTo>
                    <a:pt x="5538882" y="11158"/>
                  </a:lnTo>
                  <a:lnTo>
                    <a:pt x="5505715" y="9785"/>
                  </a:lnTo>
                  <a:lnTo>
                    <a:pt x="5472548" y="8528"/>
                  </a:lnTo>
                  <a:lnTo>
                    <a:pt x="5439381" y="7385"/>
                  </a:lnTo>
                  <a:lnTo>
                    <a:pt x="5406214" y="6351"/>
                  </a:lnTo>
                  <a:lnTo>
                    <a:pt x="5373047" y="5420"/>
                  </a:lnTo>
                  <a:lnTo>
                    <a:pt x="5339880" y="4589"/>
                  </a:lnTo>
                  <a:lnTo>
                    <a:pt x="5306713" y="3852"/>
                  </a:lnTo>
                  <a:lnTo>
                    <a:pt x="5273546" y="3207"/>
                  </a:lnTo>
                  <a:lnTo>
                    <a:pt x="5240379" y="2648"/>
                  </a:lnTo>
                  <a:lnTo>
                    <a:pt x="5207212" y="2173"/>
                  </a:lnTo>
                  <a:lnTo>
                    <a:pt x="5174045" y="1777"/>
                  </a:lnTo>
                  <a:lnTo>
                    <a:pt x="5140878" y="1458"/>
                  </a:lnTo>
                  <a:lnTo>
                    <a:pt x="5107711" y="1212"/>
                  </a:lnTo>
                  <a:lnTo>
                    <a:pt x="5074544" y="1038"/>
                  </a:lnTo>
                  <a:lnTo>
                    <a:pt x="5041377" y="932"/>
                  </a:lnTo>
                  <a:lnTo>
                    <a:pt x="5008210" y="894"/>
                  </a:lnTo>
                  <a:lnTo>
                    <a:pt x="4975043" y="923"/>
                  </a:lnTo>
                  <a:lnTo>
                    <a:pt x="4941876" y="1018"/>
                  </a:lnTo>
                  <a:lnTo>
                    <a:pt x="4908710" y="1179"/>
                  </a:lnTo>
                  <a:lnTo>
                    <a:pt x="4875543" y="1337"/>
                  </a:lnTo>
                  <a:lnTo>
                    <a:pt x="4842376" y="1407"/>
                  </a:lnTo>
                  <a:lnTo>
                    <a:pt x="4809209" y="1401"/>
                  </a:lnTo>
                  <a:lnTo>
                    <a:pt x="4776042" y="1331"/>
                  </a:lnTo>
                  <a:lnTo>
                    <a:pt x="4742875" y="1211"/>
                  </a:lnTo>
                  <a:lnTo>
                    <a:pt x="4709708" y="1056"/>
                  </a:lnTo>
                  <a:lnTo>
                    <a:pt x="4676541" y="879"/>
                  </a:lnTo>
                  <a:lnTo>
                    <a:pt x="4643374" y="694"/>
                  </a:lnTo>
                  <a:lnTo>
                    <a:pt x="4610207" y="512"/>
                  </a:lnTo>
                  <a:lnTo>
                    <a:pt x="4577040" y="345"/>
                  </a:lnTo>
                  <a:lnTo>
                    <a:pt x="4543873" y="203"/>
                  </a:lnTo>
                  <a:lnTo>
                    <a:pt x="4510706" y="95"/>
                  </a:lnTo>
                  <a:lnTo>
                    <a:pt x="4477539" y="25"/>
                  </a:lnTo>
                  <a:lnTo>
                    <a:pt x="4444372" y="0"/>
                  </a:lnTo>
                  <a:lnTo>
                    <a:pt x="4411205" y="20"/>
                  </a:lnTo>
                  <a:lnTo>
                    <a:pt x="4378038" y="88"/>
                  </a:lnTo>
                  <a:lnTo>
                    <a:pt x="4344871" y="203"/>
                  </a:lnTo>
                  <a:lnTo>
                    <a:pt x="4311704" y="360"/>
                  </a:lnTo>
                  <a:lnTo>
                    <a:pt x="4278537" y="557"/>
                  </a:lnTo>
                  <a:lnTo>
                    <a:pt x="4245370" y="787"/>
                  </a:lnTo>
                  <a:lnTo>
                    <a:pt x="4212203" y="1044"/>
                  </a:lnTo>
                  <a:lnTo>
                    <a:pt x="4179036" y="1224"/>
                  </a:lnTo>
                  <a:lnTo>
                    <a:pt x="4145869" y="1258"/>
                  </a:lnTo>
                  <a:lnTo>
                    <a:pt x="4112703" y="1197"/>
                  </a:lnTo>
                  <a:lnTo>
                    <a:pt x="4079536" y="1096"/>
                  </a:lnTo>
                  <a:lnTo>
                    <a:pt x="4046369" y="1007"/>
                  </a:lnTo>
                  <a:lnTo>
                    <a:pt x="4013202" y="975"/>
                  </a:lnTo>
                  <a:lnTo>
                    <a:pt x="3980035" y="1039"/>
                  </a:lnTo>
                  <a:lnTo>
                    <a:pt x="3946868" y="1227"/>
                  </a:lnTo>
                  <a:lnTo>
                    <a:pt x="3913701" y="1557"/>
                  </a:lnTo>
                  <a:lnTo>
                    <a:pt x="3880534" y="2032"/>
                  </a:lnTo>
                  <a:lnTo>
                    <a:pt x="3847367" y="2645"/>
                  </a:lnTo>
                  <a:lnTo>
                    <a:pt x="3814200" y="3378"/>
                  </a:lnTo>
                  <a:lnTo>
                    <a:pt x="3781033" y="4205"/>
                  </a:lnTo>
                  <a:lnTo>
                    <a:pt x="3747866" y="5094"/>
                  </a:lnTo>
                  <a:lnTo>
                    <a:pt x="3714699" y="6002"/>
                  </a:lnTo>
                  <a:lnTo>
                    <a:pt x="3681532" y="6896"/>
                  </a:lnTo>
                  <a:lnTo>
                    <a:pt x="3648365" y="7831"/>
                  </a:lnTo>
                  <a:lnTo>
                    <a:pt x="3615198" y="8874"/>
                  </a:lnTo>
                  <a:lnTo>
                    <a:pt x="3582031" y="10078"/>
                  </a:lnTo>
                  <a:lnTo>
                    <a:pt x="3548864" y="11478"/>
                  </a:lnTo>
                  <a:lnTo>
                    <a:pt x="3515697" y="13084"/>
                  </a:lnTo>
                  <a:lnTo>
                    <a:pt x="3482530" y="14875"/>
                  </a:lnTo>
                  <a:lnTo>
                    <a:pt x="3449363" y="16802"/>
                  </a:lnTo>
                  <a:lnTo>
                    <a:pt x="3416196" y="18792"/>
                  </a:lnTo>
                  <a:lnTo>
                    <a:pt x="3383029" y="20756"/>
                  </a:lnTo>
                  <a:lnTo>
                    <a:pt x="3349862" y="22596"/>
                  </a:lnTo>
                  <a:lnTo>
                    <a:pt x="3316695" y="24555"/>
                  </a:lnTo>
                  <a:lnTo>
                    <a:pt x="3283529" y="26843"/>
                  </a:lnTo>
                  <a:lnTo>
                    <a:pt x="3250362" y="29449"/>
                  </a:lnTo>
                  <a:lnTo>
                    <a:pt x="3217195" y="32359"/>
                  </a:lnTo>
                  <a:lnTo>
                    <a:pt x="3184028" y="35546"/>
                  </a:lnTo>
                  <a:lnTo>
                    <a:pt x="3150861" y="38966"/>
                  </a:lnTo>
                  <a:lnTo>
                    <a:pt x="3117694" y="42553"/>
                  </a:lnTo>
                  <a:lnTo>
                    <a:pt x="3084527" y="46222"/>
                  </a:lnTo>
                  <a:lnTo>
                    <a:pt x="3051360" y="49862"/>
                  </a:lnTo>
                  <a:lnTo>
                    <a:pt x="3018193" y="53347"/>
                  </a:lnTo>
                  <a:lnTo>
                    <a:pt x="2985026" y="56537"/>
                  </a:lnTo>
                  <a:lnTo>
                    <a:pt x="2951859" y="59286"/>
                  </a:lnTo>
                  <a:lnTo>
                    <a:pt x="2918692" y="61578"/>
                  </a:lnTo>
                  <a:lnTo>
                    <a:pt x="2885525" y="63991"/>
                  </a:lnTo>
                  <a:lnTo>
                    <a:pt x="2852358" y="66607"/>
                  </a:lnTo>
                  <a:lnTo>
                    <a:pt x="2819191" y="69409"/>
                  </a:lnTo>
                  <a:lnTo>
                    <a:pt x="2786024" y="72377"/>
                  </a:lnTo>
                  <a:lnTo>
                    <a:pt x="2752857" y="75477"/>
                  </a:lnTo>
                  <a:lnTo>
                    <a:pt x="2719690" y="78662"/>
                  </a:lnTo>
                  <a:lnTo>
                    <a:pt x="2686523" y="81869"/>
                  </a:lnTo>
                  <a:lnTo>
                    <a:pt x="2653356" y="85020"/>
                  </a:lnTo>
                  <a:lnTo>
                    <a:pt x="2620189" y="88027"/>
                  </a:lnTo>
                  <a:lnTo>
                    <a:pt x="2587022" y="90788"/>
                  </a:lnTo>
                  <a:lnTo>
                    <a:pt x="2553855" y="93198"/>
                  </a:lnTo>
                  <a:lnTo>
                    <a:pt x="2520688" y="95152"/>
                  </a:lnTo>
                  <a:lnTo>
                    <a:pt x="2487521" y="96793"/>
                  </a:lnTo>
                  <a:lnTo>
                    <a:pt x="2454355" y="98410"/>
                  </a:lnTo>
                  <a:lnTo>
                    <a:pt x="2421188" y="100010"/>
                  </a:lnTo>
                  <a:lnTo>
                    <a:pt x="2388021" y="101600"/>
                  </a:lnTo>
                  <a:lnTo>
                    <a:pt x="2354854" y="103186"/>
                  </a:lnTo>
                  <a:lnTo>
                    <a:pt x="2321687" y="104772"/>
                  </a:lnTo>
                  <a:lnTo>
                    <a:pt x="2288520" y="106363"/>
                  </a:lnTo>
                  <a:lnTo>
                    <a:pt x="2255353" y="107960"/>
                  </a:lnTo>
                  <a:lnTo>
                    <a:pt x="2222186" y="109567"/>
                  </a:lnTo>
                  <a:lnTo>
                    <a:pt x="2189019" y="111184"/>
                  </a:lnTo>
                  <a:lnTo>
                    <a:pt x="2155852" y="112812"/>
                  </a:lnTo>
                  <a:lnTo>
                    <a:pt x="2122685" y="114452"/>
                  </a:lnTo>
                  <a:lnTo>
                    <a:pt x="2089518" y="116102"/>
                  </a:lnTo>
                  <a:lnTo>
                    <a:pt x="2056351" y="117764"/>
                  </a:lnTo>
                  <a:lnTo>
                    <a:pt x="2023184" y="119435"/>
                  </a:lnTo>
                  <a:lnTo>
                    <a:pt x="1990017" y="121118"/>
                  </a:lnTo>
                  <a:lnTo>
                    <a:pt x="1956850" y="122811"/>
                  </a:lnTo>
                  <a:lnTo>
                    <a:pt x="1923683" y="124518"/>
                  </a:lnTo>
                  <a:lnTo>
                    <a:pt x="1890516" y="126244"/>
                  </a:lnTo>
                  <a:lnTo>
                    <a:pt x="1857349" y="128028"/>
                  </a:lnTo>
                  <a:lnTo>
                    <a:pt x="1824182" y="129883"/>
                  </a:lnTo>
                  <a:lnTo>
                    <a:pt x="1791015" y="131816"/>
                  </a:lnTo>
                  <a:lnTo>
                    <a:pt x="1757848" y="133834"/>
                  </a:lnTo>
                  <a:lnTo>
                    <a:pt x="1724681" y="135944"/>
                  </a:lnTo>
                  <a:lnTo>
                    <a:pt x="1691514" y="138154"/>
                  </a:lnTo>
                  <a:lnTo>
                    <a:pt x="1658347" y="140471"/>
                  </a:lnTo>
                  <a:lnTo>
                    <a:pt x="1625181" y="142902"/>
                  </a:lnTo>
                  <a:lnTo>
                    <a:pt x="1592014" y="145455"/>
                  </a:lnTo>
                  <a:lnTo>
                    <a:pt x="1558847" y="148135"/>
                  </a:lnTo>
                  <a:lnTo>
                    <a:pt x="1525680" y="150950"/>
                  </a:lnTo>
                  <a:lnTo>
                    <a:pt x="1492513" y="153904"/>
                  </a:lnTo>
                  <a:lnTo>
                    <a:pt x="1459346" y="157004"/>
                  </a:lnTo>
                  <a:lnTo>
                    <a:pt x="1426179" y="160254"/>
                  </a:lnTo>
                  <a:lnTo>
                    <a:pt x="1393012" y="163658"/>
                  </a:lnTo>
                  <a:lnTo>
                    <a:pt x="1359845" y="167219"/>
                  </a:lnTo>
                  <a:lnTo>
                    <a:pt x="1326678" y="170941"/>
                  </a:lnTo>
                  <a:lnTo>
                    <a:pt x="1293511" y="174826"/>
                  </a:lnTo>
                  <a:lnTo>
                    <a:pt x="1260344" y="178876"/>
                  </a:lnTo>
                  <a:lnTo>
                    <a:pt x="1227177" y="183093"/>
                  </a:lnTo>
                  <a:lnTo>
                    <a:pt x="1194010" y="187476"/>
                  </a:lnTo>
                  <a:lnTo>
                    <a:pt x="1160843" y="192027"/>
                  </a:lnTo>
                  <a:lnTo>
                    <a:pt x="1127676" y="196247"/>
                  </a:lnTo>
                  <a:lnTo>
                    <a:pt x="1094509" y="196247"/>
                  </a:lnTo>
                  <a:lnTo>
                    <a:pt x="1061342" y="196247"/>
                  </a:lnTo>
                  <a:lnTo>
                    <a:pt x="1028175" y="196247"/>
                  </a:lnTo>
                  <a:lnTo>
                    <a:pt x="995008" y="196247"/>
                  </a:lnTo>
                  <a:lnTo>
                    <a:pt x="961841" y="196247"/>
                  </a:lnTo>
                  <a:lnTo>
                    <a:pt x="928674" y="196247"/>
                  </a:lnTo>
                  <a:lnTo>
                    <a:pt x="895507" y="196247"/>
                  </a:lnTo>
                  <a:lnTo>
                    <a:pt x="862340" y="196247"/>
                  </a:lnTo>
                  <a:lnTo>
                    <a:pt x="829173" y="196247"/>
                  </a:lnTo>
                  <a:lnTo>
                    <a:pt x="796007" y="196247"/>
                  </a:lnTo>
                  <a:lnTo>
                    <a:pt x="762840" y="196247"/>
                  </a:lnTo>
                  <a:lnTo>
                    <a:pt x="729673" y="196247"/>
                  </a:lnTo>
                  <a:lnTo>
                    <a:pt x="696506" y="196247"/>
                  </a:lnTo>
                  <a:lnTo>
                    <a:pt x="663339" y="196247"/>
                  </a:lnTo>
                  <a:lnTo>
                    <a:pt x="630172" y="196247"/>
                  </a:lnTo>
                  <a:lnTo>
                    <a:pt x="597005" y="196247"/>
                  </a:lnTo>
                  <a:lnTo>
                    <a:pt x="563838" y="196247"/>
                  </a:lnTo>
                  <a:lnTo>
                    <a:pt x="530671" y="196247"/>
                  </a:lnTo>
                  <a:lnTo>
                    <a:pt x="497504" y="196247"/>
                  </a:lnTo>
                  <a:lnTo>
                    <a:pt x="464337" y="196247"/>
                  </a:lnTo>
                  <a:lnTo>
                    <a:pt x="431170" y="196247"/>
                  </a:lnTo>
                  <a:lnTo>
                    <a:pt x="398003" y="196247"/>
                  </a:lnTo>
                  <a:lnTo>
                    <a:pt x="364836" y="196247"/>
                  </a:lnTo>
                  <a:lnTo>
                    <a:pt x="331669" y="196247"/>
                  </a:lnTo>
                  <a:lnTo>
                    <a:pt x="298502" y="196247"/>
                  </a:lnTo>
                  <a:lnTo>
                    <a:pt x="265335" y="196247"/>
                  </a:lnTo>
                  <a:lnTo>
                    <a:pt x="232168" y="196247"/>
                  </a:lnTo>
                  <a:lnTo>
                    <a:pt x="199001" y="196247"/>
                  </a:lnTo>
                  <a:lnTo>
                    <a:pt x="165834" y="196247"/>
                  </a:lnTo>
                  <a:lnTo>
                    <a:pt x="132667" y="196247"/>
                  </a:lnTo>
                  <a:lnTo>
                    <a:pt x="99500" y="196247"/>
                  </a:lnTo>
                  <a:lnTo>
                    <a:pt x="66333" y="196247"/>
                  </a:lnTo>
                  <a:lnTo>
                    <a:pt x="33166" y="196247"/>
                  </a:lnTo>
                  <a:lnTo>
                    <a:pt x="0" y="1962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1271887" y="4927481"/>
              <a:ext cx="6600224" cy="171725"/>
            </a:xfrm>
            <a:custGeom>
              <a:avLst/>
              <a:pathLst>
                <a:path w="6600224" h="171725">
                  <a:moveTo>
                    <a:pt x="0" y="171725"/>
                  </a:moveTo>
                  <a:lnTo>
                    <a:pt x="33166" y="171684"/>
                  </a:lnTo>
                  <a:lnTo>
                    <a:pt x="66333" y="171619"/>
                  </a:lnTo>
                  <a:lnTo>
                    <a:pt x="99500" y="171529"/>
                  </a:lnTo>
                  <a:lnTo>
                    <a:pt x="132667" y="171415"/>
                  </a:lnTo>
                  <a:lnTo>
                    <a:pt x="165834" y="171278"/>
                  </a:lnTo>
                  <a:lnTo>
                    <a:pt x="199001" y="171117"/>
                  </a:lnTo>
                  <a:lnTo>
                    <a:pt x="232168" y="170933"/>
                  </a:lnTo>
                  <a:lnTo>
                    <a:pt x="265335" y="170726"/>
                  </a:lnTo>
                  <a:lnTo>
                    <a:pt x="298502" y="170497"/>
                  </a:lnTo>
                  <a:lnTo>
                    <a:pt x="331669" y="170245"/>
                  </a:lnTo>
                  <a:lnTo>
                    <a:pt x="364836" y="169971"/>
                  </a:lnTo>
                  <a:lnTo>
                    <a:pt x="398003" y="169676"/>
                  </a:lnTo>
                  <a:lnTo>
                    <a:pt x="431170" y="169359"/>
                  </a:lnTo>
                  <a:lnTo>
                    <a:pt x="464337" y="169021"/>
                  </a:lnTo>
                  <a:lnTo>
                    <a:pt x="497504" y="168662"/>
                  </a:lnTo>
                  <a:lnTo>
                    <a:pt x="530671" y="168282"/>
                  </a:lnTo>
                  <a:lnTo>
                    <a:pt x="563838" y="167882"/>
                  </a:lnTo>
                  <a:lnTo>
                    <a:pt x="597005" y="167462"/>
                  </a:lnTo>
                  <a:lnTo>
                    <a:pt x="630172" y="167022"/>
                  </a:lnTo>
                  <a:lnTo>
                    <a:pt x="663339" y="166563"/>
                  </a:lnTo>
                  <a:lnTo>
                    <a:pt x="696506" y="166084"/>
                  </a:lnTo>
                  <a:lnTo>
                    <a:pt x="729673" y="165586"/>
                  </a:lnTo>
                  <a:lnTo>
                    <a:pt x="762840" y="165070"/>
                  </a:lnTo>
                  <a:lnTo>
                    <a:pt x="796007" y="164536"/>
                  </a:lnTo>
                  <a:lnTo>
                    <a:pt x="829173" y="163983"/>
                  </a:lnTo>
                  <a:lnTo>
                    <a:pt x="862340" y="163413"/>
                  </a:lnTo>
                  <a:lnTo>
                    <a:pt x="895507" y="162825"/>
                  </a:lnTo>
                  <a:lnTo>
                    <a:pt x="928674" y="162219"/>
                  </a:lnTo>
                  <a:lnTo>
                    <a:pt x="961841" y="161597"/>
                  </a:lnTo>
                  <a:lnTo>
                    <a:pt x="995008" y="160958"/>
                  </a:lnTo>
                  <a:lnTo>
                    <a:pt x="1028175" y="160303"/>
                  </a:lnTo>
                  <a:lnTo>
                    <a:pt x="1061342" y="159632"/>
                  </a:lnTo>
                  <a:lnTo>
                    <a:pt x="1094509" y="158945"/>
                  </a:lnTo>
                  <a:lnTo>
                    <a:pt x="1127676" y="158242"/>
                  </a:lnTo>
                  <a:lnTo>
                    <a:pt x="1160843" y="157524"/>
                  </a:lnTo>
                  <a:lnTo>
                    <a:pt x="1194010" y="156791"/>
                  </a:lnTo>
                  <a:lnTo>
                    <a:pt x="1227177" y="156043"/>
                  </a:lnTo>
                  <a:lnTo>
                    <a:pt x="1260344" y="155281"/>
                  </a:lnTo>
                  <a:lnTo>
                    <a:pt x="1293511" y="154504"/>
                  </a:lnTo>
                  <a:lnTo>
                    <a:pt x="1326678" y="153714"/>
                  </a:lnTo>
                  <a:lnTo>
                    <a:pt x="1359845" y="152910"/>
                  </a:lnTo>
                  <a:lnTo>
                    <a:pt x="1393012" y="152093"/>
                  </a:lnTo>
                  <a:lnTo>
                    <a:pt x="1426179" y="151263"/>
                  </a:lnTo>
                  <a:lnTo>
                    <a:pt x="1459346" y="150420"/>
                  </a:lnTo>
                  <a:lnTo>
                    <a:pt x="1492513" y="149565"/>
                  </a:lnTo>
                  <a:lnTo>
                    <a:pt x="1525680" y="148697"/>
                  </a:lnTo>
                  <a:lnTo>
                    <a:pt x="1558847" y="147818"/>
                  </a:lnTo>
                  <a:lnTo>
                    <a:pt x="1592014" y="146927"/>
                  </a:lnTo>
                  <a:lnTo>
                    <a:pt x="1625181" y="146024"/>
                  </a:lnTo>
                  <a:lnTo>
                    <a:pt x="1658347" y="145111"/>
                  </a:lnTo>
                  <a:lnTo>
                    <a:pt x="1691514" y="144187"/>
                  </a:lnTo>
                  <a:lnTo>
                    <a:pt x="1724681" y="143252"/>
                  </a:lnTo>
                  <a:lnTo>
                    <a:pt x="1757848" y="142307"/>
                  </a:lnTo>
                  <a:lnTo>
                    <a:pt x="1791015" y="141352"/>
                  </a:lnTo>
                  <a:lnTo>
                    <a:pt x="1824182" y="140388"/>
                  </a:lnTo>
                  <a:lnTo>
                    <a:pt x="1857349" y="139414"/>
                  </a:lnTo>
                  <a:lnTo>
                    <a:pt x="1890516" y="138431"/>
                  </a:lnTo>
                  <a:lnTo>
                    <a:pt x="1923683" y="137436"/>
                  </a:lnTo>
                  <a:lnTo>
                    <a:pt x="1956850" y="136419"/>
                  </a:lnTo>
                  <a:lnTo>
                    <a:pt x="1990017" y="135376"/>
                  </a:lnTo>
                  <a:lnTo>
                    <a:pt x="2023184" y="134307"/>
                  </a:lnTo>
                  <a:lnTo>
                    <a:pt x="2056351" y="133212"/>
                  </a:lnTo>
                  <a:lnTo>
                    <a:pt x="2089518" y="132090"/>
                  </a:lnTo>
                  <a:lnTo>
                    <a:pt x="2122685" y="130941"/>
                  </a:lnTo>
                  <a:lnTo>
                    <a:pt x="2155852" y="129766"/>
                  </a:lnTo>
                  <a:lnTo>
                    <a:pt x="2189019" y="128562"/>
                  </a:lnTo>
                  <a:lnTo>
                    <a:pt x="2222186" y="127330"/>
                  </a:lnTo>
                  <a:lnTo>
                    <a:pt x="2255353" y="126070"/>
                  </a:lnTo>
                  <a:lnTo>
                    <a:pt x="2288520" y="124780"/>
                  </a:lnTo>
                  <a:lnTo>
                    <a:pt x="2321687" y="123461"/>
                  </a:lnTo>
                  <a:lnTo>
                    <a:pt x="2354854" y="122113"/>
                  </a:lnTo>
                  <a:lnTo>
                    <a:pt x="2388021" y="120734"/>
                  </a:lnTo>
                  <a:lnTo>
                    <a:pt x="2421188" y="119325"/>
                  </a:lnTo>
                  <a:lnTo>
                    <a:pt x="2454355" y="117885"/>
                  </a:lnTo>
                  <a:lnTo>
                    <a:pt x="2487521" y="116413"/>
                  </a:lnTo>
                  <a:lnTo>
                    <a:pt x="2520688" y="114908"/>
                  </a:lnTo>
                  <a:lnTo>
                    <a:pt x="2553855" y="113153"/>
                  </a:lnTo>
                  <a:lnTo>
                    <a:pt x="2587022" y="111024"/>
                  </a:lnTo>
                  <a:lnTo>
                    <a:pt x="2620189" y="108583"/>
                  </a:lnTo>
                  <a:lnTo>
                    <a:pt x="2653356" y="105891"/>
                  </a:lnTo>
                  <a:lnTo>
                    <a:pt x="2686523" y="103010"/>
                  </a:lnTo>
                  <a:lnTo>
                    <a:pt x="2719690" y="100000"/>
                  </a:lnTo>
                  <a:lnTo>
                    <a:pt x="2752857" y="96925"/>
                  </a:lnTo>
                  <a:lnTo>
                    <a:pt x="2786024" y="93844"/>
                  </a:lnTo>
                  <a:lnTo>
                    <a:pt x="2819191" y="90820"/>
                  </a:lnTo>
                  <a:lnTo>
                    <a:pt x="2852358" y="87914"/>
                  </a:lnTo>
                  <a:lnTo>
                    <a:pt x="2885525" y="85188"/>
                  </a:lnTo>
                  <a:lnTo>
                    <a:pt x="2918692" y="82703"/>
                  </a:lnTo>
                  <a:lnTo>
                    <a:pt x="2951859" y="80435"/>
                  </a:lnTo>
                  <a:lnTo>
                    <a:pt x="2985026" y="77854"/>
                  </a:lnTo>
                  <a:lnTo>
                    <a:pt x="3018193" y="74924"/>
                  </a:lnTo>
                  <a:lnTo>
                    <a:pt x="3051360" y="71723"/>
                  </a:lnTo>
                  <a:lnTo>
                    <a:pt x="3084527" y="68331"/>
                  </a:lnTo>
                  <a:lnTo>
                    <a:pt x="3117694" y="64827"/>
                  </a:lnTo>
                  <a:lnTo>
                    <a:pt x="3150861" y="61291"/>
                  </a:lnTo>
                  <a:lnTo>
                    <a:pt x="3184028" y="57801"/>
                  </a:lnTo>
                  <a:lnTo>
                    <a:pt x="3217195" y="54438"/>
                  </a:lnTo>
                  <a:lnTo>
                    <a:pt x="3250362" y="51280"/>
                  </a:lnTo>
                  <a:lnTo>
                    <a:pt x="3283529" y="48407"/>
                  </a:lnTo>
                  <a:lnTo>
                    <a:pt x="3316695" y="45898"/>
                  </a:lnTo>
                  <a:lnTo>
                    <a:pt x="3349862" y="43833"/>
                  </a:lnTo>
                  <a:lnTo>
                    <a:pt x="3383029" y="42033"/>
                  </a:lnTo>
                  <a:lnTo>
                    <a:pt x="3416196" y="40197"/>
                  </a:lnTo>
                  <a:lnTo>
                    <a:pt x="3449363" y="38345"/>
                  </a:lnTo>
                  <a:lnTo>
                    <a:pt x="3482530" y="36499"/>
                  </a:lnTo>
                  <a:lnTo>
                    <a:pt x="3515697" y="34680"/>
                  </a:lnTo>
                  <a:lnTo>
                    <a:pt x="3548864" y="32911"/>
                  </a:lnTo>
                  <a:lnTo>
                    <a:pt x="3582031" y="31215"/>
                  </a:lnTo>
                  <a:lnTo>
                    <a:pt x="3615198" y="29612"/>
                  </a:lnTo>
                  <a:lnTo>
                    <a:pt x="3648365" y="28126"/>
                  </a:lnTo>
                  <a:lnTo>
                    <a:pt x="3681532" y="26778"/>
                  </a:lnTo>
                  <a:lnTo>
                    <a:pt x="3714699" y="25591"/>
                  </a:lnTo>
                  <a:lnTo>
                    <a:pt x="3747866" y="24578"/>
                  </a:lnTo>
                  <a:lnTo>
                    <a:pt x="3781033" y="23687"/>
                  </a:lnTo>
                  <a:lnTo>
                    <a:pt x="3814200" y="22894"/>
                  </a:lnTo>
                  <a:lnTo>
                    <a:pt x="3847367" y="22191"/>
                  </a:lnTo>
                  <a:lnTo>
                    <a:pt x="3880534" y="21566"/>
                  </a:lnTo>
                  <a:lnTo>
                    <a:pt x="3913701" y="21009"/>
                  </a:lnTo>
                  <a:lnTo>
                    <a:pt x="3946868" y="20510"/>
                  </a:lnTo>
                  <a:lnTo>
                    <a:pt x="3980035" y="20059"/>
                  </a:lnTo>
                  <a:lnTo>
                    <a:pt x="4013202" y="19646"/>
                  </a:lnTo>
                  <a:lnTo>
                    <a:pt x="4046369" y="19259"/>
                  </a:lnTo>
                  <a:lnTo>
                    <a:pt x="4079536" y="18889"/>
                  </a:lnTo>
                  <a:lnTo>
                    <a:pt x="4112703" y="18525"/>
                  </a:lnTo>
                  <a:lnTo>
                    <a:pt x="4145869" y="18158"/>
                  </a:lnTo>
                  <a:lnTo>
                    <a:pt x="4179036" y="17776"/>
                  </a:lnTo>
                  <a:lnTo>
                    <a:pt x="4212203" y="17370"/>
                  </a:lnTo>
                  <a:lnTo>
                    <a:pt x="4245370" y="16969"/>
                  </a:lnTo>
                  <a:lnTo>
                    <a:pt x="4278537" y="16604"/>
                  </a:lnTo>
                  <a:lnTo>
                    <a:pt x="4311704" y="16272"/>
                  </a:lnTo>
                  <a:lnTo>
                    <a:pt x="4344871" y="15965"/>
                  </a:lnTo>
                  <a:lnTo>
                    <a:pt x="4378038" y="15678"/>
                  </a:lnTo>
                  <a:lnTo>
                    <a:pt x="4411205" y="15405"/>
                  </a:lnTo>
                  <a:lnTo>
                    <a:pt x="4444372" y="15141"/>
                  </a:lnTo>
                  <a:lnTo>
                    <a:pt x="4477539" y="14879"/>
                  </a:lnTo>
                  <a:lnTo>
                    <a:pt x="4510706" y="14614"/>
                  </a:lnTo>
                  <a:lnTo>
                    <a:pt x="4543873" y="14340"/>
                  </a:lnTo>
                  <a:lnTo>
                    <a:pt x="4577040" y="14051"/>
                  </a:lnTo>
                  <a:lnTo>
                    <a:pt x="4610207" y="13742"/>
                  </a:lnTo>
                  <a:lnTo>
                    <a:pt x="4643374" y="13406"/>
                  </a:lnTo>
                  <a:lnTo>
                    <a:pt x="4676541" y="13038"/>
                  </a:lnTo>
                  <a:lnTo>
                    <a:pt x="4709708" y="12632"/>
                  </a:lnTo>
                  <a:lnTo>
                    <a:pt x="4742875" y="12182"/>
                  </a:lnTo>
                  <a:lnTo>
                    <a:pt x="4776042" y="11683"/>
                  </a:lnTo>
                  <a:lnTo>
                    <a:pt x="4809209" y="11129"/>
                  </a:lnTo>
                  <a:lnTo>
                    <a:pt x="4842376" y="10513"/>
                  </a:lnTo>
                  <a:lnTo>
                    <a:pt x="4875543" y="9831"/>
                  </a:lnTo>
                  <a:lnTo>
                    <a:pt x="4908710" y="9076"/>
                  </a:lnTo>
                  <a:lnTo>
                    <a:pt x="4941876" y="8310"/>
                  </a:lnTo>
                  <a:lnTo>
                    <a:pt x="4975043" y="7580"/>
                  </a:lnTo>
                  <a:lnTo>
                    <a:pt x="5008210" y="6886"/>
                  </a:lnTo>
                  <a:lnTo>
                    <a:pt x="5041377" y="6227"/>
                  </a:lnTo>
                  <a:lnTo>
                    <a:pt x="5074544" y="5604"/>
                  </a:lnTo>
                  <a:lnTo>
                    <a:pt x="5107711" y="5015"/>
                  </a:lnTo>
                  <a:lnTo>
                    <a:pt x="5140878" y="4461"/>
                  </a:lnTo>
                  <a:lnTo>
                    <a:pt x="5174045" y="3941"/>
                  </a:lnTo>
                  <a:lnTo>
                    <a:pt x="5207212" y="3454"/>
                  </a:lnTo>
                  <a:lnTo>
                    <a:pt x="5240379" y="3002"/>
                  </a:lnTo>
                  <a:lnTo>
                    <a:pt x="5273546" y="2582"/>
                  </a:lnTo>
                  <a:lnTo>
                    <a:pt x="5306713" y="2195"/>
                  </a:lnTo>
                  <a:lnTo>
                    <a:pt x="5339880" y="1841"/>
                  </a:lnTo>
                  <a:lnTo>
                    <a:pt x="5373047" y="1519"/>
                  </a:lnTo>
                  <a:lnTo>
                    <a:pt x="5406214" y="1229"/>
                  </a:lnTo>
                  <a:lnTo>
                    <a:pt x="5439381" y="970"/>
                  </a:lnTo>
                  <a:lnTo>
                    <a:pt x="5472548" y="743"/>
                  </a:lnTo>
                  <a:lnTo>
                    <a:pt x="5505715" y="547"/>
                  </a:lnTo>
                  <a:lnTo>
                    <a:pt x="5538882" y="381"/>
                  </a:lnTo>
                  <a:lnTo>
                    <a:pt x="5572049" y="245"/>
                  </a:lnTo>
                  <a:lnTo>
                    <a:pt x="5605216" y="140"/>
                  </a:lnTo>
                  <a:lnTo>
                    <a:pt x="5638383" y="64"/>
                  </a:lnTo>
                  <a:lnTo>
                    <a:pt x="5671550" y="17"/>
                  </a:lnTo>
                  <a:lnTo>
                    <a:pt x="5704717" y="0"/>
                  </a:lnTo>
                  <a:lnTo>
                    <a:pt x="5737884" y="10"/>
                  </a:lnTo>
                  <a:lnTo>
                    <a:pt x="5771050" y="50"/>
                  </a:lnTo>
                  <a:lnTo>
                    <a:pt x="5804217" y="117"/>
                  </a:lnTo>
                  <a:lnTo>
                    <a:pt x="5837384" y="212"/>
                  </a:lnTo>
                  <a:lnTo>
                    <a:pt x="5870551" y="334"/>
                  </a:lnTo>
                  <a:lnTo>
                    <a:pt x="5903718" y="484"/>
                  </a:lnTo>
                  <a:lnTo>
                    <a:pt x="5936885" y="660"/>
                  </a:lnTo>
                  <a:lnTo>
                    <a:pt x="5970052" y="862"/>
                  </a:lnTo>
                  <a:lnTo>
                    <a:pt x="6003219" y="1091"/>
                  </a:lnTo>
                  <a:lnTo>
                    <a:pt x="6036386" y="1345"/>
                  </a:lnTo>
                  <a:lnTo>
                    <a:pt x="6069553" y="1625"/>
                  </a:lnTo>
                  <a:lnTo>
                    <a:pt x="6102720" y="1930"/>
                  </a:lnTo>
                  <a:lnTo>
                    <a:pt x="6135887" y="2259"/>
                  </a:lnTo>
                  <a:lnTo>
                    <a:pt x="6169054" y="2613"/>
                  </a:lnTo>
                  <a:lnTo>
                    <a:pt x="6202221" y="2991"/>
                  </a:lnTo>
                  <a:lnTo>
                    <a:pt x="6235388" y="3393"/>
                  </a:lnTo>
                  <a:lnTo>
                    <a:pt x="6268555" y="3818"/>
                  </a:lnTo>
                  <a:lnTo>
                    <a:pt x="6301722" y="4267"/>
                  </a:lnTo>
                  <a:lnTo>
                    <a:pt x="6334889" y="4738"/>
                  </a:lnTo>
                  <a:lnTo>
                    <a:pt x="6368056" y="5232"/>
                  </a:lnTo>
                  <a:lnTo>
                    <a:pt x="6401223" y="5748"/>
                  </a:lnTo>
                  <a:lnTo>
                    <a:pt x="6434390" y="6286"/>
                  </a:lnTo>
                  <a:lnTo>
                    <a:pt x="6467557" y="6845"/>
                  </a:lnTo>
                  <a:lnTo>
                    <a:pt x="6500724" y="7426"/>
                  </a:lnTo>
                  <a:lnTo>
                    <a:pt x="6533891" y="8027"/>
                  </a:lnTo>
                  <a:lnTo>
                    <a:pt x="6567058" y="8649"/>
                  </a:lnTo>
                  <a:lnTo>
                    <a:pt x="6600224" y="9291"/>
                  </a:lnTo>
                </a:path>
              </a:pathLst>
            </a:custGeom>
            <a:ln w="46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tx46"/>
            <p:cNvSpPr/>
            <p:nvPr/>
          </p:nvSpPr>
          <p:spPr>
            <a:xfrm>
              <a:off x="817066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430439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4887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4887" y="25546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2708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264753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264753" y="459601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264753" y="401277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264753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264753" y="284629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8264753" y="226305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125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264753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114144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18748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260816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334152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07488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857937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56020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29356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02692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776028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1950323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455459" y="3419472"/>
              <a:ext cx="20647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  (carboplatin ±20%)</a:t>
              </a:r>
            </a:p>
          </p:txBody>
        </p:sp>
        <p:sp>
          <p:nvSpPr>
            <p:cNvPr id="70" name="tx70"/>
            <p:cNvSpPr/>
            <p:nvPr/>
          </p:nvSpPr>
          <p:spPr>
            <a:xfrm rot="5400000">
              <a:off x="7864385" y="3419472"/>
              <a:ext cx="140543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Number of participants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941876" y="1367948"/>
              <a:ext cx="394097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Black line = % overdosed (left axis) · bars = distribution (right axis) · N = 1,200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2026-09-14T15:17:07Z</dcterms:modified>
  <cp:category/>
</cp:coreProperties>
</file>