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72465" y="4895229"/>
              <a:ext cx="6015395" cy="427163"/>
            </a:xfrm>
            <a:custGeom>
              <a:avLst/>
              <a:pathLst>
                <a:path w="6015395" h="427163">
                  <a:moveTo>
                    <a:pt x="0" y="0"/>
                  </a:moveTo>
                  <a:lnTo>
                    <a:pt x="82883" y="20774"/>
                  </a:lnTo>
                  <a:lnTo>
                    <a:pt x="165766" y="40643"/>
                  </a:lnTo>
                  <a:lnTo>
                    <a:pt x="248649" y="59595"/>
                  </a:lnTo>
                  <a:lnTo>
                    <a:pt x="331532" y="77618"/>
                  </a:lnTo>
                  <a:lnTo>
                    <a:pt x="414416" y="94697"/>
                  </a:lnTo>
                  <a:lnTo>
                    <a:pt x="497299" y="110817"/>
                  </a:lnTo>
                  <a:lnTo>
                    <a:pt x="580182" y="125960"/>
                  </a:lnTo>
                  <a:lnTo>
                    <a:pt x="663065" y="140109"/>
                  </a:lnTo>
                  <a:lnTo>
                    <a:pt x="745948" y="153244"/>
                  </a:lnTo>
                  <a:lnTo>
                    <a:pt x="828832" y="165345"/>
                  </a:lnTo>
                  <a:lnTo>
                    <a:pt x="911715" y="176390"/>
                  </a:lnTo>
                  <a:lnTo>
                    <a:pt x="994598" y="186360"/>
                  </a:lnTo>
                  <a:lnTo>
                    <a:pt x="1077481" y="195237"/>
                  </a:lnTo>
                  <a:lnTo>
                    <a:pt x="1160364" y="203010"/>
                  </a:lnTo>
                  <a:lnTo>
                    <a:pt x="1243248" y="209678"/>
                  </a:lnTo>
                  <a:lnTo>
                    <a:pt x="1326131" y="215254"/>
                  </a:lnTo>
                  <a:lnTo>
                    <a:pt x="1409014" y="219772"/>
                  </a:lnTo>
                  <a:lnTo>
                    <a:pt x="1491897" y="223287"/>
                  </a:lnTo>
                  <a:lnTo>
                    <a:pt x="1574780" y="225873"/>
                  </a:lnTo>
                  <a:lnTo>
                    <a:pt x="1657664" y="227621"/>
                  </a:lnTo>
                  <a:lnTo>
                    <a:pt x="1740547" y="228627"/>
                  </a:lnTo>
                  <a:lnTo>
                    <a:pt x="1823430" y="228931"/>
                  </a:lnTo>
                  <a:lnTo>
                    <a:pt x="1906313" y="228511"/>
                  </a:lnTo>
                  <a:lnTo>
                    <a:pt x="1989196" y="227487"/>
                  </a:lnTo>
                  <a:lnTo>
                    <a:pt x="2072080" y="225973"/>
                  </a:lnTo>
                  <a:lnTo>
                    <a:pt x="2154963" y="224100"/>
                  </a:lnTo>
                  <a:lnTo>
                    <a:pt x="2237846" y="222028"/>
                  </a:lnTo>
                  <a:lnTo>
                    <a:pt x="2320729" y="219734"/>
                  </a:lnTo>
                  <a:lnTo>
                    <a:pt x="2403612" y="216164"/>
                  </a:lnTo>
                  <a:lnTo>
                    <a:pt x="2486496" y="211663"/>
                  </a:lnTo>
                  <a:lnTo>
                    <a:pt x="2569379" y="207204"/>
                  </a:lnTo>
                  <a:lnTo>
                    <a:pt x="2652262" y="204207"/>
                  </a:lnTo>
                  <a:lnTo>
                    <a:pt x="2735145" y="202256"/>
                  </a:lnTo>
                  <a:lnTo>
                    <a:pt x="2818028" y="200335"/>
                  </a:lnTo>
                  <a:lnTo>
                    <a:pt x="2900912" y="198377"/>
                  </a:lnTo>
                  <a:lnTo>
                    <a:pt x="2983795" y="197062"/>
                  </a:lnTo>
                  <a:lnTo>
                    <a:pt x="3066678" y="197547"/>
                  </a:lnTo>
                  <a:lnTo>
                    <a:pt x="3149561" y="199134"/>
                  </a:lnTo>
                  <a:lnTo>
                    <a:pt x="3232444" y="200515"/>
                  </a:lnTo>
                  <a:lnTo>
                    <a:pt x="3315328" y="201339"/>
                  </a:lnTo>
                  <a:lnTo>
                    <a:pt x="3398211" y="203148"/>
                  </a:lnTo>
                  <a:lnTo>
                    <a:pt x="3481094" y="205948"/>
                  </a:lnTo>
                  <a:lnTo>
                    <a:pt x="3563977" y="208412"/>
                  </a:lnTo>
                  <a:lnTo>
                    <a:pt x="3646860" y="209636"/>
                  </a:lnTo>
                  <a:lnTo>
                    <a:pt x="3729744" y="209051"/>
                  </a:lnTo>
                  <a:lnTo>
                    <a:pt x="3812627" y="207454"/>
                  </a:lnTo>
                  <a:lnTo>
                    <a:pt x="3895510" y="205390"/>
                  </a:lnTo>
                  <a:lnTo>
                    <a:pt x="3978393" y="202886"/>
                  </a:lnTo>
                  <a:lnTo>
                    <a:pt x="4061276" y="200038"/>
                  </a:lnTo>
                  <a:lnTo>
                    <a:pt x="4144160" y="197008"/>
                  </a:lnTo>
                  <a:lnTo>
                    <a:pt x="4227043" y="194007"/>
                  </a:lnTo>
                  <a:lnTo>
                    <a:pt x="4309926" y="191259"/>
                  </a:lnTo>
                  <a:lnTo>
                    <a:pt x="4392809" y="188716"/>
                  </a:lnTo>
                  <a:lnTo>
                    <a:pt x="4475692" y="186241"/>
                  </a:lnTo>
                  <a:lnTo>
                    <a:pt x="4558576" y="183803"/>
                  </a:lnTo>
                  <a:lnTo>
                    <a:pt x="4641459" y="181355"/>
                  </a:lnTo>
                  <a:lnTo>
                    <a:pt x="4724342" y="178840"/>
                  </a:lnTo>
                  <a:lnTo>
                    <a:pt x="4807225" y="176190"/>
                  </a:lnTo>
                  <a:lnTo>
                    <a:pt x="4890108" y="173337"/>
                  </a:lnTo>
                  <a:lnTo>
                    <a:pt x="4972992" y="170215"/>
                  </a:lnTo>
                  <a:lnTo>
                    <a:pt x="5055875" y="166763"/>
                  </a:lnTo>
                  <a:lnTo>
                    <a:pt x="5138758" y="162929"/>
                  </a:lnTo>
                  <a:lnTo>
                    <a:pt x="5221641" y="158673"/>
                  </a:lnTo>
                  <a:lnTo>
                    <a:pt x="5304524" y="153964"/>
                  </a:lnTo>
                  <a:lnTo>
                    <a:pt x="5387408" y="148782"/>
                  </a:lnTo>
                  <a:lnTo>
                    <a:pt x="5470291" y="143115"/>
                  </a:lnTo>
                  <a:lnTo>
                    <a:pt x="5553174" y="136957"/>
                  </a:lnTo>
                  <a:lnTo>
                    <a:pt x="5636057" y="130306"/>
                  </a:lnTo>
                  <a:lnTo>
                    <a:pt x="5718940" y="123164"/>
                  </a:lnTo>
                  <a:lnTo>
                    <a:pt x="5801824" y="115535"/>
                  </a:lnTo>
                  <a:lnTo>
                    <a:pt x="5884707" y="107422"/>
                  </a:lnTo>
                  <a:lnTo>
                    <a:pt x="5967590" y="98831"/>
                  </a:lnTo>
                  <a:lnTo>
                    <a:pt x="6015395" y="93603"/>
                  </a:lnTo>
                  <a:lnTo>
                    <a:pt x="6015395" y="380179"/>
                  </a:lnTo>
                  <a:lnTo>
                    <a:pt x="5967590" y="373329"/>
                  </a:lnTo>
                  <a:lnTo>
                    <a:pt x="5884707" y="362114"/>
                  </a:lnTo>
                  <a:lnTo>
                    <a:pt x="5801824" y="351574"/>
                  </a:lnTo>
                  <a:lnTo>
                    <a:pt x="5718940" y="341728"/>
                  </a:lnTo>
                  <a:lnTo>
                    <a:pt x="5636057" y="332592"/>
                  </a:lnTo>
                  <a:lnTo>
                    <a:pt x="5553174" y="324180"/>
                  </a:lnTo>
                  <a:lnTo>
                    <a:pt x="5470291" y="316507"/>
                  </a:lnTo>
                  <a:lnTo>
                    <a:pt x="5387408" y="309583"/>
                  </a:lnTo>
                  <a:lnTo>
                    <a:pt x="5304524" y="303414"/>
                  </a:lnTo>
                  <a:lnTo>
                    <a:pt x="5221641" y="297999"/>
                  </a:lnTo>
                  <a:lnTo>
                    <a:pt x="5138758" y="293331"/>
                  </a:lnTo>
                  <a:lnTo>
                    <a:pt x="5055875" y="289391"/>
                  </a:lnTo>
                  <a:lnTo>
                    <a:pt x="4972992" y="286150"/>
                  </a:lnTo>
                  <a:lnTo>
                    <a:pt x="4890108" y="283568"/>
                  </a:lnTo>
                  <a:lnTo>
                    <a:pt x="4807225" y="281597"/>
                  </a:lnTo>
                  <a:lnTo>
                    <a:pt x="4724342" y="280183"/>
                  </a:lnTo>
                  <a:lnTo>
                    <a:pt x="4641459" y="279268"/>
                  </a:lnTo>
                  <a:lnTo>
                    <a:pt x="4558576" y="278798"/>
                  </a:lnTo>
                  <a:lnTo>
                    <a:pt x="4475692" y="278727"/>
                  </a:lnTo>
                  <a:lnTo>
                    <a:pt x="4392809" y="279021"/>
                  </a:lnTo>
                  <a:lnTo>
                    <a:pt x="4309926" y="279659"/>
                  </a:lnTo>
                  <a:lnTo>
                    <a:pt x="4227043" y="280600"/>
                  </a:lnTo>
                  <a:lnTo>
                    <a:pt x="4144160" y="281763"/>
                  </a:lnTo>
                  <a:lnTo>
                    <a:pt x="4061276" y="283124"/>
                  </a:lnTo>
                  <a:lnTo>
                    <a:pt x="3978393" y="284643"/>
                  </a:lnTo>
                  <a:lnTo>
                    <a:pt x="3895510" y="286232"/>
                  </a:lnTo>
                  <a:lnTo>
                    <a:pt x="3812627" y="287733"/>
                  </a:lnTo>
                  <a:lnTo>
                    <a:pt x="3729744" y="288923"/>
                  </a:lnTo>
                  <a:lnTo>
                    <a:pt x="3646860" y="288679"/>
                  </a:lnTo>
                  <a:lnTo>
                    <a:pt x="3563977" y="286104"/>
                  </a:lnTo>
                  <a:lnTo>
                    <a:pt x="3481094" y="282697"/>
                  </a:lnTo>
                  <a:lnTo>
                    <a:pt x="3398211" y="279702"/>
                  </a:lnTo>
                  <a:lnTo>
                    <a:pt x="3315328" y="277939"/>
                  </a:lnTo>
                  <a:lnTo>
                    <a:pt x="3232444" y="276234"/>
                  </a:lnTo>
                  <a:lnTo>
                    <a:pt x="3149561" y="273755"/>
                  </a:lnTo>
                  <a:lnTo>
                    <a:pt x="3066678" y="272094"/>
                  </a:lnTo>
                  <a:lnTo>
                    <a:pt x="2983795" y="271908"/>
                  </a:lnTo>
                  <a:lnTo>
                    <a:pt x="2900912" y="272631"/>
                  </a:lnTo>
                  <a:lnTo>
                    <a:pt x="2818028" y="274086"/>
                  </a:lnTo>
                  <a:lnTo>
                    <a:pt x="2735145" y="276441"/>
                  </a:lnTo>
                  <a:lnTo>
                    <a:pt x="2652262" y="279122"/>
                  </a:lnTo>
                  <a:lnTo>
                    <a:pt x="2569379" y="282004"/>
                  </a:lnTo>
                  <a:lnTo>
                    <a:pt x="2486496" y="286284"/>
                  </a:lnTo>
                  <a:lnTo>
                    <a:pt x="2403612" y="291288"/>
                  </a:lnTo>
                  <a:lnTo>
                    <a:pt x="2320729" y="295776"/>
                  </a:lnTo>
                  <a:lnTo>
                    <a:pt x="2237846" y="298587"/>
                  </a:lnTo>
                  <a:lnTo>
                    <a:pt x="2154963" y="301174"/>
                  </a:lnTo>
                  <a:lnTo>
                    <a:pt x="2072080" y="303807"/>
                  </a:lnTo>
                  <a:lnTo>
                    <a:pt x="1989196" y="306406"/>
                  </a:lnTo>
                  <a:lnTo>
                    <a:pt x="1906313" y="308856"/>
                  </a:lnTo>
                  <a:lnTo>
                    <a:pt x="1823430" y="311031"/>
                  </a:lnTo>
                  <a:lnTo>
                    <a:pt x="1740547" y="312824"/>
                  </a:lnTo>
                  <a:lnTo>
                    <a:pt x="1657664" y="314514"/>
                  </a:lnTo>
                  <a:lnTo>
                    <a:pt x="1574780" y="316311"/>
                  </a:lnTo>
                  <a:lnTo>
                    <a:pt x="1491897" y="318315"/>
                  </a:lnTo>
                  <a:lnTo>
                    <a:pt x="1409014" y="320619"/>
                  </a:lnTo>
                  <a:lnTo>
                    <a:pt x="1326131" y="323304"/>
                  </a:lnTo>
                  <a:lnTo>
                    <a:pt x="1243248" y="326426"/>
                  </a:lnTo>
                  <a:lnTo>
                    <a:pt x="1160364" y="330022"/>
                  </a:lnTo>
                  <a:lnTo>
                    <a:pt x="1077481" y="334110"/>
                  </a:lnTo>
                  <a:lnTo>
                    <a:pt x="994598" y="338692"/>
                  </a:lnTo>
                  <a:lnTo>
                    <a:pt x="911715" y="343759"/>
                  </a:lnTo>
                  <a:lnTo>
                    <a:pt x="828832" y="349299"/>
                  </a:lnTo>
                  <a:lnTo>
                    <a:pt x="745948" y="355295"/>
                  </a:lnTo>
                  <a:lnTo>
                    <a:pt x="663065" y="361728"/>
                  </a:lnTo>
                  <a:lnTo>
                    <a:pt x="580182" y="368582"/>
                  </a:lnTo>
                  <a:lnTo>
                    <a:pt x="497299" y="375841"/>
                  </a:lnTo>
                  <a:lnTo>
                    <a:pt x="414416" y="383490"/>
                  </a:lnTo>
                  <a:lnTo>
                    <a:pt x="331532" y="391516"/>
                  </a:lnTo>
                  <a:lnTo>
                    <a:pt x="248649" y="399906"/>
                  </a:lnTo>
                  <a:lnTo>
                    <a:pt x="165766" y="408650"/>
                  </a:lnTo>
                  <a:lnTo>
                    <a:pt x="82883" y="417739"/>
                  </a:lnTo>
                  <a:lnTo>
                    <a:pt x="0" y="42716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72465" y="4895229"/>
              <a:ext cx="6015395" cy="228931"/>
            </a:xfrm>
            <a:custGeom>
              <a:avLst/>
              <a:pathLst>
                <a:path w="6015395" h="228931">
                  <a:moveTo>
                    <a:pt x="0" y="0"/>
                  </a:moveTo>
                  <a:lnTo>
                    <a:pt x="82883" y="20774"/>
                  </a:lnTo>
                  <a:lnTo>
                    <a:pt x="165766" y="40643"/>
                  </a:lnTo>
                  <a:lnTo>
                    <a:pt x="248649" y="59595"/>
                  </a:lnTo>
                  <a:lnTo>
                    <a:pt x="331532" y="77618"/>
                  </a:lnTo>
                  <a:lnTo>
                    <a:pt x="414416" y="94697"/>
                  </a:lnTo>
                  <a:lnTo>
                    <a:pt x="497299" y="110817"/>
                  </a:lnTo>
                  <a:lnTo>
                    <a:pt x="580182" y="125960"/>
                  </a:lnTo>
                  <a:lnTo>
                    <a:pt x="663065" y="140109"/>
                  </a:lnTo>
                  <a:lnTo>
                    <a:pt x="745948" y="153244"/>
                  </a:lnTo>
                  <a:lnTo>
                    <a:pt x="828832" y="165345"/>
                  </a:lnTo>
                  <a:lnTo>
                    <a:pt x="911715" y="176390"/>
                  </a:lnTo>
                  <a:lnTo>
                    <a:pt x="994598" y="186360"/>
                  </a:lnTo>
                  <a:lnTo>
                    <a:pt x="1077481" y="195237"/>
                  </a:lnTo>
                  <a:lnTo>
                    <a:pt x="1160364" y="203010"/>
                  </a:lnTo>
                  <a:lnTo>
                    <a:pt x="1243248" y="209678"/>
                  </a:lnTo>
                  <a:lnTo>
                    <a:pt x="1326131" y="215254"/>
                  </a:lnTo>
                  <a:lnTo>
                    <a:pt x="1409014" y="219772"/>
                  </a:lnTo>
                  <a:lnTo>
                    <a:pt x="1491897" y="223287"/>
                  </a:lnTo>
                  <a:lnTo>
                    <a:pt x="1574780" y="225873"/>
                  </a:lnTo>
                  <a:lnTo>
                    <a:pt x="1657664" y="227621"/>
                  </a:lnTo>
                  <a:lnTo>
                    <a:pt x="1740547" y="228627"/>
                  </a:lnTo>
                  <a:lnTo>
                    <a:pt x="1823430" y="228931"/>
                  </a:lnTo>
                  <a:lnTo>
                    <a:pt x="1906313" y="228511"/>
                  </a:lnTo>
                  <a:lnTo>
                    <a:pt x="1989196" y="227487"/>
                  </a:lnTo>
                  <a:lnTo>
                    <a:pt x="2072080" y="225973"/>
                  </a:lnTo>
                  <a:lnTo>
                    <a:pt x="2154963" y="224100"/>
                  </a:lnTo>
                  <a:lnTo>
                    <a:pt x="2237846" y="222028"/>
                  </a:lnTo>
                  <a:lnTo>
                    <a:pt x="2320729" y="219734"/>
                  </a:lnTo>
                  <a:lnTo>
                    <a:pt x="2403612" y="216164"/>
                  </a:lnTo>
                  <a:lnTo>
                    <a:pt x="2486496" y="211663"/>
                  </a:lnTo>
                  <a:lnTo>
                    <a:pt x="2569379" y="207204"/>
                  </a:lnTo>
                  <a:lnTo>
                    <a:pt x="2652262" y="204207"/>
                  </a:lnTo>
                  <a:lnTo>
                    <a:pt x="2735145" y="202256"/>
                  </a:lnTo>
                  <a:lnTo>
                    <a:pt x="2818028" y="200335"/>
                  </a:lnTo>
                  <a:lnTo>
                    <a:pt x="2900912" y="198377"/>
                  </a:lnTo>
                  <a:lnTo>
                    <a:pt x="2983795" y="197062"/>
                  </a:lnTo>
                  <a:lnTo>
                    <a:pt x="3066678" y="197547"/>
                  </a:lnTo>
                  <a:lnTo>
                    <a:pt x="3149561" y="199134"/>
                  </a:lnTo>
                  <a:lnTo>
                    <a:pt x="3232444" y="200515"/>
                  </a:lnTo>
                  <a:lnTo>
                    <a:pt x="3315328" y="201339"/>
                  </a:lnTo>
                  <a:lnTo>
                    <a:pt x="3398211" y="203148"/>
                  </a:lnTo>
                  <a:lnTo>
                    <a:pt x="3481094" y="205948"/>
                  </a:lnTo>
                  <a:lnTo>
                    <a:pt x="3563977" y="208412"/>
                  </a:lnTo>
                  <a:lnTo>
                    <a:pt x="3646860" y="209636"/>
                  </a:lnTo>
                  <a:lnTo>
                    <a:pt x="3729744" y="209051"/>
                  </a:lnTo>
                  <a:lnTo>
                    <a:pt x="3812627" y="207454"/>
                  </a:lnTo>
                  <a:lnTo>
                    <a:pt x="3895510" y="205390"/>
                  </a:lnTo>
                  <a:lnTo>
                    <a:pt x="3978393" y="202886"/>
                  </a:lnTo>
                  <a:lnTo>
                    <a:pt x="4061276" y="200038"/>
                  </a:lnTo>
                  <a:lnTo>
                    <a:pt x="4144160" y="197008"/>
                  </a:lnTo>
                  <a:lnTo>
                    <a:pt x="4227043" y="194007"/>
                  </a:lnTo>
                  <a:lnTo>
                    <a:pt x="4309926" y="191259"/>
                  </a:lnTo>
                  <a:lnTo>
                    <a:pt x="4392809" y="188716"/>
                  </a:lnTo>
                  <a:lnTo>
                    <a:pt x="4475692" y="186241"/>
                  </a:lnTo>
                  <a:lnTo>
                    <a:pt x="4558576" y="183803"/>
                  </a:lnTo>
                  <a:lnTo>
                    <a:pt x="4641459" y="181355"/>
                  </a:lnTo>
                  <a:lnTo>
                    <a:pt x="4724342" y="178840"/>
                  </a:lnTo>
                  <a:lnTo>
                    <a:pt x="4807225" y="176190"/>
                  </a:lnTo>
                  <a:lnTo>
                    <a:pt x="4890108" y="173337"/>
                  </a:lnTo>
                  <a:lnTo>
                    <a:pt x="4972992" y="170215"/>
                  </a:lnTo>
                  <a:lnTo>
                    <a:pt x="5055875" y="166763"/>
                  </a:lnTo>
                  <a:lnTo>
                    <a:pt x="5138758" y="162929"/>
                  </a:lnTo>
                  <a:lnTo>
                    <a:pt x="5221641" y="158673"/>
                  </a:lnTo>
                  <a:lnTo>
                    <a:pt x="5304524" y="153964"/>
                  </a:lnTo>
                  <a:lnTo>
                    <a:pt x="5387408" y="148782"/>
                  </a:lnTo>
                  <a:lnTo>
                    <a:pt x="5470291" y="143115"/>
                  </a:lnTo>
                  <a:lnTo>
                    <a:pt x="5553174" y="136957"/>
                  </a:lnTo>
                  <a:lnTo>
                    <a:pt x="5636057" y="130306"/>
                  </a:lnTo>
                  <a:lnTo>
                    <a:pt x="5718940" y="123164"/>
                  </a:lnTo>
                  <a:lnTo>
                    <a:pt x="5801824" y="115535"/>
                  </a:lnTo>
                  <a:lnTo>
                    <a:pt x="5884707" y="107422"/>
                  </a:lnTo>
                  <a:lnTo>
                    <a:pt x="5967590" y="98831"/>
                  </a:lnTo>
                  <a:lnTo>
                    <a:pt x="6015395" y="936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72465" y="5167138"/>
              <a:ext cx="6015395" cy="155255"/>
            </a:xfrm>
            <a:custGeom>
              <a:avLst/>
              <a:pathLst>
                <a:path w="6015395" h="155255">
                  <a:moveTo>
                    <a:pt x="6015395" y="108270"/>
                  </a:moveTo>
                  <a:lnTo>
                    <a:pt x="5967590" y="101421"/>
                  </a:lnTo>
                  <a:lnTo>
                    <a:pt x="5884707" y="90205"/>
                  </a:lnTo>
                  <a:lnTo>
                    <a:pt x="5801824" y="79666"/>
                  </a:lnTo>
                  <a:lnTo>
                    <a:pt x="5718940" y="69820"/>
                  </a:lnTo>
                  <a:lnTo>
                    <a:pt x="5636057" y="60684"/>
                  </a:lnTo>
                  <a:lnTo>
                    <a:pt x="5553174" y="52272"/>
                  </a:lnTo>
                  <a:lnTo>
                    <a:pt x="5470291" y="44599"/>
                  </a:lnTo>
                  <a:lnTo>
                    <a:pt x="5387408" y="37674"/>
                  </a:lnTo>
                  <a:lnTo>
                    <a:pt x="5304524" y="31505"/>
                  </a:lnTo>
                  <a:lnTo>
                    <a:pt x="5221641" y="26091"/>
                  </a:lnTo>
                  <a:lnTo>
                    <a:pt x="5138758" y="21423"/>
                  </a:lnTo>
                  <a:lnTo>
                    <a:pt x="5055875" y="17482"/>
                  </a:lnTo>
                  <a:lnTo>
                    <a:pt x="4972992" y="14241"/>
                  </a:lnTo>
                  <a:lnTo>
                    <a:pt x="4890108" y="11659"/>
                  </a:lnTo>
                  <a:lnTo>
                    <a:pt x="4807225" y="9689"/>
                  </a:lnTo>
                  <a:lnTo>
                    <a:pt x="4724342" y="8274"/>
                  </a:lnTo>
                  <a:lnTo>
                    <a:pt x="4641459" y="7359"/>
                  </a:lnTo>
                  <a:lnTo>
                    <a:pt x="4558576" y="6890"/>
                  </a:lnTo>
                  <a:lnTo>
                    <a:pt x="4475692" y="6819"/>
                  </a:lnTo>
                  <a:lnTo>
                    <a:pt x="4392809" y="7112"/>
                  </a:lnTo>
                  <a:lnTo>
                    <a:pt x="4309926" y="7751"/>
                  </a:lnTo>
                  <a:lnTo>
                    <a:pt x="4227043" y="8692"/>
                  </a:lnTo>
                  <a:lnTo>
                    <a:pt x="4144160" y="9855"/>
                  </a:lnTo>
                  <a:lnTo>
                    <a:pt x="4061276" y="11216"/>
                  </a:lnTo>
                  <a:lnTo>
                    <a:pt x="3978393" y="12735"/>
                  </a:lnTo>
                  <a:lnTo>
                    <a:pt x="3895510" y="14323"/>
                  </a:lnTo>
                  <a:lnTo>
                    <a:pt x="3812627" y="15825"/>
                  </a:lnTo>
                  <a:lnTo>
                    <a:pt x="3729744" y="17014"/>
                  </a:lnTo>
                  <a:lnTo>
                    <a:pt x="3646860" y="16771"/>
                  </a:lnTo>
                  <a:lnTo>
                    <a:pt x="3563977" y="14196"/>
                  </a:lnTo>
                  <a:lnTo>
                    <a:pt x="3481094" y="10789"/>
                  </a:lnTo>
                  <a:lnTo>
                    <a:pt x="3398211" y="7793"/>
                  </a:lnTo>
                  <a:lnTo>
                    <a:pt x="3315328" y="6031"/>
                  </a:lnTo>
                  <a:lnTo>
                    <a:pt x="3232444" y="4326"/>
                  </a:lnTo>
                  <a:lnTo>
                    <a:pt x="3149561" y="1847"/>
                  </a:lnTo>
                  <a:lnTo>
                    <a:pt x="3066678" y="186"/>
                  </a:lnTo>
                  <a:lnTo>
                    <a:pt x="2983795" y="0"/>
                  </a:lnTo>
                  <a:lnTo>
                    <a:pt x="2900912" y="723"/>
                  </a:lnTo>
                  <a:lnTo>
                    <a:pt x="2818028" y="2177"/>
                  </a:lnTo>
                  <a:lnTo>
                    <a:pt x="2735145" y="4533"/>
                  </a:lnTo>
                  <a:lnTo>
                    <a:pt x="2652262" y="7214"/>
                  </a:lnTo>
                  <a:lnTo>
                    <a:pt x="2569379" y="10095"/>
                  </a:lnTo>
                  <a:lnTo>
                    <a:pt x="2486496" y="14376"/>
                  </a:lnTo>
                  <a:lnTo>
                    <a:pt x="2403612" y="19379"/>
                  </a:lnTo>
                  <a:lnTo>
                    <a:pt x="2320729" y="23868"/>
                  </a:lnTo>
                  <a:lnTo>
                    <a:pt x="2237846" y="26679"/>
                  </a:lnTo>
                  <a:lnTo>
                    <a:pt x="2154963" y="29265"/>
                  </a:lnTo>
                  <a:lnTo>
                    <a:pt x="2072080" y="31899"/>
                  </a:lnTo>
                  <a:lnTo>
                    <a:pt x="1989196" y="34497"/>
                  </a:lnTo>
                  <a:lnTo>
                    <a:pt x="1906313" y="36948"/>
                  </a:lnTo>
                  <a:lnTo>
                    <a:pt x="1823430" y="39122"/>
                  </a:lnTo>
                  <a:lnTo>
                    <a:pt x="1740547" y="40916"/>
                  </a:lnTo>
                  <a:lnTo>
                    <a:pt x="1657664" y="42606"/>
                  </a:lnTo>
                  <a:lnTo>
                    <a:pt x="1574780" y="44403"/>
                  </a:lnTo>
                  <a:lnTo>
                    <a:pt x="1491897" y="46406"/>
                  </a:lnTo>
                  <a:lnTo>
                    <a:pt x="1409014" y="48711"/>
                  </a:lnTo>
                  <a:lnTo>
                    <a:pt x="1326131" y="51395"/>
                  </a:lnTo>
                  <a:lnTo>
                    <a:pt x="1243248" y="54517"/>
                  </a:lnTo>
                  <a:lnTo>
                    <a:pt x="1160364" y="58114"/>
                  </a:lnTo>
                  <a:lnTo>
                    <a:pt x="1077481" y="62202"/>
                  </a:lnTo>
                  <a:lnTo>
                    <a:pt x="994598" y="66783"/>
                  </a:lnTo>
                  <a:lnTo>
                    <a:pt x="911715" y="71851"/>
                  </a:lnTo>
                  <a:lnTo>
                    <a:pt x="828832" y="77391"/>
                  </a:lnTo>
                  <a:lnTo>
                    <a:pt x="745948" y="83386"/>
                  </a:lnTo>
                  <a:lnTo>
                    <a:pt x="663065" y="89820"/>
                  </a:lnTo>
                  <a:lnTo>
                    <a:pt x="580182" y="96674"/>
                  </a:lnTo>
                  <a:lnTo>
                    <a:pt x="497299" y="103933"/>
                  </a:lnTo>
                  <a:lnTo>
                    <a:pt x="414416" y="111582"/>
                  </a:lnTo>
                  <a:lnTo>
                    <a:pt x="331532" y="119608"/>
                  </a:lnTo>
                  <a:lnTo>
                    <a:pt x="248649" y="127998"/>
                  </a:lnTo>
                  <a:lnTo>
                    <a:pt x="165766" y="136742"/>
                  </a:lnTo>
                  <a:lnTo>
                    <a:pt x="82883" y="145831"/>
                  </a:lnTo>
                  <a:lnTo>
                    <a:pt x="0" y="1552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72465" y="5108811"/>
              <a:ext cx="6015395" cy="57510"/>
            </a:xfrm>
            <a:custGeom>
              <a:avLst/>
              <a:pathLst>
                <a:path w="6015395" h="57510">
                  <a:moveTo>
                    <a:pt x="0" y="0"/>
                  </a:moveTo>
                  <a:lnTo>
                    <a:pt x="82883" y="5674"/>
                  </a:lnTo>
                  <a:lnTo>
                    <a:pt x="165766" y="11065"/>
                  </a:lnTo>
                  <a:lnTo>
                    <a:pt x="248649" y="16169"/>
                  </a:lnTo>
                  <a:lnTo>
                    <a:pt x="331532" y="20985"/>
                  </a:lnTo>
                  <a:lnTo>
                    <a:pt x="414416" y="25512"/>
                  </a:lnTo>
                  <a:lnTo>
                    <a:pt x="497299" y="29747"/>
                  </a:lnTo>
                  <a:lnTo>
                    <a:pt x="580182" y="33689"/>
                  </a:lnTo>
                  <a:lnTo>
                    <a:pt x="663065" y="37337"/>
                  </a:lnTo>
                  <a:lnTo>
                    <a:pt x="745948" y="40688"/>
                  </a:lnTo>
                  <a:lnTo>
                    <a:pt x="828832" y="43740"/>
                  </a:lnTo>
                  <a:lnTo>
                    <a:pt x="911715" y="46493"/>
                  </a:lnTo>
                  <a:lnTo>
                    <a:pt x="994598" y="48944"/>
                  </a:lnTo>
                  <a:lnTo>
                    <a:pt x="1077481" y="51092"/>
                  </a:lnTo>
                  <a:lnTo>
                    <a:pt x="1160364" y="52934"/>
                  </a:lnTo>
                  <a:lnTo>
                    <a:pt x="1243248" y="54470"/>
                  </a:lnTo>
                  <a:lnTo>
                    <a:pt x="1326131" y="55697"/>
                  </a:lnTo>
                  <a:lnTo>
                    <a:pt x="1409014" y="56614"/>
                  </a:lnTo>
                  <a:lnTo>
                    <a:pt x="1491897" y="57219"/>
                  </a:lnTo>
                  <a:lnTo>
                    <a:pt x="1574780" y="57510"/>
                  </a:lnTo>
                  <a:lnTo>
                    <a:pt x="1657664" y="57486"/>
                  </a:lnTo>
                  <a:lnTo>
                    <a:pt x="1740547" y="57144"/>
                  </a:lnTo>
                  <a:lnTo>
                    <a:pt x="1823430" y="56399"/>
                  </a:lnTo>
                  <a:lnTo>
                    <a:pt x="1906313" y="55102"/>
                  </a:lnTo>
                  <a:lnTo>
                    <a:pt x="1989196" y="53365"/>
                  </a:lnTo>
                  <a:lnTo>
                    <a:pt x="2072080" y="51308"/>
                  </a:lnTo>
                  <a:lnTo>
                    <a:pt x="2154963" y="49055"/>
                  </a:lnTo>
                  <a:lnTo>
                    <a:pt x="2237846" y="46726"/>
                  </a:lnTo>
                  <a:lnTo>
                    <a:pt x="2320729" y="44173"/>
                  </a:lnTo>
                  <a:lnTo>
                    <a:pt x="2403612" y="40144"/>
                  </a:lnTo>
                  <a:lnTo>
                    <a:pt x="2486496" y="35392"/>
                  </a:lnTo>
                  <a:lnTo>
                    <a:pt x="2569379" y="31022"/>
                  </a:lnTo>
                  <a:lnTo>
                    <a:pt x="2652262" y="28082"/>
                  </a:lnTo>
                  <a:lnTo>
                    <a:pt x="2735145" y="25767"/>
                  </a:lnTo>
                  <a:lnTo>
                    <a:pt x="2818028" y="23628"/>
                  </a:lnTo>
                  <a:lnTo>
                    <a:pt x="2900912" y="21922"/>
                  </a:lnTo>
                  <a:lnTo>
                    <a:pt x="2983795" y="20903"/>
                  </a:lnTo>
                  <a:lnTo>
                    <a:pt x="3066678" y="21239"/>
                  </a:lnTo>
                  <a:lnTo>
                    <a:pt x="3149561" y="22862"/>
                  </a:lnTo>
                  <a:lnTo>
                    <a:pt x="3232444" y="24793"/>
                  </a:lnTo>
                  <a:lnTo>
                    <a:pt x="3315328" y="26057"/>
                  </a:lnTo>
                  <a:lnTo>
                    <a:pt x="3398211" y="27843"/>
                  </a:lnTo>
                  <a:lnTo>
                    <a:pt x="3481094" y="30741"/>
                  </a:lnTo>
                  <a:lnTo>
                    <a:pt x="3563977" y="33677"/>
                  </a:lnTo>
                  <a:lnTo>
                    <a:pt x="3646860" y="35575"/>
                  </a:lnTo>
                  <a:lnTo>
                    <a:pt x="3729744" y="35405"/>
                  </a:lnTo>
                  <a:lnTo>
                    <a:pt x="3812627" y="34011"/>
                  </a:lnTo>
                  <a:lnTo>
                    <a:pt x="3895510" y="32229"/>
                  </a:lnTo>
                  <a:lnTo>
                    <a:pt x="3978393" y="30183"/>
                  </a:lnTo>
                  <a:lnTo>
                    <a:pt x="4061276" y="27999"/>
                  </a:lnTo>
                  <a:lnTo>
                    <a:pt x="4144160" y="25804"/>
                  </a:lnTo>
                  <a:lnTo>
                    <a:pt x="4227043" y="23721"/>
                  </a:lnTo>
                  <a:lnTo>
                    <a:pt x="4309926" y="21877"/>
                  </a:lnTo>
                  <a:lnTo>
                    <a:pt x="4392809" y="20287"/>
                  </a:lnTo>
                  <a:lnTo>
                    <a:pt x="4475692" y="18902"/>
                  </a:lnTo>
                  <a:lnTo>
                    <a:pt x="4558576" y="17719"/>
                  </a:lnTo>
                  <a:lnTo>
                    <a:pt x="4641459" y="16730"/>
                  </a:lnTo>
                  <a:lnTo>
                    <a:pt x="4724342" y="15929"/>
                  </a:lnTo>
                  <a:lnTo>
                    <a:pt x="4807225" y="15312"/>
                  </a:lnTo>
                  <a:lnTo>
                    <a:pt x="4890108" y="14871"/>
                  </a:lnTo>
                  <a:lnTo>
                    <a:pt x="4972992" y="14600"/>
                  </a:lnTo>
                  <a:lnTo>
                    <a:pt x="5055875" y="14495"/>
                  </a:lnTo>
                  <a:lnTo>
                    <a:pt x="5138758" y="14548"/>
                  </a:lnTo>
                  <a:lnTo>
                    <a:pt x="5221641" y="14754"/>
                  </a:lnTo>
                  <a:lnTo>
                    <a:pt x="5304524" y="15107"/>
                  </a:lnTo>
                  <a:lnTo>
                    <a:pt x="5387408" y="15601"/>
                  </a:lnTo>
                  <a:lnTo>
                    <a:pt x="5470291" y="16229"/>
                  </a:lnTo>
                  <a:lnTo>
                    <a:pt x="5553174" y="16987"/>
                  </a:lnTo>
                  <a:lnTo>
                    <a:pt x="5636057" y="17867"/>
                  </a:lnTo>
                  <a:lnTo>
                    <a:pt x="5718940" y="18865"/>
                  </a:lnTo>
                  <a:lnTo>
                    <a:pt x="5801824" y="19973"/>
                  </a:lnTo>
                  <a:lnTo>
                    <a:pt x="5884707" y="21186"/>
                  </a:lnTo>
                  <a:lnTo>
                    <a:pt x="5967590" y="22498"/>
                  </a:lnTo>
                  <a:lnTo>
                    <a:pt x="6015395" y="2330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072465" y="4804802"/>
              <a:ext cx="6015395" cy="545743"/>
            </a:xfrm>
            <a:custGeom>
              <a:avLst/>
              <a:pathLst>
                <a:path w="6015395" h="545743">
                  <a:moveTo>
                    <a:pt x="0" y="0"/>
                  </a:moveTo>
                  <a:lnTo>
                    <a:pt x="82883" y="25699"/>
                  </a:lnTo>
                  <a:lnTo>
                    <a:pt x="165766" y="50250"/>
                  </a:lnTo>
                  <a:lnTo>
                    <a:pt x="248649" y="73641"/>
                  </a:lnTo>
                  <a:lnTo>
                    <a:pt x="331532" y="95857"/>
                  </a:lnTo>
                  <a:lnTo>
                    <a:pt x="414416" y="116880"/>
                  </a:lnTo>
                  <a:lnTo>
                    <a:pt x="497299" y="136694"/>
                  </a:lnTo>
                  <a:lnTo>
                    <a:pt x="580182" y="155278"/>
                  </a:lnTo>
                  <a:lnTo>
                    <a:pt x="663065" y="172612"/>
                  </a:lnTo>
                  <a:lnTo>
                    <a:pt x="745948" y="188672"/>
                  </a:lnTo>
                  <a:lnTo>
                    <a:pt x="828832" y="203434"/>
                  </a:lnTo>
                  <a:lnTo>
                    <a:pt x="911715" y="216873"/>
                  </a:lnTo>
                  <a:lnTo>
                    <a:pt x="994598" y="228964"/>
                  </a:lnTo>
                  <a:lnTo>
                    <a:pt x="1077481" y="239688"/>
                  </a:lnTo>
                  <a:lnTo>
                    <a:pt x="1160364" y="249032"/>
                  </a:lnTo>
                  <a:lnTo>
                    <a:pt x="1243248" y="256997"/>
                  </a:lnTo>
                  <a:lnTo>
                    <a:pt x="1326131" y="263602"/>
                  </a:lnTo>
                  <a:lnTo>
                    <a:pt x="1409014" y="268891"/>
                  </a:lnTo>
                  <a:lnTo>
                    <a:pt x="1491897" y="272936"/>
                  </a:lnTo>
                  <a:lnTo>
                    <a:pt x="1574780" y="275835"/>
                  </a:lnTo>
                  <a:lnTo>
                    <a:pt x="1657664" y="277705"/>
                  </a:lnTo>
                  <a:lnTo>
                    <a:pt x="1740547" y="278672"/>
                  </a:lnTo>
                  <a:lnTo>
                    <a:pt x="1823430" y="278808"/>
                  </a:lnTo>
                  <a:lnTo>
                    <a:pt x="1906313" y="278125"/>
                  </a:lnTo>
                  <a:lnTo>
                    <a:pt x="1989196" y="276735"/>
                  </a:lnTo>
                  <a:lnTo>
                    <a:pt x="2072080" y="274747"/>
                  </a:lnTo>
                  <a:lnTo>
                    <a:pt x="2154963" y="272287"/>
                  </a:lnTo>
                  <a:lnTo>
                    <a:pt x="2237846" y="269520"/>
                  </a:lnTo>
                  <a:lnTo>
                    <a:pt x="2320729" y="266327"/>
                  </a:lnTo>
                  <a:lnTo>
                    <a:pt x="2403612" y="261114"/>
                  </a:lnTo>
                  <a:lnTo>
                    <a:pt x="2486496" y="254476"/>
                  </a:lnTo>
                  <a:lnTo>
                    <a:pt x="2569379" y="247871"/>
                  </a:lnTo>
                  <a:lnTo>
                    <a:pt x="2652262" y="243312"/>
                  </a:lnTo>
                  <a:lnTo>
                    <a:pt x="2735145" y="239866"/>
                  </a:lnTo>
                  <a:lnTo>
                    <a:pt x="2818028" y="236230"/>
                  </a:lnTo>
                  <a:lnTo>
                    <a:pt x="2900912" y="232626"/>
                  </a:lnTo>
                  <a:lnTo>
                    <a:pt x="2983795" y="230229"/>
                  </a:lnTo>
                  <a:lnTo>
                    <a:pt x="3066678" y="230340"/>
                  </a:lnTo>
                  <a:lnTo>
                    <a:pt x="3149561" y="231777"/>
                  </a:lnTo>
                  <a:lnTo>
                    <a:pt x="3232444" y="233121"/>
                  </a:lnTo>
                  <a:lnTo>
                    <a:pt x="3315328" y="234171"/>
                  </a:lnTo>
                  <a:lnTo>
                    <a:pt x="3398211" y="236540"/>
                  </a:lnTo>
                  <a:lnTo>
                    <a:pt x="3481094" y="240076"/>
                  </a:lnTo>
                  <a:lnTo>
                    <a:pt x="3563977" y="243396"/>
                  </a:lnTo>
                  <a:lnTo>
                    <a:pt x="3646860" y="245660"/>
                  </a:lnTo>
                  <a:lnTo>
                    <a:pt x="3729744" y="246446"/>
                  </a:lnTo>
                  <a:lnTo>
                    <a:pt x="3812627" y="246539"/>
                  </a:lnTo>
                  <a:lnTo>
                    <a:pt x="3895510" y="246361"/>
                  </a:lnTo>
                  <a:lnTo>
                    <a:pt x="3978393" y="245854"/>
                  </a:lnTo>
                  <a:lnTo>
                    <a:pt x="4061276" y="245050"/>
                  </a:lnTo>
                  <a:lnTo>
                    <a:pt x="4144160" y="244063"/>
                  </a:lnTo>
                  <a:lnTo>
                    <a:pt x="4227043" y="243074"/>
                  </a:lnTo>
                  <a:lnTo>
                    <a:pt x="4309926" y="242278"/>
                  </a:lnTo>
                  <a:lnTo>
                    <a:pt x="4392809" y="241616"/>
                  </a:lnTo>
                  <a:lnTo>
                    <a:pt x="4475692" y="240956"/>
                  </a:lnTo>
                  <a:lnTo>
                    <a:pt x="4558576" y="240263"/>
                  </a:lnTo>
                  <a:lnTo>
                    <a:pt x="4641459" y="239481"/>
                  </a:lnTo>
                  <a:lnTo>
                    <a:pt x="4724342" y="238537"/>
                  </a:lnTo>
                  <a:lnTo>
                    <a:pt x="4807225" y="237351"/>
                  </a:lnTo>
                  <a:lnTo>
                    <a:pt x="4890108" y="235838"/>
                  </a:lnTo>
                  <a:lnTo>
                    <a:pt x="4972992" y="233917"/>
                  </a:lnTo>
                  <a:lnTo>
                    <a:pt x="5055875" y="231513"/>
                  </a:lnTo>
                  <a:lnTo>
                    <a:pt x="5138758" y="228565"/>
                  </a:lnTo>
                  <a:lnTo>
                    <a:pt x="5221641" y="225024"/>
                  </a:lnTo>
                  <a:lnTo>
                    <a:pt x="5304524" y="220853"/>
                  </a:lnTo>
                  <a:lnTo>
                    <a:pt x="5387408" y="216032"/>
                  </a:lnTo>
                  <a:lnTo>
                    <a:pt x="5470291" y="210546"/>
                  </a:lnTo>
                  <a:lnTo>
                    <a:pt x="5553174" y="204393"/>
                  </a:lnTo>
                  <a:lnTo>
                    <a:pt x="5636057" y="197573"/>
                  </a:lnTo>
                  <a:lnTo>
                    <a:pt x="5718940" y="190092"/>
                  </a:lnTo>
                  <a:lnTo>
                    <a:pt x="5801824" y="181959"/>
                  </a:lnTo>
                  <a:lnTo>
                    <a:pt x="5884707" y="173181"/>
                  </a:lnTo>
                  <a:lnTo>
                    <a:pt x="5967590" y="163768"/>
                  </a:lnTo>
                  <a:lnTo>
                    <a:pt x="6015395" y="157979"/>
                  </a:lnTo>
                  <a:lnTo>
                    <a:pt x="6015395" y="524108"/>
                  </a:lnTo>
                  <a:lnTo>
                    <a:pt x="5967590" y="514467"/>
                  </a:lnTo>
                  <a:lnTo>
                    <a:pt x="5884707" y="498574"/>
                  </a:lnTo>
                  <a:lnTo>
                    <a:pt x="5801824" y="483522"/>
                  </a:lnTo>
                  <a:lnTo>
                    <a:pt x="5718940" y="469329"/>
                  </a:lnTo>
                  <a:lnTo>
                    <a:pt x="5636057" y="456013"/>
                  </a:lnTo>
                  <a:lnTo>
                    <a:pt x="5553174" y="443589"/>
                  </a:lnTo>
                  <a:lnTo>
                    <a:pt x="5470291" y="432071"/>
                  </a:lnTo>
                  <a:lnTo>
                    <a:pt x="5387408" y="421470"/>
                  </a:lnTo>
                  <a:lnTo>
                    <a:pt x="5304524" y="411790"/>
                  </a:lnTo>
                  <a:lnTo>
                    <a:pt x="5221641" y="403027"/>
                  </a:lnTo>
                  <a:lnTo>
                    <a:pt x="5138758" y="395167"/>
                  </a:lnTo>
                  <a:lnTo>
                    <a:pt x="5055875" y="388183"/>
                  </a:lnTo>
                  <a:lnTo>
                    <a:pt x="4972992" y="382034"/>
                  </a:lnTo>
                  <a:lnTo>
                    <a:pt x="4890108" y="376668"/>
                  </a:lnTo>
                  <a:lnTo>
                    <a:pt x="4807225" y="372018"/>
                  </a:lnTo>
                  <a:lnTo>
                    <a:pt x="4724342" y="368012"/>
                  </a:lnTo>
                  <a:lnTo>
                    <a:pt x="4641459" y="364573"/>
                  </a:lnTo>
                  <a:lnTo>
                    <a:pt x="4558576" y="361629"/>
                  </a:lnTo>
                  <a:lnTo>
                    <a:pt x="4475692" y="359117"/>
                  </a:lnTo>
                  <a:lnTo>
                    <a:pt x="4392809" y="356989"/>
                  </a:lnTo>
                  <a:lnTo>
                    <a:pt x="4309926" y="355217"/>
                  </a:lnTo>
                  <a:lnTo>
                    <a:pt x="4227043" y="353705"/>
                  </a:lnTo>
                  <a:lnTo>
                    <a:pt x="4144160" y="352346"/>
                  </a:lnTo>
                  <a:lnTo>
                    <a:pt x="4061276" y="351200"/>
                  </a:lnTo>
                  <a:lnTo>
                    <a:pt x="3978393" y="350307"/>
                  </a:lnTo>
                  <a:lnTo>
                    <a:pt x="3895510" y="349644"/>
                  </a:lnTo>
                  <a:lnTo>
                    <a:pt x="3812627" y="349104"/>
                  </a:lnTo>
                  <a:lnTo>
                    <a:pt x="3729744" y="348490"/>
                  </a:lnTo>
                  <a:lnTo>
                    <a:pt x="3646860" y="346646"/>
                  </a:lnTo>
                  <a:lnTo>
                    <a:pt x="3563977" y="342656"/>
                  </a:lnTo>
                  <a:lnTo>
                    <a:pt x="3481094" y="338131"/>
                  </a:lnTo>
                  <a:lnTo>
                    <a:pt x="3398211" y="334345"/>
                  </a:lnTo>
                  <a:lnTo>
                    <a:pt x="3315328" y="332035"/>
                  </a:lnTo>
                  <a:lnTo>
                    <a:pt x="3232444" y="329860"/>
                  </a:lnTo>
                  <a:lnTo>
                    <a:pt x="3149561" y="327113"/>
                  </a:lnTo>
                  <a:lnTo>
                    <a:pt x="3066678" y="325580"/>
                  </a:lnTo>
                  <a:lnTo>
                    <a:pt x="2983795" y="325852"/>
                  </a:lnTo>
                  <a:lnTo>
                    <a:pt x="2900912" y="327492"/>
                  </a:lnTo>
                  <a:lnTo>
                    <a:pt x="2818028" y="330454"/>
                  </a:lnTo>
                  <a:lnTo>
                    <a:pt x="2735145" y="334645"/>
                  </a:lnTo>
                  <a:lnTo>
                    <a:pt x="2652262" y="339024"/>
                  </a:lnTo>
                  <a:lnTo>
                    <a:pt x="2569379" y="343435"/>
                  </a:lnTo>
                  <a:lnTo>
                    <a:pt x="2486496" y="349811"/>
                  </a:lnTo>
                  <a:lnTo>
                    <a:pt x="2403612" y="357093"/>
                  </a:lnTo>
                  <a:lnTo>
                    <a:pt x="2320729" y="363479"/>
                  </a:lnTo>
                  <a:lnTo>
                    <a:pt x="2237846" y="367331"/>
                  </a:lnTo>
                  <a:lnTo>
                    <a:pt x="2154963" y="370755"/>
                  </a:lnTo>
                  <a:lnTo>
                    <a:pt x="2072080" y="374187"/>
                  </a:lnTo>
                  <a:lnTo>
                    <a:pt x="1989196" y="377561"/>
                  </a:lnTo>
                  <a:lnTo>
                    <a:pt x="1906313" y="380773"/>
                  </a:lnTo>
                  <a:lnTo>
                    <a:pt x="1823430" y="383699"/>
                  </a:lnTo>
                  <a:lnTo>
                    <a:pt x="1740547" y="386242"/>
                  </a:lnTo>
                  <a:lnTo>
                    <a:pt x="1657664" y="388720"/>
                  </a:lnTo>
                  <a:lnTo>
                    <a:pt x="1574780" y="391379"/>
                  </a:lnTo>
                  <a:lnTo>
                    <a:pt x="1491897" y="394344"/>
                  </a:lnTo>
                  <a:lnTo>
                    <a:pt x="1409014" y="397733"/>
                  </a:lnTo>
                  <a:lnTo>
                    <a:pt x="1326131" y="401646"/>
                  </a:lnTo>
                  <a:lnTo>
                    <a:pt x="1243248" y="406154"/>
                  </a:lnTo>
                  <a:lnTo>
                    <a:pt x="1160364" y="411302"/>
                  </a:lnTo>
                  <a:lnTo>
                    <a:pt x="1077481" y="417112"/>
                  </a:lnTo>
                  <a:lnTo>
                    <a:pt x="994598" y="423582"/>
                  </a:lnTo>
                  <a:lnTo>
                    <a:pt x="911715" y="430703"/>
                  </a:lnTo>
                  <a:lnTo>
                    <a:pt x="828832" y="438454"/>
                  </a:lnTo>
                  <a:lnTo>
                    <a:pt x="745948" y="446812"/>
                  </a:lnTo>
                  <a:lnTo>
                    <a:pt x="663065" y="455753"/>
                  </a:lnTo>
                  <a:lnTo>
                    <a:pt x="580182" y="465253"/>
                  </a:lnTo>
                  <a:lnTo>
                    <a:pt x="497299" y="475289"/>
                  </a:lnTo>
                  <a:lnTo>
                    <a:pt x="414416" y="485842"/>
                  </a:lnTo>
                  <a:lnTo>
                    <a:pt x="331532" y="496892"/>
                  </a:lnTo>
                  <a:lnTo>
                    <a:pt x="248649" y="508422"/>
                  </a:lnTo>
                  <a:lnTo>
                    <a:pt x="165766" y="520416"/>
                  </a:lnTo>
                  <a:lnTo>
                    <a:pt x="82883" y="532861"/>
                  </a:lnTo>
                  <a:lnTo>
                    <a:pt x="0" y="54574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72465" y="4804802"/>
              <a:ext cx="6015395" cy="278808"/>
            </a:xfrm>
            <a:custGeom>
              <a:avLst/>
              <a:pathLst>
                <a:path w="6015395" h="278808">
                  <a:moveTo>
                    <a:pt x="0" y="0"/>
                  </a:moveTo>
                  <a:lnTo>
                    <a:pt x="82883" y="25699"/>
                  </a:lnTo>
                  <a:lnTo>
                    <a:pt x="165766" y="50250"/>
                  </a:lnTo>
                  <a:lnTo>
                    <a:pt x="248649" y="73641"/>
                  </a:lnTo>
                  <a:lnTo>
                    <a:pt x="331532" y="95857"/>
                  </a:lnTo>
                  <a:lnTo>
                    <a:pt x="414416" y="116880"/>
                  </a:lnTo>
                  <a:lnTo>
                    <a:pt x="497299" y="136694"/>
                  </a:lnTo>
                  <a:lnTo>
                    <a:pt x="580182" y="155278"/>
                  </a:lnTo>
                  <a:lnTo>
                    <a:pt x="663065" y="172612"/>
                  </a:lnTo>
                  <a:lnTo>
                    <a:pt x="745948" y="188672"/>
                  </a:lnTo>
                  <a:lnTo>
                    <a:pt x="828832" y="203434"/>
                  </a:lnTo>
                  <a:lnTo>
                    <a:pt x="911715" y="216873"/>
                  </a:lnTo>
                  <a:lnTo>
                    <a:pt x="994598" y="228964"/>
                  </a:lnTo>
                  <a:lnTo>
                    <a:pt x="1077481" y="239688"/>
                  </a:lnTo>
                  <a:lnTo>
                    <a:pt x="1160364" y="249032"/>
                  </a:lnTo>
                  <a:lnTo>
                    <a:pt x="1243248" y="256997"/>
                  </a:lnTo>
                  <a:lnTo>
                    <a:pt x="1326131" y="263602"/>
                  </a:lnTo>
                  <a:lnTo>
                    <a:pt x="1409014" y="268891"/>
                  </a:lnTo>
                  <a:lnTo>
                    <a:pt x="1491897" y="272936"/>
                  </a:lnTo>
                  <a:lnTo>
                    <a:pt x="1574780" y="275835"/>
                  </a:lnTo>
                  <a:lnTo>
                    <a:pt x="1657664" y="277705"/>
                  </a:lnTo>
                  <a:lnTo>
                    <a:pt x="1740547" y="278672"/>
                  </a:lnTo>
                  <a:lnTo>
                    <a:pt x="1823430" y="278808"/>
                  </a:lnTo>
                  <a:lnTo>
                    <a:pt x="1906313" y="278125"/>
                  </a:lnTo>
                  <a:lnTo>
                    <a:pt x="1989196" y="276735"/>
                  </a:lnTo>
                  <a:lnTo>
                    <a:pt x="2072080" y="274747"/>
                  </a:lnTo>
                  <a:lnTo>
                    <a:pt x="2154963" y="272287"/>
                  </a:lnTo>
                  <a:lnTo>
                    <a:pt x="2237846" y="269520"/>
                  </a:lnTo>
                  <a:lnTo>
                    <a:pt x="2320729" y="266327"/>
                  </a:lnTo>
                  <a:lnTo>
                    <a:pt x="2403612" y="261114"/>
                  </a:lnTo>
                  <a:lnTo>
                    <a:pt x="2486496" y="254476"/>
                  </a:lnTo>
                  <a:lnTo>
                    <a:pt x="2569379" y="247871"/>
                  </a:lnTo>
                  <a:lnTo>
                    <a:pt x="2652262" y="243312"/>
                  </a:lnTo>
                  <a:lnTo>
                    <a:pt x="2735145" y="239866"/>
                  </a:lnTo>
                  <a:lnTo>
                    <a:pt x="2818028" y="236230"/>
                  </a:lnTo>
                  <a:lnTo>
                    <a:pt x="2900912" y="232626"/>
                  </a:lnTo>
                  <a:lnTo>
                    <a:pt x="2983795" y="230229"/>
                  </a:lnTo>
                  <a:lnTo>
                    <a:pt x="3066678" y="230340"/>
                  </a:lnTo>
                  <a:lnTo>
                    <a:pt x="3149561" y="231777"/>
                  </a:lnTo>
                  <a:lnTo>
                    <a:pt x="3232444" y="233121"/>
                  </a:lnTo>
                  <a:lnTo>
                    <a:pt x="3315328" y="234171"/>
                  </a:lnTo>
                  <a:lnTo>
                    <a:pt x="3398211" y="236540"/>
                  </a:lnTo>
                  <a:lnTo>
                    <a:pt x="3481094" y="240076"/>
                  </a:lnTo>
                  <a:lnTo>
                    <a:pt x="3563977" y="243396"/>
                  </a:lnTo>
                  <a:lnTo>
                    <a:pt x="3646860" y="245660"/>
                  </a:lnTo>
                  <a:lnTo>
                    <a:pt x="3729744" y="246446"/>
                  </a:lnTo>
                  <a:lnTo>
                    <a:pt x="3812627" y="246539"/>
                  </a:lnTo>
                  <a:lnTo>
                    <a:pt x="3895510" y="246361"/>
                  </a:lnTo>
                  <a:lnTo>
                    <a:pt x="3978393" y="245854"/>
                  </a:lnTo>
                  <a:lnTo>
                    <a:pt x="4061276" y="245050"/>
                  </a:lnTo>
                  <a:lnTo>
                    <a:pt x="4144160" y="244063"/>
                  </a:lnTo>
                  <a:lnTo>
                    <a:pt x="4227043" y="243074"/>
                  </a:lnTo>
                  <a:lnTo>
                    <a:pt x="4309926" y="242278"/>
                  </a:lnTo>
                  <a:lnTo>
                    <a:pt x="4392809" y="241616"/>
                  </a:lnTo>
                  <a:lnTo>
                    <a:pt x="4475692" y="240956"/>
                  </a:lnTo>
                  <a:lnTo>
                    <a:pt x="4558576" y="240263"/>
                  </a:lnTo>
                  <a:lnTo>
                    <a:pt x="4641459" y="239481"/>
                  </a:lnTo>
                  <a:lnTo>
                    <a:pt x="4724342" y="238537"/>
                  </a:lnTo>
                  <a:lnTo>
                    <a:pt x="4807225" y="237351"/>
                  </a:lnTo>
                  <a:lnTo>
                    <a:pt x="4890108" y="235838"/>
                  </a:lnTo>
                  <a:lnTo>
                    <a:pt x="4972992" y="233917"/>
                  </a:lnTo>
                  <a:lnTo>
                    <a:pt x="5055875" y="231513"/>
                  </a:lnTo>
                  <a:lnTo>
                    <a:pt x="5138758" y="228565"/>
                  </a:lnTo>
                  <a:lnTo>
                    <a:pt x="5221641" y="225024"/>
                  </a:lnTo>
                  <a:lnTo>
                    <a:pt x="5304524" y="220853"/>
                  </a:lnTo>
                  <a:lnTo>
                    <a:pt x="5387408" y="216032"/>
                  </a:lnTo>
                  <a:lnTo>
                    <a:pt x="5470291" y="210546"/>
                  </a:lnTo>
                  <a:lnTo>
                    <a:pt x="5553174" y="204393"/>
                  </a:lnTo>
                  <a:lnTo>
                    <a:pt x="5636057" y="197573"/>
                  </a:lnTo>
                  <a:lnTo>
                    <a:pt x="5718940" y="190092"/>
                  </a:lnTo>
                  <a:lnTo>
                    <a:pt x="5801824" y="181959"/>
                  </a:lnTo>
                  <a:lnTo>
                    <a:pt x="5884707" y="173181"/>
                  </a:lnTo>
                  <a:lnTo>
                    <a:pt x="5967590" y="163768"/>
                  </a:lnTo>
                  <a:lnTo>
                    <a:pt x="6015395" y="1579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072465" y="5130382"/>
              <a:ext cx="6015395" cy="220162"/>
            </a:xfrm>
            <a:custGeom>
              <a:avLst/>
              <a:pathLst>
                <a:path w="6015395" h="220162">
                  <a:moveTo>
                    <a:pt x="6015395" y="198527"/>
                  </a:moveTo>
                  <a:lnTo>
                    <a:pt x="5967590" y="188886"/>
                  </a:lnTo>
                  <a:lnTo>
                    <a:pt x="5884707" y="172993"/>
                  </a:lnTo>
                  <a:lnTo>
                    <a:pt x="5801824" y="157942"/>
                  </a:lnTo>
                  <a:lnTo>
                    <a:pt x="5718940" y="143749"/>
                  </a:lnTo>
                  <a:lnTo>
                    <a:pt x="5636057" y="130432"/>
                  </a:lnTo>
                  <a:lnTo>
                    <a:pt x="5553174" y="118008"/>
                  </a:lnTo>
                  <a:lnTo>
                    <a:pt x="5470291" y="106490"/>
                  </a:lnTo>
                  <a:lnTo>
                    <a:pt x="5387408" y="95889"/>
                  </a:lnTo>
                  <a:lnTo>
                    <a:pt x="5304524" y="86209"/>
                  </a:lnTo>
                  <a:lnTo>
                    <a:pt x="5221641" y="77446"/>
                  </a:lnTo>
                  <a:lnTo>
                    <a:pt x="5138758" y="69586"/>
                  </a:lnTo>
                  <a:lnTo>
                    <a:pt x="5055875" y="62602"/>
                  </a:lnTo>
                  <a:lnTo>
                    <a:pt x="4972992" y="56454"/>
                  </a:lnTo>
                  <a:lnTo>
                    <a:pt x="4890108" y="51087"/>
                  </a:lnTo>
                  <a:lnTo>
                    <a:pt x="4807225" y="46438"/>
                  </a:lnTo>
                  <a:lnTo>
                    <a:pt x="4724342" y="42431"/>
                  </a:lnTo>
                  <a:lnTo>
                    <a:pt x="4641459" y="38992"/>
                  </a:lnTo>
                  <a:lnTo>
                    <a:pt x="4558576" y="36048"/>
                  </a:lnTo>
                  <a:lnTo>
                    <a:pt x="4475692" y="33536"/>
                  </a:lnTo>
                  <a:lnTo>
                    <a:pt x="4392809" y="31408"/>
                  </a:lnTo>
                  <a:lnTo>
                    <a:pt x="4309926" y="29637"/>
                  </a:lnTo>
                  <a:lnTo>
                    <a:pt x="4227043" y="28124"/>
                  </a:lnTo>
                  <a:lnTo>
                    <a:pt x="4144160" y="26765"/>
                  </a:lnTo>
                  <a:lnTo>
                    <a:pt x="4061276" y="25619"/>
                  </a:lnTo>
                  <a:lnTo>
                    <a:pt x="3978393" y="24726"/>
                  </a:lnTo>
                  <a:lnTo>
                    <a:pt x="3895510" y="24064"/>
                  </a:lnTo>
                  <a:lnTo>
                    <a:pt x="3812627" y="23523"/>
                  </a:lnTo>
                  <a:lnTo>
                    <a:pt x="3729744" y="22909"/>
                  </a:lnTo>
                  <a:lnTo>
                    <a:pt x="3646860" y="21065"/>
                  </a:lnTo>
                  <a:lnTo>
                    <a:pt x="3563977" y="17075"/>
                  </a:lnTo>
                  <a:lnTo>
                    <a:pt x="3481094" y="12550"/>
                  </a:lnTo>
                  <a:lnTo>
                    <a:pt x="3398211" y="8764"/>
                  </a:lnTo>
                  <a:lnTo>
                    <a:pt x="3315328" y="6454"/>
                  </a:lnTo>
                  <a:lnTo>
                    <a:pt x="3232444" y="4279"/>
                  </a:lnTo>
                  <a:lnTo>
                    <a:pt x="3149561" y="1532"/>
                  </a:lnTo>
                  <a:lnTo>
                    <a:pt x="3066678" y="0"/>
                  </a:lnTo>
                  <a:lnTo>
                    <a:pt x="2983795" y="271"/>
                  </a:lnTo>
                  <a:lnTo>
                    <a:pt x="2900912" y="1912"/>
                  </a:lnTo>
                  <a:lnTo>
                    <a:pt x="2818028" y="4873"/>
                  </a:lnTo>
                  <a:lnTo>
                    <a:pt x="2735145" y="9064"/>
                  </a:lnTo>
                  <a:lnTo>
                    <a:pt x="2652262" y="13443"/>
                  </a:lnTo>
                  <a:lnTo>
                    <a:pt x="2569379" y="17854"/>
                  </a:lnTo>
                  <a:lnTo>
                    <a:pt x="2486496" y="24230"/>
                  </a:lnTo>
                  <a:lnTo>
                    <a:pt x="2403612" y="31512"/>
                  </a:lnTo>
                  <a:lnTo>
                    <a:pt x="2320729" y="37898"/>
                  </a:lnTo>
                  <a:lnTo>
                    <a:pt x="2237846" y="41751"/>
                  </a:lnTo>
                  <a:lnTo>
                    <a:pt x="2154963" y="45175"/>
                  </a:lnTo>
                  <a:lnTo>
                    <a:pt x="2072080" y="48607"/>
                  </a:lnTo>
                  <a:lnTo>
                    <a:pt x="1989196" y="51981"/>
                  </a:lnTo>
                  <a:lnTo>
                    <a:pt x="1906313" y="55192"/>
                  </a:lnTo>
                  <a:lnTo>
                    <a:pt x="1823430" y="58118"/>
                  </a:lnTo>
                  <a:lnTo>
                    <a:pt x="1740547" y="60661"/>
                  </a:lnTo>
                  <a:lnTo>
                    <a:pt x="1657664" y="63139"/>
                  </a:lnTo>
                  <a:lnTo>
                    <a:pt x="1574780" y="65798"/>
                  </a:lnTo>
                  <a:lnTo>
                    <a:pt x="1491897" y="68763"/>
                  </a:lnTo>
                  <a:lnTo>
                    <a:pt x="1409014" y="72152"/>
                  </a:lnTo>
                  <a:lnTo>
                    <a:pt x="1326131" y="76065"/>
                  </a:lnTo>
                  <a:lnTo>
                    <a:pt x="1243248" y="80573"/>
                  </a:lnTo>
                  <a:lnTo>
                    <a:pt x="1160364" y="85722"/>
                  </a:lnTo>
                  <a:lnTo>
                    <a:pt x="1077481" y="91531"/>
                  </a:lnTo>
                  <a:lnTo>
                    <a:pt x="994598" y="98002"/>
                  </a:lnTo>
                  <a:lnTo>
                    <a:pt x="911715" y="105122"/>
                  </a:lnTo>
                  <a:lnTo>
                    <a:pt x="828832" y="112873"/>
                  </a:lnTo>
                  <a:lnTo>
                    <a:pt x="745948" y="121231"/>
                  </a:lnTo>
                  <a:lnTo>
                    <a:pt x="663065" y="130172"/>
                  </a:lnTo>
                  <a:lnTo>
                    <a:pt x="580182" y="139672"/>
                  </a:lnTo>
                  <a:lnTo>
                    <a:pt x="497299" y="149709"/>
                  </a:lnTo>
                  <a:lnTo>
                    <a:pt x="414416" y="160261"/>
                  </a:lnTo>
                  <a:lnTo>
                    <a:pt x="331532" y="171311"/>
                  </a:lnTo>
                  <a:lnTo>
                    <a:pt x="248649" y="182841"/>
                  </a:lnTo>
                  <a:lnTo>
                    <a:pt x="165766" y="194835"/>
                  </a:lnTo>
                  <a:lnTo>
                    <a:pt x="82883" y="207280"/>
                  </a:lnTo>
                  <a:lnTo>
                    <a:pt x="0" y="2201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72465" y="5077674"/>
              <a:ext cx="6015395" cy="68172"/>
            </a:xfrm>
            <a:custGeom>
              <a:avLst/>
              <a:pathLst>
                <a:path w="6015395" h="68172">
                  <a:moveTo>
                    <a:pt x="0" y="0"/>
                  </a:moveTo>
                  <a:lnTo>
                    <a:pt x="82883" y="6408"/>
                  </a:lnTo>
                  <a:lnTo>
                    <a:pt x="165766" y="12461"/>
                  </a:lnTo>
                  <a:lnTo>
                    <a:pt x="248649" y="18160"/>
                  </a:lnTo>
                  <a:lnTo>
                    <a:pt x="331532" y="23503"/>
                  </a:lnTo>
                  <a:lnTo>
                    <a:pt x="414416" y="28489"/>
                  </a:lnTo>
                  <a:lnTo>
                    <a:pt x="497299" y="33120"/>
                  </a:lnTo>
                  <a:lnTo>
                    <a:pt x="580182" y="37394"/>
                  </a:lnTo>
                  <a:lnTo>
                    <a:pt x="663065" y="41311"/>
                  </a:lnTo>
                  <a:lnTo>
                    <a:pt x="745948" y="44870"/>
                  </a:lnTo>
                  <a:lnTo>
                    <a:pt x="828832" y="48072"/>
                  </a:lnTo>
                  <a:lnTo>
                    <a:pt x="911715" y="50916"/>
                  </a:lnTo>
                  <a:lnTo>
                    <a:pt x="994598" y="53401"/>
                  </a:lnTo>
                  <a:lnTo>
                    <a:pt x="1077481" y="55528"/>
                  </a:lnTo>
                  <a:lnTo>
                    <a:pt x="1160364" y="57296"/>
                  </a:lnTo>
                  <a:lnTo>
                    <a:pt x="1243248" y="58704"/>
                  </a:lnTo>
                  <a:lnTo>
                    <a:pt x="1326131" y="59752"/>
                  </a:lnTo>
                  <a:lnTo>
                    <a:pt x="1409014" y="60440"/>
                  </a:lnTo>
                  <a:lnTo>
                    <a:pt x="1491897" y="60768"/>
                  </a:lnTo>
                  <a:lnTo>
                    <a:pt x="1574780" y="60735"/>
                  </a:lnTo>
                  <a:lnTo>
                    <a:pt x="1657664" y="60341"/>
                  </a:lnTo>
                  <a:lnTo>
                    <a:pt x="1740547" y="59585"/>
                  </a:lnTo>
                  <a:lnTo>
                    <a:pt x="1823430" y="58381"/>
                  </a:lnTo>
                  <a:lnTo>
                    <a:pt x="1906313" y="56577"/>
                  </a:lnTo>
                  <a:lnTo>
                    <a:pt x="1989196" y="54276"/>
                  </a:lnTo>
                  <a:lnTo>
                    <a:pt x="2072080" y="51595"/>
                  </a:lnTo>
                  <a:lnTo>
                    <a:pt x="2154963" y="48649"/>
                  </a:lnTo>
                  <a:lnTo>
                    <a:pt x="2237846" y="45554"/>
                  </a:lnTo>
                  <a:lnTo>
                    <a:pt x="2320729" y="42031"/>
                  </a:lnTo>
                  <a:lnTo>
                    <a:pt x="2403612" y="36232"/>
                  </a:lnTo>
                  <a:lnTo>
                    <a:pt x="2486496" y="29271"/>
                  </a:lnTo>
                  <a:lnTo>
                    <a:pt x="2569379" y="22781"/>
                  </a:lnTo>
                  <a:lnTo>
                    <a:pt x="2652262" y="18296"/>
                  </a:lnTo>
                  <a:lnTo>
                    <a:pt x="2735145" y="14384"/>
                  </a:lnTo>
                  <a:lnTo>
                    <a:pt x="2818028" y="10470"/>
                  </a:lnTo>
                  <a:lnTo>
                    <a:pt x="2900912" y="7187"/>
                  </a:lnTo>
                  <a:lnTo>
                    <a:pt x="2983795" y="5168"/>
                  </a:lnTo>
                  <a:lnTo>
                    <a:pt x="3066678" y="5088"/>
                  </a:lnTo>
                  <a:lnTo>
                    <a:pt x="3149561" y="6573"/>
                  </a:lnTo>
                  <a:lnTo>
                    <a:pt x="3232444" y="8619"/>
                  </a:lnTo>
                  <a:lnTo>
                    <a:pt x="3315328" y="10231"/>
                  </a:lnTo>
                  <a:lnTo>
                    <a:pt x="3398211" y="12571"/>
                  </a:lnTo>
                  <a:lnTo>
                    <a:pt x="3481094" y="16231"/>
                  </a:lnTo>
                  <a:lnTo>
                    <a:pt x="3563977" y="20154"/>
                  </a:lnTo>
                  <a:lnTo>
                    <a:pt x="3646860" y="23281"/>
                  </a:lnTo>
                  <a:lnTo>
                    <a:pt x="3729744" y="24596"/>
                  </a:lnTo>
                  <a:lnTo>
                    <a:pt x="3812627" y="24950"/>
                  </a:lnTo>
                  <a:lnTo>
                    <a:pt x="3895510" y="25131"/>
                  </a:lnTo>
                  <a:lnTo>
                    <a:pt x="3978393" y="25209"/>
                  </a:lnTo>
                  <a:lnTo>
                    <a:pt x="4061276" y="25253"/>
                  </a:lnTo>
                  <a:lnTo>
                    <a:pt x="4144160" y="25333"/>
                  </a:lnTo>
                  <a:lnTo>
                    <a:pt x="4227043" y="25517"/>
                  </a:lnTo>
                  <a:lnTo>
                    <a:pt x="4309926" y="25876"/>
                  </a:lnTo>
                  <a:lnTo>
                    <a:pt x="4392809" y="26431"/>
                  </a:lnTo>
                  <a:lnTo>
                    <a:pt x="4475692" y="27165"/>
                  </a:lnTo>
                  <a:lnTo>
                    <a:pt x="4558576" y="28074"/>
                  </a:lnTo>
                  <a:lnTo>
                    <a:pt x="4641459" y="29155"/>
                  </a:lnTo>
                  <a:lnTo>
                    <a:pt x="4724342" y="30403"/>
                  </a:lnTo>
                  <a:lnTo>
                    <a:pt x="4807225" y="31813"/>
                  </a:lnTo>
                  <a:lnTo>
                    <a:pt x="4890108" y="33381"/>
                  </a:lnTo>
                  <a:lnTo>
                    <a:pt x="4972992" y="35104"/>
                  </a:lnTo>
                  <a:lnTo>
                    <a:pt x="5055875" y="36976"/>
                  </a:lnTo>
                  <a:lnTo>
                    <a:pt x="5138758" y="38994"/>
                  </a:lnTo>
                  <a:lnTo>
                    <a:pt x="5221641" y="41153"/>
                  </a:lnTo>
                  <a:lnTo>
                    <a:pt x="5304524" y="43450"/>
                  </a:lnTo>
                  <a:lnTo>
                    <a:pt x="5387408" y="45879"/>
                  </a:lnTo>
                  <a:lnTo>
                    <a:pt x="5470291" y="48437"/>
                  </a:lnTo>
                  <a:lnTo>
                    <a:pt x="5553174" y="51119"/>
                  </a:lnTo>
                  <a:lnTo>
                    <a:pt x="5636057" y="53921"/>
                  </a:lnTo>
                  <a:lnTo>
                    <a:pt x="5718940" y="56839"/>
                  </a:lnTo>
                  <a:lnTo>
                    <a:pt x="5801824" y="59869"/>
                  </a:lnTo>
                  <a:lnTo>
                    <a:pt x="5884707" y="63006"/>
                  </a:lnTo>
                  <a:lnTo>
                    <a:pt x="5967590" y="66246"/>
                  </a:lnTo>
                  <a:lnTo>
                    <a:pt x="6015395" y="6817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072465" y="4885401"/>
              <a:ext cx="6015395" cy="493058"/>
            </a:xfrm>
            <a:custGeom>
              <a:avLst/>
              <a:pathLst>
                <a:path w="6015395" h="493058">
                  <a:moveTo>
                    <a:pt x="0" y="143826"/>
                  </a:moveTo>
                  <a:lnTo>
                    <a:pt x="82883" y="152734"/>
                  </a:lnTo>
                  <a:lnTo>
                    <a:pt x="165766" y="161162"/>
                  </a:lnTo>
                  <a:lnTo>
                    <a:pt x="248649" y="169094"/>
                  </a:lnTo>
                  <a:lnTo>
                    <a:pt x="331532" y="176512"/>
                  </a:lnTo>
                  <a:lnTo>
                    <a:pt x="414416" y="183397"/>
                  </a:lnTo>
                  <a:lnTo>
                    <a:pt x="497299" y="189731"/>
                  </a:lnTo>
                  <a:lnTo>
                    <a:pt x="580182" y="195491"/>
                  </a:lnTo>
                  <a:lnTo>
                    <a:pt x="663065" y="200653"/>
                  </a:lnTo>
                  <a:lnTo>
                    <a:pt x="745948" y="205193"/>
                  </a:lnTo>
                  <a:lnTo>
                    <a:pt x="828832" y="209085"/>
                  </a:lnTo>
                  <a:lnTo>
                    <a:pt x="911715" y="212301"/>
                  </a:lnTo>
                  <a:lnTo>
                    <a:pt x="994598" y="214816"/>
                  </a:lnTo>
                  <a:lnTo>
                    <a:pt x="1077481" y="216607"/>
                  </a:lnTo>
                  <a:lnTo>
                    <a:pt x="1160364" y="217661"/>
                  </a:lnTo>
                  <a:lnTo>
                    <a:pt x="1243248" y="217973"/>
                  </a:lnTo>
                  <a:lnTo>
                    <a:pt x="1326131" y="217559"/>
                  </a:lnTo>
                  <a:lnTo>
                    <a:pt x="1409014" y="216457"/>
                  </a:lnTo>
                  <a:lnTo>
                    <a:pt x="1491897" y="214733"/>
                  </a:lnTo>
                  <a:lnTo>
                    <a:pt x="1574780" y="212475"/>
                  </a:lnTo>
                  <a:lnTo>
                    <a:pt x="1657664" y="209792"/>
                  </a:lnTo>
                  <a:lnTo>
                    <a:pt x="1740547" y="206799"/>
                  </a:lnTo>
                  <a:lnTo>
                    <a:pt x="1823430" y="203711"/>
                  </a:lnTo>
                  <a:lnTo>
                    <a:pt x="1906313" y="200829"/>
                  </a:lnTo>
                  <a:lnTo>
                    <a:pt x="1989196" y="198116"/>
                  </a:lnTo>
                  <a:lnTo>
                    <a:pt x="2072080" y="195513"/>
                  </a:lnTo>
                  <a:lnTo>
                    <a:pt x="2154963" y="192981"/>
                  </a:lnTo>
                  <a:lnTo>
                    <a:pt x="2237846" y="190513"/>
                  </a:lnTo>
                  <a:lnTo>
                    <a:pt x="2320729" y="188401"/>
                  </a:lnTo>
                  <a:lnTo>
                    <a:pt x="2403612" y="187812"/>
                  </a:lnTo>
                  <a:lnTo>
                    <a:pt x="2486496" y="187787"/>
                  </a:lnTo>
                  <a:lnTo>
                    <a:pt x="2569379" y="187449"/>
                  </a:lnTo>
                  <a:lnTo>
                    <a:pt x="2652262" y="186632"/>
                  </a:lnTo>
                  <a:lnTo>
                    <a:pt x="2735145" y="187848"/>
                  </a:lnTo>
                  <a:lnTo>
                    <a:pt x="2818028" y="190331"/>
                  </a:lnTo>
                  <a:lnTo>
                    <a:pt x="2900912" y="192167"/>
                  </a:lnTo>
                  <a:lnTo>
                    <a:pt x="2983795" y="192339"/>
                  </a:lnTo>
                  <a:lnTo>
                    <a:pt x="3066678" y="192391"/>
                  </a:lnTo>
                  <a:lnTo>
                    <a:pt x="3149561" y="193143"/>
                  </a:lnTo>
                  <a:lnTo>
                    <a:pt x="3232444" y="193077"/>
                  </a:lnTo>
                  <a:lnTo>
                    <a:pt x="3315328" y="191815"/>
                  </a:lnTo>
                  <a:lnTo>
                    <a:pt x="3398211" y="189851"/>
                  </a:lnTo>
                  <a:lnTo>
                    <a:pt x="3481094" y="187267"/>
                  </a:lnTo>
                  <a:lnTo>
                    <a:pt x="3563977" y="184059"/>
                  </a:lnTo>
                  <a:lnTo>
                    <a:pt x="3646860" y="180731"/>
                  </a:lnTo>
                  <a:lnTo>
                    <a:pt x="3729744" y="178132"/>
                  </a:lnTo>
                  <a:lnTo>
                    <a:pt x="3812627" y="175967"/>
                  </a:lnTo>
                  <a:lnTo>
                    <a:pt x="3895510" y="173713"/>
                  </a:lnTo>
                  <a:lnTo>
                    <a:pt x="3978393" y="171291"/>
                  </a:lnTo>
                  <a:lnTo>
                    <a:pt x="4061276" y="168703"/>
                  </a:lnTo>
                  <a:lnTo>
                    <a:pt x="4144160" y="166033"/>
                  </a:lnTo>
                  <a:lnTo>
                    <a:pt x="4227043" y="163423"/>
                  </a:lnTo>
                  <a:lnTo>
                    <a:pt x="4309926" y="161033"/>
                  </a:lnTo>
                  <a:lnTo>
                    <a:pt x="4392809" y="158613"/>
                  </a:lnTo>
                  <a:lnTo>
                    <a:pt x="4475692" y="155920"/>
                  </a:lnTo>
                  <a:lnTo>
                    <a:pt x="4558576" y="152930"/>
                  </a:lnTo>
                  <a:lnTo>
                    <a:pt x="4641459" y="149599"/>
                  </a:lnTo>
                  <a:lnTo>
                    <a:pt x="4724342" y="145867"/>
                  </a:lnTo>
                  <a:lnTo>
                    <a:pt x="4807225" y="141667"/>
                  </a:lnTo>
                  <a:lnTo>
                    <a:pt x="4890108" y="136927"/>
                  </a:lnTo>
                  <a:lnTo>
                    <a:pt x="4972992" y="131579"/>
                  </a:lnTo>
                  <a:lnTo>
                    <a:pt x="5055875" y="125562"/>
                  </a:lnTo>
                  <a:lnTo>
                    <a:pt x="5138758" y="118826"/>
                  </a:lnTo>
                  <a:lnTo>
                    <a:pt x="5221641" y="111332"/>
                  </a:lnTo>
                  <a:lnTo>
                    <a:pt x="5304524" y="103056"/>
                  </a:lnTo>
                  <a:lnTo>
                    <a:pt x="5387408" y="93986"/>
                  </a:lnTo>
                  <a:lnTo>
                    <a:pt x="5470291" y="84119"/>
                  </a:lnTo>
                  <a:lnTo>
                    <a:pt x="5553174" y="73458"/>
                  </a:lnTo>
                  <a:lnTo>
                    <a:pt x="5636057" y="62015"/>
                  </a:lnTo>
                  <a:lnTo>
                    <a:pt x="5718940" y="49803"/>
                  </a:lnTo>
                  <a:lnTo>
                    <a:pt x="5801824" y="36838"/>
                  </a:lnTo>
                  <a:lnTo>
                    <a:pt x="5884707" y="23138"/>
                  </a:lnTo>
                  <a:lnTo>
                    <a:pt x="5967590" y="8720"/>
                  </a:lnTo>
                  <a:lnTo>
                    <a:pt x="6015395" y="0"/>
                  </a:lnTo>
                  <a:lnTo>
                    <a:pt x="6015395" y="346057"/>
                  </a:lnTo>
                  <a:lnTo>
                    <a:pt x="5967590" y="340192"/>
                  </a:lnTo>
                  <a:lnTo>
                    <a:pt x="5884707" y="330693"/>
                  </a:lnTo>
                  <a:lnTo>
                    <a:pt x="5801824" y="321870"/>
                  </a:lnTo>
                  <a:lnTo>
                    <a:pt x="5718940" y="313732"/>
                  </a:lnTo>
                  <a:lnTo>
                    <a:pt x="5636057" y="306287"/>
                  </a:lnTo>
                  <a:lnTo>
                    <a:pt x="5553174" y="299541"/>
                  </a:lnTo>
                  <a:lnTo>
                    <a:pt x="5470291" y="293499"/>
                  </a:lnTo>
                  <a:lnTo>
                    <a:pt x="5387408" y="288162"/>
                  </a:lnTo>
                  <a:lnTo>
                    <a:pt x="5304524" y="283525"/>
                  </a:lnTo>
                  <a:lnTo>
                    <a:pt x="5221641" y="279577"/>
                  </a:lnTo>
                  <a:lnTo>
                    <a:pt x="5138758" y="276294"/>
                  </a:lnTo>
                  <a:lnTo>
                    <a:pt x="5055875" y="273643"/>
                  </a:lnTo>
                  <a:lnTo>
                    <a:pt x="4972992" y="271577"/>
                  </a:lnTo>
                  <a:lnTo>
                    <a:pt x="4890108" y="270037"/>
                  </a:lnTo>
                  <a:lnTo>
                    <a:pt x="4807225" y="268952"/>
                  </a:lnTo>
                  <a:lnTo>
                    <a:pt x="4724342" y="268244"/>
                  </a:lnTo>
                  <a:lnTo>
                    <a:pt x="4641459" y="267834"/>
                  </a:lnTo>
                  <a:lnTo>
                    <a:pt x="4558576" y="267642"/>
                  </a:lnTo>
                  <a:lnTo>
                    <a:pt x="4475692" y="267603"/>
                  </a:lnTo>
                  <a:lnTo>
                    <a:pt x="4392809" y="267660"/>
                  </a:lnTo>
                  <a:lnTo>
                    <a:pt x="4309926" y="267781"/>
                  </a:lnTo>
                  <a:lnTo>
                    <a:pt x="4227043" y="267990"/>
                  </a:lnTo>
                  <a:lnTo>
                    <a:pt x="4144160" y="268380"/>
                  </a:lnTo>
                  <a:lnTo>
                    <a:pt x="4061276" y="269034"/>
                  </a:lnTo>
                  <a:lnTo>
                    <a:pt x="3978393" y="270018"/>
                  </a:lnTo>
                  <a:lnTo>
                    <a:pt x="3895510" y="271335"/>
                  </a:lnTo>
                  <a:lnTo>
                    <a:pt x="3812627" y="272909"/>
                  </a:lnTo>
                  <a:lnTo>
                    <a:pt x="3729744" y="274581"/>
                  </a:lnTo>
                  <a:lnTo>
                    <a:pt x="3646860" y="276180"/>
                  </a:lnTo>
                  <a:lnTo>
                    <a:pt x="3563977" y="277877"/>
                  </a:lnTo>
                  <a:lnTo>
                    <a:pt x="3481094" y="279947"/>
                  </a:lnTo>
                  <a:lnTo>
                    <a:pt x="3398211" y="282294"/>
                  </a:lnTo>
                  <a:lnTo>
                    <a:pt x="3315328" y="284314"/>
                  </a:lnTo>
                  <a:lnTo>
                    <a:pt x="3232444" y="284511"/>
                  </a:lnTo>
                  <a:lnTo>
                    <a:pt x="3149561" y="283252"/>
                  </a:lnTo>
                  <a:lnTo>
                    <a:pt x="3066678" y="282410"/>
                  </a:lnTo>
                  <a:lnTo>
                    <a:pt x="2983795" y="282719"/>
                  </a:lnTo>
                  <a:lnTo>
                    <a:pt x="2900912" y="281833"/>
                  </a:lnTo>
                  <a:lnTo>
                    <a:pt x="2818028" y="279390"/>
                  </a:lnTo>
                  <a:lnTo>
                    <a:pt x="2735145" y="277430"/>
                  </a:lnTo>
                  <a:lnTo>
                    <a:pt x="2652262" y="277096"/>
                  </a:lnTo>
                  <a:lnTo>
                    <a:pt x="2569379" y="277773"/>
                  </a:lnTo>
                  <a:lnTo>
                    <a:pt x="2486496" y="277896"/>
                  </a:lnTo>
                  <a:lnTo>
                    <a:pt x="2403612" y="278529"/>
                  </a:lnTo>
                  <a:lnTo>
                    <a:pt x="2320729" y="280226"/>
                  </a:lnTo>
                  <a:lnTo>
                    <a:pt x="2237846" y="282963"/>
                  </a:lnTo>
                  <a:lnTo>
                    <a:pt x="2154963" y="286051"/>
                  </a:lnTo>
                  <a:lnTo>
                    <a:pt x="2072080" y="289502"/>
                  </a:lnTo>
                  <a:lnTo>
                    <a:pt x="1989196" y="293414"/>
                  </a:lnTo>
                  <a:lnTo>
                    <a:pt x="1906313" y="297850"/>
                  </a:lnTo>
                  <a:lnTo>
                    <a:pt x="1823430" y="302852"/>
                  </a:lnTo>
                  <a:lnTo>
                    <a:pt x="1740547" y="308471"/>
                  </a:lnTo>
                  <a:lnTo>
                    <a:pt x="1657664" y="314721"/>
                  </a:lnTo>
                  <a:lnTo>
                    <a:pt x="1574780" y="321685"/>
                  </a:lnTo>
                  <a:lnTo>
                    <a:pt x="1491897" y="329485"/>
                  </a:lnTo>
                  <a:lnTo>
                    <a:pt x="1409014" y="338236"/>
                  </a:lnTo>
                  <a:lnTo>
                    <a:pt x="1326131" y="348035"/>
                  </a:lnTo>
                  <a:lnTo>
                    <a:pt x="1243248" y="358952"/>
                  </a:lnTo>
                  <a:lnTo>
                    <a:pt x="1160364" y="371035"/>
                  </a:lnTo>
                  <a:lnTo>
                    <a:pt x="1077481" y="384304"/>
                  </a:lnTo>
                  <a:lnTo>
                    <a:pt x="994598" y="398765"/>
                  </a:lnTo>
                  <a:lnTo>
                    <a:pt x="911715" y="414408"/>
                  </a:lnTo>
                  <a:lnTo>
                    <a:pt x="828832" y="431220"/>
                  </a:lnTo>
                  <a:lnTo>
                    <a:pt x="745948" y="449181"/>
                  </a:lnTo>
                  <a:lnTo>
                    <a:pt x="663065" y="468271"/>
                  </a:lnTo>
                  <a:lnTo>
                    <a:pt x="580182" y="488471"/>
                  </a:lnTo>
                  <a:lnTo>
                    <a:pt x="562326" y="49305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72465" y="4885401"/>
              <a:ext cx="6015395" cy="217973"/>
            </a:xfrm>
            <a:custGeom>
              <a:avLst/>
              <a:pathLst>
                <a:path w="6015395" h="217973">
                  <a:moveTo>
                    <a:pt x="0" y="143826"/>
                  </a:moveTo>
                  <a:lnTo>
                    <a:pt x="82883" y="152734"/>
                  </a:lnTo>
                  <a:lnTo>
                    <a:pt x="165766" y="161162"/>
                  </a:lnTo>
                  <a:lnTo>
                    <a:pt x="248649" y="169094"/>
                  </a:lnTo>
                  <a:lnTo>
                    <a:pt x="331532" y="176512"/>
                  </a:lnTo>
                  <a:lnTo>
                    <a:pt x="414416" y="183397"/>
                  </a:lnTo>
                  <a:lnTo>
                    <a:pt x="497299" y="189731"/>
                  </a:lnTo>
                  <a:lnTo>
                    <a:pt x="580182" y="195491"/>
                  </a:lnTo>
                  <a:lnTo>
                    <a:pt x="663065" y="200653"/>
                  </a:lnTo>
                  <a:lnTo>
                    <a:pt x="745948" y="205193"/>
                  </a:lnTo>
                  <a:lnTo>
                    <a:pt x="828832" y="209085"/>
                  </a:lnTo>
                  <a:lnTo>
                    <a:pt x="911715" y="212301"/>
                  </a:lnTo>
                  <a:lnTo>
                    <a:pt x="994598" y="214816"/>
                  </a:lnTo>
                  <a:lnTo>
                    <a:pt x="1077481" y="216607"/>
                  </a:lnTo>
                  <a:lnTo>
                    <a:pt x="1160364" y="217661"/>
                  </a:lnTo>
                  <a:lnTo>
                    <a:pt x="1243248" y="217973"/>
                  </a:lnTo>
                  <a:lnTo>
                    <a:pt x="1326131" y="217559"/>
                  </a:lnTo>
                  <a:lnTo>
                    <a:pt x="1409014" y="216457"/>
                  </a:lnTo>
                  <a:lnTo>
                    <a:pt x="1491897" y="214733"/>
                  </a:lnTo>
                  <a:lnTo>
                    <a:pt x="1574780" y="212475"/>
                  </a:lnTo>
                  <a:lnTo>
                    <a:pt x="1657664" y="209792"/>
                  </a:lnTo>
                  <a:lnTo>
                    <a:pt x="1740547" y="206799"/>
                  </a:lnTo>
                  <a:lnTo>
                    <a:pt x="1823430" y="203711"/>
                  </a:lnTo>
                  <a:lnTo>
                    <a:pt x="1906313" y="200829"/>
                  </a:lnTo>
                  <a:lnTo>
                    <a:pt x="1989196" y="198116"/>
                  </a:lnTo>
                  <a:lnTo>
                    <a:pt x="2072080" y="195513"/>
                  </a:lnTo>
                  <a:lnTo>
                    <a:pt x="2154963" y="192981"/>
                  </a:lnTo>
                  <a:lnTo>
                    <a:pt x="2237846" y="190513"/>
                  </a:lnTo>
                  <a:lnTo>
                    <a:pt x="2320729" y="188401"/>
                  </a:lnTo>
                  <a:lnTo>
                    <a:pt x="2403612" y="187812"/>
                  </a:lnTo>
                  <a:lnTo>
                    <a:pt x="2486496" y="187787"/>
                  </a:lnTo>
                  <a:lnTo>
                    <a:pt x="2569379" y="187449"/>
                  </a:lnTo>
                  <a:lnTo>
                    <a:pt x="2652262" y="186632"/>
                  </a:lnTo>
                  <a:lnTo>
                    <a:pt x="2735145" y="187848"/>
                  </a:lnTo>
                  <a:lnTo>
                    <a:pt x="2818028" y="190331"/>
                  </a:lnTo>
                  <a:lnTo>
                    <a:pt x="2900912" y="192167"/>
                  </a:lnTo>
                  <a:lnTo>
                    <a:pt x="2983795" y="192339"/>
                  </a:lnTo>
                  <a:lnTo>
                    <a:pt x="3066678" y="192391"/>
                  </a:lnTo>
                  <a:lnTo>
                    <a:pt x="3149561" y="193143"/>
                  </a:lnTo>
                  <a:lnTo>
                    <a:pt x="3232444" y="193077"/>
                  </a:lnTo>
                  <a:lnTo>
                    <a:pt x="3315328" y="191815"/>
                  </a:lnTo>
                  <a:lnTo>
                    <a:pt x="3398211" y="189851"/>
                  </a:lnTo>
                  <a:lnTo>
                    <a:pt x="3481094" y="187267"/>
                  </a:lnTo>
                  <a:lnTo>
                    <a:pt x="3563977" y="184059"/>
                  </a:lnTo>
                  <a:lnTo>
                    <a:pt x="3646860" y="180731"/>
                  </a:lnTo>
                  <a:lnTo>
                    <a:pt x="3729744" y="178132"/>
                  </a:lnTo>
                  <a:lnTo>
                    <a:pt x="3812627" y="175967"/>
                  </a:lnTo>
                  <a:lnTo>
                    <a:pt x="3895510" y="173713"/>
                  </a:lnTo>
                  <a:lnTo>
                    <a:pt x="3978393" y="171291"/>
                  </a:lnTo>
                  <a:lnTo>
                    <a:pt x="4061276" y="168703"/>
                  </a:lnTo>
                  <a:lnTo>
                    <a:pt x="4144160" y="166033"/>
                  </a:lnTo>
                  <a:lnTo>
                    <a:pt x="4227043" y="163423"/>
                  </a:lnTo>
                  <a:lnTo>
                    <a:pt x="4309926" y="161033"/>
                  </a:lnTo>
                  <a:lnTo>
                    <a:pt x="4392809" y="158613"/>
                  </a:lnTo>
                  <a:lnTo>
                    <a:pt x="4475692" y="155920"/>
                  </a:lnTo>
                  <a:lnTo>
                    <a:pt x="4558576" y="152930"/>
                  </a:lnTo>
                  <a:lnTo>
                    <a:pt x="4641459" y="149599"/>
                  </a:lnTo>
                  <a:lnTo>
                    <a:pt x="4724342" y="145867"/>
                  </a:lnTo>
                  <a:lnTo>
                    <a:pt x="4807225" y="141667"/>
                  </a:lnTo>
                  <a:lnTo>
                    <a:pt x="4890108" y="136927"/>
                  </a:lnTo>
                  <a:lnTo>
                    <a:pt x="4972992" y="131579"/>
                  </a:lnTo>
                  <a:lnTo>
                    <a:pt x="5055875" y="125562"/>
                  </a:lnTo>
                  <a:lnTo>
                    <a:pt x="5138758" y="118826"/>
                  </a:lnTo>
                  <a:lnTo>
                    <a:pt x="5221641" y="111332"/>
                  </a:lnTo>
                  <a:lnTo>
                    <a:pt x="5304524" y="103056"/>
                  </a:lnTo>
                  <a:lnTo>
                    <a:pt x="5387408" y="93986"/>
                  </a:lnTo>
                  <a:lnTo>
                    <a:pt x="5470291" y="84119"/>
                  </a:lnTo>
                  <a:lnTo>
                    <a:pt x="5553174" y="73458"/>
                  </a:lnTo>
                  <a:lnTo>
                    <a:pt x="5636057" y="62015"/>
                  </a:lnTo>
                  <a:lnTo>
                    <a:pt x="5718940" y="49803"/>
                  </a:lnTo>
                  <a:lnTo>
                    <a:pt x="5801824" y="36838"/>
                  </a:lnTo>
                  <a:lnTo>
                    <a:pt x="5884707" y="23138"/>
                  </a:lnTo>
                  <a:lnTo>
                    <a:pt x="5967590" y="8720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634791" y="5153004"/>
              <a:ext cx="5453069" cy="225455"/>
            </a:xfrm>
            <a:custGeom>
              <a:avLst/>
              <a:pathLst>
                <a:path w="5453069" h="225455">
                  <a:moveTo>
                    <a:pt x="5453069" y="78454"/>
                  </a:moveTo>
                  <a:lnTo>
                    <a:pt x="5405263" y="72589"/>
                  </a:lnTo>
                  <a:lnTo>
                    <a:pt x="5322380" y="63090"/>
                  </a:lnTo>
                  <a:lnTo>
                    <a:pt x="5239497" y="54267"/>
                  </a:lnTo>
                  <a:lnTo>
                    <a:pt x="5156614" y="46129"/>
                  </a:lnTo>
                  <a:lnTo>
                    <a:pt x="5073730" y="38684"/>
                  </a:lnTo>
                  <a:lnTo>
                    <a:pt x="4990847" y="31938"/>
                  </a:lnTo>
                  <a:lnTo>
                    <a:pt x="4907964" y="25896"/>
                  </a:lnTo>
                  <a:lnTo>
                    <a:pt x="4825081" y="20559"/>
                  </a:lnTo>
                  <a:lnTo>
                    <a:pt x="4742198" y="15922"/>
                  </a:lnTo>
                  <a:lnTo>
                    <a:pt x="4659314" y="11973"/>
                  </a:lnTo>
                  <a:lnTo>
                    <a:pt x="4576431" y="8691"/>
                  </a:lnTo>
                  <a:lnTo>
                    <a:pt x="4493548" y="6040"/>
                  </a:lnTo>
                  <a:lnTo>
                    <a:pt x="4410665" y="3974"/>
                  </a:lnTo>
                  <a:lnTo>
                    <a:pt x="4327782" y="2434"/>
                  </a:lnTo>
                  <a:lnTo>
                    <a:pt x="4244898" y="1349"/>
                  </a:lnTo>
                  <a:lnTo>
                    <a:pt x="4162015" y="641"/>
                  </a:lnTo>
                  <a:lnTo>
                    <a:pt x="4079132" y="231"/>
                  </a:lnTo>
                  <a:lnTo>
                    <a:pt x="3996249" y="39"/>
                  </a:lnTo>
                  <a:lnTo>
                    <a:pt x="3913366" y="0"/>
                  </a:lnTo>
                  <a:lnTo>
                    <a:pt x="3830482" y="57"/>
                  </a:lnTo>
                  <a:lnTo>
                    <a:pt x="3747599" y="178"/>
                  </a:lnTo>
                  <a:lnTo>
                    <a:pt x="3664716" y="387"/>
                  </a:lnTo>
                  <a:lnTo>
                    <a:pt x="3581833" y="776"/>
                  </a:lnTo>
                  <a:lnTo>
                    <a:pt x="3498950" y="1431"/>
                  </a:lnTo>
                  <a:lnTo>
                    <a:pt x="3416066" y="2414"/>
                  </a:lnTo>
                  <a:lnTo>
                    <a:pt x="3333183" y="3732"/>
                  </a:lnTo>
                  <a:lnTo>
                    <a:pt x="3250300" y="5306"/>
                  </a:lnTo>
                  <a:lnTo>
                    <a:pt x="3167417" y="6978"/>
                  </a:lnTo>
                  <a:lnTo>
                    <a:pt x="3084534" y="8577"/>
                  </a:lnTo>
                  <a:lnTo>
                    <a:pt x="3001650" y="10274"/>
                  </a:lnTo>
                  <a:lnTo>
                    <a:pt x="2918767" y="12344"/>
                  </a:lnTo>
                  <a:lnTo>
                    <a:pt x="2835884" y="14691"/>
                  </a:lnTo>
                  <a:lnTo>
                    <a:pt x="2753001" y="16711"/>
                  </a:lnTo>
                  <a:lnTo>
                    <a:pt x="2670118" y="16908"/>
                  </a:lnTo>
                  <a:lnTo>
                    <a:pt x="2587234" y="15649"/>
                  </a:lnTo>
                  <a:lnTo>
                    <a:pt x="2504351" y="14807"/>
                  </a:lnTo>
                  <a:lnTo>
                    <a:pt x="2421468" y="15116"/>
                  </a:lnTo>
                  <a:lnTo>
                    <a:pt x="2338585" y="14230"/>
                  </a:lnTo>
                  <a:lnTo>
                    <a:pt x="2255702" y="11787"/>
                  </a:lnTo>
                  <a:lnTo>
                    <a:pt x="2172818" y="9827"/>
                  </a:lnTo>
                  <a:lnTo>
                    <a:pt x="2089935" y="9493"/>
                  </a:lnTo>
                  <a:lnTo>
                    <a:pt x="2007052" y="10170"/>
                  </a:lnTo>
                  <a:lnTo>
                    <a:pt x="1924169" y="10293"/>
                  </a:lnTo>
                  <a:lnTo>
                    <a:pt x="1841286" y="10926"/>
                  </a:lnTo>
                  <a:lnTo>
                    <a:pt x="1758402" y="12623"/>
                  </a:lnTo>
                  <a:lnTo>
                    <a:pt x="1675519" y="15360"/>
                  </a:lnTo>
                  <a:lnTo>
                    <a:pt x="1592636" y="18448"/>
                  </a:lnTo>
                  <a:lnTo>
                    <a:pt x="1509753" y="21899"/>
                  </a:lnTo>
                  <a:lnTo>
                    <a:pt x="1426870" y="25811"/>
                  </a:lnTo>
                  <a:lnTo>
                    <a:pt x="1343986" y="30247"/>
                  </a:lnTo>
                  <a:lnTo>
                    <a:pt x="1261103" y="35249"/>
                  </a:lnTo>
                  <a:lnTo>
                    <a:pt x="1178220" y="40868"/>
                  </a:lnTo>
                  <a:lnTo>
                    <a:pt x="1095337" y="47118"/>
                  </a:lnTo>
                  <a:lnTo>
                    <a:pt x="1012454" y="54082"/>
                  </a:lnTo>
                  <a:lnTo>
                    <a:pt x="929570" y="61882"/>
                  </a:lnTo>
                  <a:lnTo>
                    <a:pt x="846687" y="70633"/>
                  </a:lnTo>
                  <a:lnTo>
                    <a:pt x="763804" y="80431"/>
                  </a:lnTo>
                  <a:lnTo>
                    <a:pt x="680921" y="91349"/>
                  </a:lnTo>
                  <a:lnTo>
                    <a:pt x="598038" y="103432"/>
                  </a:lnTo>
                  <a:lnTo>
                    <a:pt x="515154" y="116701"/>
                  </a:lnTo>
                  <a:lnTo>
                    <a:pt x="432271" y="131162"/>
                  </a:lnTo>
                  <a:lnTo>
                    <a:pt x="349388" y="146805"/>
                  </a:lnTo>
                  <a:lnTo>
                    <a:pt x="266505" y="163617"/>
                  </a:lnTo>
                  <a:lnTo>
                    <a:pt x="183622" y="181578"/>
                  </a:lnTo>
                  <a:lnTo>
                    <a:pt x="100738" y="200668"/>
                  </a:lnTo>
                  <a:lnTo>
                    <a:pt x="17855" y="220868"/>
                  </a:lnTo>
                  <a:lnTo>
                    <a:pt x="0" y="2254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72465" y="5058429"/>
              <a:ext cx="6015395" cy="228710"/>
            </a:xfrm>
            <a:custGeom>
              <a:avLst/>
              <a:pathLst>
                <a:path w="6015395" h="228710">
                  <a:moveTo>
                    <a:pt x="0" y="228710"/>
                  </a:moveTo>
                  <a:lnTo>
                    <a:pt x="82883" y="219385"/>
                  </a:lnTo>
                  <a:lnTo>
                    <a:pt x="165766" y="210329"/>
                  </a:lnTo>
                  <a:lnTo>
                    <a:pt x="248649" y="201538"/>
                  </a:lnTo>
                  <a:lnTo>
                    <a:pt x="331532" y="193008"/>
                  </a:lnTo>
                  <a:lnTo>
                    <a:pt x="414416" y="184736"/>
                  </a:lnTo>
                  <a:lnTo>
                    <a:pt x="497299" y="176719"/>
                  </a:lnTo>
                  <a:lnTo>
                    <a:pt x="580182" y="168952"/>
                  </a:lnTo>
                  <a:lnTo>
                    <a:pt x="663065" y="161433"/>
                  </a:lnTo>
                  <a:lnTo>
                    <a:pt x="745948" y="154158"/>
                  </a:lnTo>
                  <a:lnTo>
                    <a:pt x="828832" y="147124"/>
                  </a:lnTo>
                  <a:lnTo>
                    <a:pt x="911715" y="140326"/>
                  </a:lnTo>
                  <a:lnTo>
                    <a:pt x="994598" y="133762"/>
                  </a:lnTo>
                  <a:lnTo>
                    <a:pt x="1077481" y="127427"/>
                  </a:lnTo>
                  <a:lnTo>
                    <a:pt x="1160364" y="121319"/>
                  </a:lnTo>
                  <a:lnTo>
                    <a:pt x="1243248" y="115434"/>
                  </a:lnTo>
                  <a:lnTo>
                    <a:pt x="1326131" y="109768"/>
                  </a:lnTo>
                  <a:lnTo>
                    <a:pt x="1409014" y="104318"/>
                  </a:lnTo>
                  <a:lnTo>
                    <a:pt x="1491897" y="99081"/>
                  </a:lnTo>
                  <a:lnTo>
                    <a:pt x="1574780" y="94052"/>
                  </a:lnTo>
                  <a:lnTo>
                    <a:pt x="1657664" y="89228"/>
                  </a:lnTo>
                  <a:lnTo>
                    <a:pt x="1740547" y="84607"/>
                  </a:lnTo>
                  <a:lnTo>
                    <a:pt x="1823430" y="80253"/>
                  </a:lnTo>
                  <a:lnTo>
                    <a:pt x="1906313" y="76311"/>
                  </a:lnTo>
                  <a:lnTo>
                    <a:pt x="1989196" y="72737"/>
                  </a:lnTo>
                  <a:lnTo>
                    <a:pt x="2072080" y="69479"/>
                  </a:lnTo>
                  <a:lnTo>
                    <a:pt x="2154963" y="66487"/>
                  </a:lnTo>
                  <a:lnTo>
                    <a:pt x="2237846" y="63710"/>
                  </a:lnTo>
                  <a:lnTo>
                    <a:pt x="2320729" y="61285"/>
                  </a:lnTo>
                  <a:lnTo>
                    <a:pt x="2403612" y="60142"/>
                  </a:lnTo>
                  <a:lnTo>
                    <a:pt x="2486496" y="59813"/>
                  </a:lnTo>
                  <a:lnTo>
                    <a:pt x="2569379" y="59582"/>
                  </a:lnTo>
                  <a:lnTo>
                    <a:pt x="2652262" y="58836"/>
                  </a:lnTo>
                  <a:lnTo>
                    <a:pt x="2735145" y="59610"/>
                  </a:lnTo>
                  <a:lnTo>
                    <a:pt x="2818028" y="61832"/>
                  </a:lnTo>
                  <a:lnTo>
                    <a:pt x="2900912" y="63972"/>
                  </a:lnTo>
                  <a:lnTo>
                    <a:pt x="2983795" y="64500"/>
                  </a:lnTo>
                  <a:lnTo>
                    <a:pt x="3066678" y="64372"/>
                  </a:lnTo>
                  <a:lnTo>
                    <a:pt x="3149561" y="65169"/>
                  </a:lnTo>
                  <a:lnTo>
                    <a:pt x="3232444" y="65765"/>
                  </a:lnTo>
                  <a:lnTo>
                    <a:pt x="3315328" y="65036"/>
                  </a:lnTo>
                  <a:lnTo>
                    <a:pt x="3398211" y="63044"/>
                  </a:lnTo>
                  <a:lnTo>
                    <a:pt x="3481094" y="60579"/>
                  </a:lnTo>
                  <a:lnTo>
                    <a:pt x="3563977" y="57940"/>
                  </a:lnTo>
                  <a:lnTo>
                    <a:pt x="3646860" y="55427"/>
                  </a:lnTo>
                  <a:lnTo>
                    <a:pt x="3729744" y="53328"/>
                  </a:lnTo>
                  <a:lnTo>
                    <a:pt x="3812627" y="51409"/>
                  </a:lnTo>
                  <a:lnTo>
                    <a:pt x="3895510" y="49495"/>
                  </a:lnTo>
                  <a:lnTo>
                    <a:pt x="3978393" y="47626"/>
                  </a:lnTo>
                  <a:lnTo>
                    <a:pt x="4061276" y="45840"/>
                  </a:lnTo>
                  <a:lnTo>
                    <a:pt x="4144160" y="44178"/>
                  </a:lnTo>
                  <a:lnTo>
                    <a:pt x="4227043" y="42678"/>
                  </a:lnTo>
                  <a:lnTo>
                    <a:pt x="4309926" y="41379"/>
                  </a:lnTo>
                  <a:lnTo>
                    <a:pt x="4392809" y="40108"/>
                  </a:lnTo>
                  <a:lnTo>
                    <a:pt x="4475692" y="38733"/>
                  </a:lnTo>
                  <a:lnTo>
                    <a:pt x="4558576" y="37258"/>
                  </a:lnTo>
                  <a:lnTo>
                    <a:pt x="4641459" y="35688"/>
                  </a:lnTo>
                  <a:lnTo>
                    <a:pt x="4724342" y="34027"/>
                  </a:lnTo>
                  <a:lnTo>
                    <a:pt x="4807225" y="32281"/>
                  </a:lnTo>
                  <a:lnTo>
                    <a:pt x="4890108" y="30454"/>
                  </a:lnTo>
                  <a:lnTo>
                    <a:pt x="4972992" y="28550"/>
                  </a:lnTo>
                  <a:lnTo>
                    <a:pt x="5055875" y="26574"/>
                  </a:lnTo>
                  <a:lnTo>
                    <a:pt x="5138758" y="24531"/>
                  </a:lnTo>
                  <a:lnTo>
                    <a:pt x="5221641" y="22426"/>
                  </a:lnTo>
                  <a:lnTo>
                    <a:pt x="5304524" y="20262"/>
                  </a:lnTo>
                  <a:lnTo>
                    <a:pt x="5387408" y="18046"/>
                  </a:lnTo>
                  <a:lnTo>
                    <a:pt x="5470291" y="15780"/>
                  </a:lnTo>
                  <a:lnTo>
                    <a:pt x="5553174" y="13471"/>
                  </a:lnTo>
                  <a:lnTo>
                    <a:pt x="5636057" y="11122"/>
                  </a:lnTo>
                  <a:lnTo>
                    <a:pt x="5718940" y="8739"/>
                  </a:lnTo>
                  <a:lnTo>
                    <a:pt x="5801824" y="6326"/>
                  </a:lnTo>
                  <a:lnTo>
                    <a:pt x="5884707" y="3887"/>
                  </a:lnTo>
                  <a:lnTo>
                    <a:pt x="5967590" y="1427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072465" y="4927018"/>
              <a:ext cx="6015395" cy="451441"/>
            </a:xfrm>
            <a:custGeom>
              <a:avLst/>
              <a:pathLst>
                <a:path w="6015395" h="451441">
                  <a:moveTo>
                    <a:pt x="0" y="102663"/>
                  </a:moveTo>
                  <a:lnTo>
                    <a:pt x="82883" y="110982"/>
                  </a:lnTo>
                  <a:lnTo>
                    <a:pt x="165766" y="118916"/>
                  </a:lnTo>
                  <a:lnTo>
                    <a:pt x="248649" y="126452"/>
                  </a:lnTo>
                  <a:lnTo>
                    <a:pt x="331532" y="133580"/>
                  </a:lnTo>
                  <a:lnTo>
                    <a:pt x="414416" y="140287"/>
                  </a:lnTo>
                  <a:lnTo>
                    <a:pt x="497299" y="146558"/>
                  </a:lnTo>
                  <a:lnTo>
                    <a:pt x="580182" y="152377"/>
                  </a:lnTo>
                  <a:lnTo>
                    <a:pt x="663065" y="157727"/>
                  </a:lnTo>
                  <a:lnTo>
                    <a:pt x="745948" y="162590"/>
                  </a:lnTo>
                  <a:lnTo>
                    <a:pt x="828832" y="166944"/>
                  </a:lnTo>
                  <a:lnTo>
                    <a:pt x="911715" y="170771"/>
                  </a:lnTo>
                  <a:lnTo>
                    <a:pt x="994598" y="174050"/>
                  </a:lnTo>
                  <a:lnTo>
                    <a:pt x="1077481" y="176765"/>
                  </a:lnTo>
                  <a:lnTo>
                    <a:pt x="1160364" y="178907"/>
                  </a:lnTo>
                  <a:lnTo>
                    <a:pt x="1243248" y="180476"/>
                  </a:lnTo>
                  <a:lnTo>
                    <a:pt x="1326131" y="181490"/>
                  </a:lnTo>
                  <a:lnTo>
                    <a:pt x="1409014" y="181987"/>
                  </a:lnTo>
                  <a:lnTo>
                    <a:pt x="1491897" y="182028"/>
                  </a:lnTo>
                  <a:lnTo>
                    <a:pt x="1574780" y="181697"/>
                  </a:lnTo>
                  <a:lnTo>
                    <a:pt x="1657664" y="181095"/>
                  </a:lnTo>
                  <a:lnTo>
                    <a:pt x="1740547" y="180328"/>
                  </a:lnTo>
                  <a:lnTo>
                    <a:pt x="1823430" y="179655"/>
                  </a:lnTo>
                  <a:lnTo>
                    <a:pt x="1906313" y="179432"/>
                  </a:lnTo>
                  <a:lnTo>
                    <a:pt x="1989196" y="179503"/>
                  </a:lnTo>
                  <a:lnTo>
                    <a:pt x="2072080" y="179682"/>
                  </a:lnTo>
                  <a:lnTo>
                    <a:pt x="2154963" y="179799"/>
                  </a:lnTo>
                  <a:lnTo>
                    <a:pt x="2237846" y="179718"/>
                  </a:lnTo>
                  <a:lnTo>
                    <a:pt x="2320729" y="179753"/>
                  </a:lnTo>
                  <a:lnTo>
                    <a:pt x="2403612" y="181832"/>
                  </a:lnTo>
                  <a:lnTo>
                    <a:pt x="2486496" y="184668"/>
                  </a:lnTo>
                  <a:lnTo>
                    <a:pt x="2569379" y="186810"/>
                  </a:lnTo>
                  <a:lnTo>
                    <a:pt x="2652262" y="187484"/>
                  </a:lnTo>
                  <a:lnTo>
                    <a:pt x="2735145" y="189459"/>
                  </a:lnTo>
                  <a:lnTo>
                    <a:pt x="2818028" y="192301"/>
                  </a:lnTo>
                  <a:lnTo>
                    <a:pt x="2900912" y="194093"/>
                  </a:lnTo>
                  <a:lnTo>
                    <a:pt x="2983795" y="193723"/>
                  </a:lnTo>
                  <a:lnTo>
                    <a:pt x="3066678" y="191721"/>
                  </a:lnTo>
                  <a:lnTo>
                    <a:pt x="3149561" y="188786"/>
                  </a:lnTo>
                  <a:lnTo>
                    <a:pt x="3232444" y="184782"/>
                  </a:lnTo>
                  <a:lnTo>
                    <a:pt x="3315328" y="180589"/>
                  </a:lnTo>
                  <a:lnTo>
                    <a:pt x="3398211" y="175310"/>
                  </a:lnTo>
                  <a:lnTo>
                    <a:pt x="3481094" y="168206"/>
                  </a:lnTo>
                  <a:lnTo>
                    <a:pt x="3563977" y="160356"/>
                  </a:lnTo>
                  <a:lnTo>
                    <a:pt x="3646860" y="153293"/>
                  </a:lnTo>
                  <a:lnTo>
                    <a:pt x="3729744" y="148814"/>
                  </a:lnTo>
                  <a:lnTo>
                    <a:pt x="3812627" y="145570"/>
                  </a:lnTo>
                  <a:lnTo>
                    <a:pt x="3895510" y="142286"/>
                  </a:lnTo>
                  <a:lnTo>
                    <a:pt x="3978393" y="138958"/>
                  </a:lnTo>
                  <a:lnTo>
                    <a:pt x="4061276" y="135658"/>
                  </a:lnTo>
                  <a:lnTo>
                    <a:pt x="4144160" y="132529"/>
                  </a:lnTo>
                  <a:lnTo>
                    <a:pt x="4227043" y="129766"/>
                  </a:lnTo>
                  <a:lnTo>
                    <a:pt x="4309926" y="127580"/>
                  </a:lnTo>
                  <a:lnTo>
                    <a:pt x="4392809" y="125566"/>
                  </a:lnTo>
                  <a:lnTo>
                    <a:pt x="4475692" y="123358"/>
                  </a:lnTo>
                  <a:lnTo>
                    <a:pt x="4558576" y="120935"/>
                  </a:lnTo>
                  <a:lnTo>
                    <a:pt x="4641459" y="118260"/>
                  </a:lnTo>
                  <a:lnTo>
                    <a:pt x="4724342" y="115285"/>
                  </a:lnTo>
                  <a:lnTo>
                    <a:pt x="4807225" y="111950"/>
                  </a:lnTo>
                  <a:lnTo>
                    <a:pt x="4890108" y="108196"/>
                  </a:lnTo>
                  <a:lnTo>
                    <a:pt x="4972992" y="103963"/>
                  </a:lnTo>
                  <a:lnTo>
                    <a:pt x="5055875" y="99200"/>
                  </a:lnTo>
                  <a:lnTo>
                    <a:pt x="5138758" y="93864"/>
                  </a:lnTo>
                  <a:lnTo>
                    <a:pt x="5221641" y="87925"/>
                  </a:lnTo>
                  <a:lnTo>
                    <a:pt x="5304524" y="81365"/>
                  </a:lnTo>
                  <a:lnTo>
                    <a:pt x="5387408" y="74173"/>
                  </a:lnTo>
                  <a:lnTo>
                    <a:pt x="5470291" y="66351"/>
                  </a:lnTo>
                  <a:lnTo>
                    <a:pt x="5553174" y="57905"/>
                  </a:lnTo>
                  <a:lnTo>
                    <a:pt x="5636057" y="48848"/>
                  </a:lnTo>
                  <a:lnTo>
                    <a:pt x="5718940" y="39195"/>
                  </a:lnTo>
                  <a:lnTo>
                    <a:pt x="5801824" y="28964"/>
                  </a:lnTo>
                  <a:lnTo>
                    <a:pt x="5884707" y="18172"/>
                  </a:lnTo>
                  <a:lnTo>
                    <a:pt x="5967590" y="6838"/>
                  </a:lnTo>
                  <a:lnTo>
                    <a:pt x="6015395" y="0"/>
                  </a:lnTo>
                  <a:lnTo>
                    <a:pt x="6015395" y="310009"/>
                  </a:lnTo>
                  <a:lnTo>
                    <a:pt x="5967590" y="303783"/>
                  </a:lnTo>
                  <a:lnTo>
                    <a:pt x="5884707" y="293690"/>
                  </a:lnTo>
                  <a:lnTo>
                    <a:pt x="5801824" y="284305"/>
                  </a:lnTo>
                  <a:lnTo>
                    <a:pt x="5718940" y="275632"/>
                  </a:lnTo>
                  <a:lnTo>
                    <a:pt x="5636057" y="267675"/>
                  </a:lnTo>
                  <a:lnTo>
                    <a:pt x="5553174" y="260438"/>
                  </a:lnTo>
                  <a:lnTo>
                    <a:pt x="5470291" y="253921"/>
                  </a:lnTo>
                  <a:lnTo>
                    <a:pt x="5387408" y="248122"/>
                  </a:lnTo>
                  <a:lnTo>
                    <a:pt x="5304524" y="243035"/>
                  </a:lnTo>
                  <a:lnTo>
                    <a:pt x="5221641" y="238645"/>
                  </a:lnTo>
                  <a:lnTo>
                    <a:pt x="5138758" y="234930"/>
                  </a:lnTo>
                  <a:lnTo>
                    <a:pt x="5055875" y="231855"/>
                  </a:lnTo>
                  <a:lnTo>
                    <a:pt x="4972992" y="229378"/>
                  </a:lnTo>
                  <a:lnTo>
                    <a:pt x="4890108" y="227440"/>
                  </a:lnTo>
                  <a:lnTo>
                    <a:pt x="4807225" y="225977"/>
                  </a:lnTo>
                  <a:lnTo>
                    <a:pt x="4724342" y="224915"/>
                  </a:lnTo>
                  <a:lnTo>
                    <a:pt x="4641459" y="224179"/>
                  </a:lnTo>
                  <a:lnTo>
                    <a:pt x="4558576" y="223698"/>
                  </a:lnTo>
                  <a:lnTo>
                    <a:pt x="4475692" y="223407"/>
                  </a:lnTo>
                  <a:lnTo>
                    <a:pt x="4392809" y="223255"/>
                  </a:lnTo>
                  <a:lnTo>
                    <a:pt x="4309926" y="223208"/>
                  </a:lnTo>
                  <a:lnTo>
                    <a:pt x="4227043" y="223440"/>
                  </a:lnTo>
                  <a:lnTo>
                    <a:pt x="4144160" y="224214"/>
                  </a:lnTo>
                  <a:lnTo>
                    <a:pt x="4061276" y="225538"/>
                  </a:lnTo>
                  <a:lnTo>
                    <a:pt x="3978393" y="227401"/>
                  </a:lnTo>
                  <a:lnTo>
                    <a:pt x="3895510" y="229739"/>
                  </a:lnTo>
                  <a:lnTo>
                    <a:pt x="3812627" y="232414"/>
                  </a:lnTo>
                  <a:lnTo>
                    <a:pt x="3729744" y="235216"/>
                  </a:lnTo>
                  <a:lnTo>
                    <a:pt x="3646860" y="238800"/>
                  </a:lnTo>
                  <a:lnTo>
                    <a:pt x="3563977" y="244401"/>
                  </a:lnTo>
                  <a:lnTo>
                    <a:pt x="3481094" y="251232"/>
                  </a:lnTo>
                  <a:lnTo>
                    <a:pt x="3398211" y="258124"/>
                  </a:lnTo>
                  <a:lnTo>
                    <a:pt x="3315328" y="263453"/>
                  </a:lnTo>
                  <a:lnTo>
                    <a:pt x="3232444" y="266692"/>
                  </a:lnTo>
                  <a:lnTo>
                    <a:pt x="3149561" y="269509"/>
                  </a:lnTo>
                  <a:lnTo>
                    <a:pt x="3066678" y="272364"/>
                  </a:lnTo>
                  <a:lnTo>
                    <a:pt x="2983795" y="274689"/>
                  </a:lnTo>
                  <a:lnTo>
                    <a:pt x="2900912" y="274419"/>
                  </a:lnTo>
                  <a:lnTo>
                    <a:pt x="2818028" y="272083"/>
                  </a:lnTo>
                  <a:lnTo>
                    <a:pt x="2735145" y="269710"/>
                  </a:lnTo>
                  <a:lnTo>
                    <a:pt x="2652262" y="268525"/>
                  </a:lnTo>
                  <a:lnTo>
                    <a:pt x="2569379" y="267726"/>
                  </a:lnTo>
                  <a:lnTo>
                    <a:pt x="2486496" y="265390"/>
                  </a:lnTo>
                  <a:lnTo>
                    <a:pt x="2403612" y="263099"/>
                  </a:lnTo>
                  <a:lnTo>
                    <a:pt x="2320729" y="262014"/>
                  </a:lnTo>
                  <a:lnTo>
                    <a:pt x="2237846" y="262538"/>
                  </a:lnTo>
                  <a:lnTo>
                    <a:pt x="2154963" y="263175"/>
                  </a:lnTo>
                  <a:lnTo>
                    <a:pt x="2072080" y="263881"/>
                  </a:lnTo>
                  <a:lnTo>
                    <a:pt x="1989196" y="264875"/>
                  </a:lnTo>
                  <a:lnTo>
                    <a:pt x="1906313" y="266347"/>
                  </a:lnTo>
                  <a:lnTo>
                    <a:pt x="1823430" y="268469"/>
                  </a:lnTo>
                  <a:lnTo>
                    <a:pt x="1740547" y="271409"/>
                  </a:lnTo>
                  <a:lnTo>
                    <a:pt x="1657664" y="275094"/>
                  </a:lnTo>
                  <a:lnTo>
                    <a:pt x="1574780" y="279531"/>
                  </a:lnTo>
                  <a:lnTo>
                    <a:pt x="1491897" y="284827"/>
                  </a:lnTo>
                  <a:lnTo>
                    <a:pt x="1409014" y="291080"/>
                  </a:lnTo>
                  <a:lnTo>
                    <a:pt x="1326131" y="298375"/>
                  </a:lnTo>
                  <a:lnTo>
                    <a:pt x="1243248" y="306771"/>
                  </a:lnTo>
                  <a:lnTo>
                    <a:pt x="1160364" y="316305"/>
                  </a:lnTo>
                  <a:lnTo>
                    <a:pt x="1077481" y="326994"/>
                  </a:lnTo>
                  <a:lnTo>
                    <a:pt x="994598" y="338838"/>
                  </a:lnTo>
                  <a:lnTo>
                    <a:pt x="911715" y="351826"/>
                  </a:lnTo>
                  <a:lnTo>
                    <a:pt x="828832" y="365941"/>
                  </a:lnTo>
                  <a:lnTo>
                    <a:pt x="745948" y="381162"/>
                  </a:lnTo>
                  <a:lnTo>
                    <a:pt x="663065" y="397469"/>
                  </a:lnTo>
                  <a:lnTo>
                    <a:pt x="580182" y="414839"/>
                  </a:lnTo>
                  <a:lnTo>
                    <a:pt x="497299" y="433254"/>
                  </a:lnTo>
                  <a:lnTo>
                    <a:pt x="419764" y="45144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072465" y="4927018"/>
              <a:ext cx="6015395" cy="194093"/>
            </a:xfrm>
            <a:custGeom>
              <a:avLst/>
              <a:pathLst>
                <a:path w="6015395" h="194093">
                  <a:moveTo>
                    <a:pt x="0" y="102663"/>
                  </a:moveTo>
                  <a:lnTo>
                    <a:pt x="82883" y="110982"/>
                  </a:lnTo>
                  <a:lnTo>
                    <a:pt x="165766" y="118916"/>
                  </a:lnTo>
                  <a:lnTo>
                    <a:pt x="248649" y="126452"/>
                  </a:lnTo>
                  <a:lnTo>
                    <a:pt x="331532" y="133580"/>
                  </a:lnTo>
                  <a:lnTo>
                    <a:pt x="414416" y="140287"/>
                  </a:lnTo>
                  <a:lnTo>
                    <a:pt x="497299" y="146558"/>
                  </a:lnTo>
                  <a:lnTo>
                    <a:pt x="580182" y="152377"/>
                  </a:lnTo>
                  <a:lnTo>
                    <a:pt x="663065" y="157727"/>
                  </a:lnTo>
                  <a:lnTo>
                    <a:pt x="745948" y="162590"/>
                  </a:lnTo>
                  <a:lnTo>
                    <a:pt x="828832" y="166944"/>
                  </a:lnTo>
                  <a:lnTo>
                    <a:pt x="911715" y="170771"/>
                  </a:lnTo>
                  <a:lnTo>
                    <a:pt x="994598" y="174050"/>
                  </a:lnTo>
                  <a:lnTo>
                    <a:pt x="1077481" y="176765"/>
                  </a:lnTo>
                  <a:lnTo>
                    <a:pt x="1160364" y="178907"/>
                  </a:lnTo>
                  <a:lnTo>
                    <a:pt x="1243248" y="180476"/>
                  </a:lnTo>
                  <a:lnTo>
                    <a:pt x="1326131" y="181490"/>
                  </a:lnTo>
                  <a:lnTo>
                    <a:pt x="1409014" y="181987"/>
                  </a:lnTo>
                  <a:lnTo>
                    <a:pt x="1491897" y="182028"/>
                  </a:lnTo>
                  <a:lnTo>
                    <a:pt x="1574780" y="181697"/>
                  </a:lnTo>
                  <a:lnTo>
                    <a:pt x="1657664" y="181095"/>
                  </a:lnTo>
                  <a:lnTo>
                    <a:pt x="1740547" y="180328"/>
                  </a:lnTo>
                  <a:lnTo>
                    <a:pt x="1823430" y="179655"/>
                  </a:lnTo>
                  <a:lnTo>
                    <a:pt x="1906313" y="179432"/>
                  </a:lnTo>
                  <a:lnTo>
                    <a:pt x="1989196" y="179503"/>
                  </a:lnTo>
                  <a:lnTo>
                    <a:pt x="2072080" y="179682"/>
                  </a:lnTo>
                  <a:lnTo>
                    <a:pt x="2154963" y="179799"/>
                  </a:lnTo>
                  <a:lnTo>
                    <a:pt x="2237846" y="179718"/>
                  </a:lnTo>
                  <a:lnTo>
                    <a:pt x="2320729" y="179753"/>
                  </a:lnTo>
                  <a:lnTo>
                    <a:pt x="2403612" y="181832"/>
                  </a:lnTo>
                  <a:lnTo>
                    <a:pt x="2486496" y="184668"/>
                  </a:lnTo>
                  <a:lnTo>
                    <a:pt x="2569379" y="186810"/>
                  </a:lnTo>
                  <a:lnTo>
                    <a:pt x="2652262" y="187484"/>
                  </a:lnTo>
                  <a:lnTo>
                    <a:pt x="2735145" y="189459"/>
                  </a:lnTo>
                  <a:lnTo>
                    <a:pt x="2818028" y="192301"/>
                  </a:lnTo>
                  <a:lnTo>
                    <a:pt x="2900912" y="194093"/>
                  </a:lnTo>
                  <a:lnTo>
                    <a:pt x="2983795" y="193723"/>
                  </a:lnTo>
                  <a:lnTo>
                    <a:pt x="3066678" y="191721"/>
                  </a:lnTo>
                  <a:lnTo>
                    <a:pt x="3149561" y="188786"/>
                  </a:lnTo>
                  <a:lnTo>
                    <a:pt x="3232444" y="184782"/>
                  </a:lnTo>
                  <a:lnTo>
                    <a:pt x="3315328" y="180589"/>
                  </a:lnTo>
                  <a:lnTo>
                    <a:pt x="3398211" y="175310"/>
                  </a:lnTo>
                  <a:lnTo>
                    <a:pt x="3481094" y="168206"/>
                  </a:lnTo>
                  <a:lnTo>
                    <a:pt x="3563977" y="160356"/>
                  </a:lnTo>
                  <a:lnTo>
                    <a:pt x="3646860" y="153293"/>
                  </a:lnTo>
                  <a:lnTo>
                    <a:pt x="3729744" y="148814"/>
                  </a:lnTo>
                  <a:lnTo>
                    <a:pt x="3812627" y="145570"/>
                  </a:lnTo>
                  <a:lnTo>
                    <a:pt x="3895510" y="142286"/>
                  </a:lnTo>
                  <a:lnTo>
                    <a:pt x="3978393" y="138958"/>
                  </a:lnTo>
                  <a:lnTo>
                    <a:pt x="4061276" y="135658"/>
                  </a:lnTo>
                  <a:lnTo>
                    <a:pt x="4144160" y="132529"/>
                  </a:lnTo>
                  <a:lnTo>
                    <a:pt x="4227043" y="129766"/>
                  </a:lnTo>
                  <a:lnTo>
                    <a:pt x="4309926" y="127580"/>
                  </a:lnTo>
                  <a:lnTo>
                    <a:pt x="4392809" y="125566"/>
                  </a:lnTo>
                  <a:lnTo>
                    <a:pt x="4475692" y="123358"/>
                  </a:lnTo>
                  <a:lnTo>
                    <a:pt x="4558576" y="120935"/>
                  </a:lnTo>
                  <a:lnTo>
                    <a:pt x="4641459" y="118260"/>
                  </a:lnTo>
                  <a:lnTo>
                    <a:pt x="4724342" y="115285"/>
                  </a:lnTo>
                  <a:lnTo>
                    <a:pt x="4807225" y="111950"/>
                  </a:lnTo>
                  <a:lnTo>
                    <a:pt x="4890108" y="108196"/>
                  </a:lnTo>
                  <a:lnTo>
                    <a:pt x="4972992" y="103963"/>
                  </a:lnTo>
                  <a:lnTo>
                    <a:pt x="5055875" y="99200"/>
                  </a:lnTo>
                  <a:lnTo>
                    <a:pt x="5138758" y="93864"/>
                  </a:lnTo>
                  <a:lnTo>
                    <a:pt x="5221641" y="87925"/>
                  </a:lnTo>
                  <a:lnTo>
                    <a:pt x="5304524" y="81365"/>
                  </a:lnTo>
                  <a:lnTo>
                    <a:pt x="5387408" y="74173"/>
                  </a:lnTo>
                  <a:lnTo>
                    <a:pt x="5470291" y="66351"/>
                  </a:lnTo>
                  <a:lnTo>
                    <a:pt x="5553174" y="57905"/>
                  </a:lnTo>
                  <a:lnTo>
                    <a:pt x="5636057" y="48848"/>
                  </a:lnTo>
                  <a:lnTo>
                    <a:pt x="5718940" y="39195"/>
                  </a:lnTo>
                  <a:lnTo>
                    <a:pt x="5801824" y="28964"/>
                  </a:lnTo>
                  <a:lnTo>
                    <a:pt x="5884707" y="18172"/>
                  </a:lnTo>
                  <a:lnTo>
                    <a:pt x="5967590" y="6838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92229" y="5150227"/>
              <a:ext cx="5595631" cy="228232"/>
            </a:xfrm>
            <a:custGeom>
              <a:avLst/>
              <a:pathLst>
                <a:path w="5595631" h="228232">
                  <a:moveTo>
                    <a:pt x="5595631" y="86800"/>
                  </a:moveTo>
                  <a:lnTo>
                    <a:pt x="5547825" y="80574"/>
                  </a:lnTo>
                  <a:lnTo>
                    <a:pt x="5464942" y="70481"/>
                  </a:lnTo>
                  <a:lnTo>
                    <a:pt x="5382059" y="61096"/>
                  </a:lnTo>
                  <a:lnTo>
                    <a:pt x="5299176" y="52423"/>
                  </a:lnTo>
                  <a:lnTo>
                    <a:pt x="5216293" y="44466"/>
                  </a:lnTo>
                  <a:lnTo>
                    <a:pt x="5133409" y="37229"/>
                  </a:lnTo>
                  <a:lnTo>
                    <a:pt x="5050526" y="30712"/>
                  </a:lnTo>
                  <a:lnTo>
                    <a:pt x="4967643" y="24913"/>
                  </a:lnTo>
                  <a:lnTo>
                    <a:pt x="4884760" y="19826"/>
                  </a:lnTo>
                  <a:lnTo>
                    <a:pt x="4801877" y="15436"/>
                  </a:lnTo>
                  <a:lnTo>
                    <a:pt x="4718993" y="11721"/>
                  </a:lnTo>
                  <a:lnTo>
                    <a:pt x="4636110" y="8646"/>
                  </a:lnTo>
                  <a:lnTo>
                    <a:pt x="4553227" y="6169"/>
                  </a:lnTo>
                  <a:lnTo>
                    <a:pt x="4470344" y="4231"/>
                  </a:lnTo>
                  <a:lnTo>
                    <a:pt x="4387461" y="2768"/>
                  </a:lnTo>
                  <a:lnTo>
                    <a:pt x="4304577" y="1706"/>
                  </a:lnTo>
                  <a:lnTo>
                    <a:pt x="4221694" y="970"/>
                  </a:lnTo>
                  <a:lnTo>
                    <a:pt x="4138811" y="489"/>
                  </a:lnTo>
                  <a:lnTo>
                    <a:pt x="4055928" y="198"/>
                  </a:lnTo>
                  <a:lnTo>
                    <a:pt x="3973045" y="46"/>
                  </a:lnTo>
                  <a:lnTo>
                    <a:pt x="3890161" y="0"/>
                  </a:lnTo>
                  <a:lnTo>
                    <a:pt x="3807278" y="231"/>
                  </a:lnTo>
                  <a:lnTo>
                    <a:pt x="3724395" y="1005"/>
                  </a:lnTo>
                  <a:lnTo>
                    <a:pt x="3641512" y="2329"/>
                  </a:lnTo>
                  <a:lnTo>
                    <a:pt x="3558629" y="4192"/>
                  </a:lnTo>
                  <a:lnTo>
                    <a:pt x="3475745" y="6530"/>
                  </a:lnTo>
                  <a:lnTo>
                    <a:pt x="3392862" y="9205"/>
                  </a:lnTo>
                  <a:lnTo>
                    <a:pt x="3309979" y="12007"/>
                  </a:lnTo>
                  <a:lnTo>
                    <a:pt x="3227096" y="15591"/>
                  </a:lnTo>
                  <a:lnTo>
                    <a:pt x="3144213" y="21192"/>
                  </a:lnTo>
                  <a:lnTo>
                    <a:pt x="3061329" y="28023"/>
                  </a:lnTo>
                  <a:lnTo>
                    <a:pt x="2978446" y="34915"/>
                  </a:lnTo>
                  <a:lnTo>
                    <a:pt x="2895563" y="40244"/>
                  </a:lnTo>
                  <a:lnTo>
                    <a:pt x="2812680" y="43483"/>
                  </a:lnTo>
                  <a:lnTo>
                    <a:pt x="2729797" y="46300"/>
                  </a:lnTo>
                  <a:lnTo>
                    <a:pt x="2646913" y="49155"/>
                  </a:lnTo>
                  <a:lnTo>
                    <a:pt x="2564030" y="51480"/>
                  </a:lnTo>
                  <a:lnTo>
                    <a:pt x="2481147" y="51210"/>
                  </a:lnTo>
                  <a:lnTo>
                    <a:pt x="2398264" y="48874"/>
                  </a:lnTo>
                  <a:lnTo>
                    <a:pt x="2315381" y="46501"/>
                  </a:lnTo>
                  <a:lnTo>
                    <a:pt x="2232497" y="45316"/>
                  </a:lnTo>
                  <a:lnTo>
                    <a:pt x="2149614" y="44517"/>
                  </a:lnTo>
                  <a:lnTo>
                    <a:pt x="2066731" y="42181"/>
                  </a:lnTo>
                  <a:lnTo>
                    <a:pt x="1983848" y="39890"/>
                  </a:lnTo>
                  <a:lnTo>
                    <a:pt x="1900965" y="38805"/>
                  </a:lnTo>
                  <a:lnTo>
                    <a:pt x="1818081" y="39329"/>
                  </a:lnTo>
                  <a:lnTo>
                    <a:pt x="1735198" y="39966"/>
                  </a:lnTo>
                  <a:lnTo>
                    <a:pt x="1652315" y="40672"/>
                  </a:lnTo>
                  <a:lnTo>
                    <a:pt x="1569432" y="41666"/>
                  </a:lnTo>
                  <a:lnTo>
                    <a:pt x="1486549" y="43138"/>
                  </a:lnTo>
                  <a:lnTo>
                    <a:pt x="1403665" y="45260"/>
                  </a:lnTo>
                  <a:lnTo>
                    <a:pt x="1320782" y="48200"/>
                  </a:lnTo>
                  <a:lnTo>
                    <a:pt x="1237899" y="51885"/>
                  </a:lnTo>
                  <a:lnTo>
                    <a:pt x="1155016" y="56322"/>
                  </a:lnTo>
                  <a:lnTo>
                    <a:pt x="1072133" y="61618"/>
                  </a:lnTo>
                  <a:lnTo>
                    <a:pt x="989249" y="67871"/>
                  </a:lnTo>
                  <a:lnTo>
                    <a:pt x="906366" y="75166"/>
                  </a:lnTo>
                  <a:lnTo>
                    <a:pt x="823483" y="83562"/>
                  </a:lnTo>
                  <a:lnTo>
                    <a:pt x="740600" y="93096"/>
                  </a:lnTo>
                  <a:lnTo>
                    <a:pt x="657717" y="103785"/>
                  </a:lnTo>
                  <a:lnTo>
                    <a:pt x="574833" y="115629"/>
                  </a:lnTo>
                  <a:lnTo>
                    <a:pt x="491950" y="128617"/>
                  </a:lnTo>
                  <a:lnTo>
                    <a:pt x="409067" y="142732"/>
                  </a:lnTo>
                  <a:lnTo>
                    <a:pt x="326184" y="157953"/>
                  </a:lnTo>
                  <a:lnTo>
                    <a:pt x="243301" y="174260"/>
                  </a:lnTo>
                  <a:lnTo>
                    <a:pt x="160417" y="191630"/>
                  </a:lnTo>
                  <a:lnTo>
                    <a:pt x="77534" y="210045"/>
                  </a:lnTo>
                  <a:lnTo>
                    <a:pt x="0" y="2282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72465" y="5082023"/>
              <a:ext cx="6015395" cy="178705"/>
            </a:xfrm>
            <a:custGeom>
              <a:avLst/>
              <a:pathLst>
                <a:path w="6015395" h="178705">
                  <a:moveTo>
                    <a:pt x="0" y="178705"/>
                  </a:moveTo>
                  <a:lnTo>
                    <a:pt x="82883" y="170690"/>
                  </a:lnTo>
                  <a:lnTo>
                    <a:pt x="165766" y="162961"/>
                  </a:lnTo>
                  <a:lnTo>
                    <a:pt x="248649" y="155517"/>
                  </a:lnTo>
                  <a:lnTo>
                    <a:pt x="331532" y="148358"/>
                  </a:lnTo>
                  <a:lnTo>
                    <a:pt x="414416" y="141486"/>
                  </a:lnTo>
                  <a:lnTo>
                    <a:pt x="497299" y="134901"/>
                  </a:lnTo>
                  <a:lnTo>
                    <a:pt x="580182" y="128603"/>
                  </a:lnTo>
                  <a:lnTo>
                    <a:pt x="663065" y="122593"/>
                  </a:lnTo>
                  <a:lnTo>
                    <a:pt x="745948" y="116871"/>
                  </a:lnTo>
                  <a:lnTo>
                    <a:pt x="828832" y="111438"/>
                  </a:lnTo>
                  <a:lnTo>
                    <a:pt x="911715" y="106294"/>
                  </a:lnTo>
                  <a:lnTo>
                    <a:pt x="994598" y="101439"/>
                  </a:lnTo>
                  <a:lnTo>
                    <a:pt x="1077481" y="96875"/>
                  </a:lnTo>
                  <a:lnTo>
                    <a:pt x="1160364" y="92601"/>
                  </a:lnTo>
                  <a:lnTo>
                    <a:pt x="1243248" y="88619"/>
                  </a:lnTo>
                  <a:lnTo>
                    <a:pt x="1326131" y="84928"/>
                  </a:lnTo>
                  <a:lnTo>
                    <a:pt x="1409014" y="81529"/>
                  </a:lnTo>
                  <a:lnTo>
                    <a:pt x="1491897" y="78422"/>
                  </a:lnTo>
                  <a:lnTo>
                    <a:pt x="1574780" y="75609"/>
                  </a:lnTo>
                  <a:lnTo>
                    <a:pt x="1657664" y="73089"/>
                  </a:lnTo>
                  <a:lnTo>
                    <a:pt x="1740547" y="70863"/>
                  </a:lnTo>
                  <a:lnTo>
                    <a:pt x="1823430" y="69057"/>
                  </a:lnTo>
                  <a:lnTo>
                    <a:pt x="1906313" y="67885"/>
                  </a:lnTo>
                  <a:lnTo>
                    <a:pt x="1989196" y="67184"/>
                  </a:lnTo>
                  <a:lnTo>
                    <a:pt x="2072080" y="66777"/>
                  </a:lnTo>
                  <a:lnTo>
                    <a:pt x="2154963" y="66482"/>
                  </a:lnTo>
                  <a:lnTo>
                    <a:pt x="2237846" y="66123"/>
                  </a:lnTo>
                  <a:lnTo>
                    <a:pt x="2320729" y="65878"/>
                  </a:lnTo>
                  <a:lnTo>
                    <a:pt x="2403612" y="67460"/>
                  </a:lnTo>
                  <a:lnTo>
                    <a:pt x="2486496" y="70024"/>
                  </a:lnTo>
                  <a:lnTo>
                    <a:pt x="2569379" y="72263"/>
                  </a:lnTo>
                  <a:lnTo>
                    <a:pt x="2652262" y="73000"/>
                  </a:lnTo>
                  <a:lnTo>
                    <a:pt x="2735145" y="74580"/>
                  </a:lnTo>
                  <a:lnTo>
                    <a:pt x="2818028" y="77187"/>
                  </a:lnTo>
                  <a:lnTo>
                    <a:pt x="2900912" y="79251"/>
                  </a:lnTo>
                  <a:lnTo>
                    <a:pt x="2983795" y="79201"/>
                  </a:lnTo>
                  <a:lnTo>
                    <a:pt x="3066678" y="77038"/>
                  </a:lnTo>
                  <a:lnTo>
                    <a:pt x="3149561" y="74142"/>
                  </a:lnTo>
                  <a:lnTo>
                    <a:pt x="3232444" y="70732"/>
                  </a:lnTo>
                  <a:lnTo>
                    <a:pt x="3315328" y="67016"/>
                  </a:lnTo>
                  <a:lnTo>
                    <a:pt x="3398211" y="61712"/>
                  </a:lnTo>
                  <a:lnTo>
                    <a:pt x="3481094" y="54714"/>
                  </a:lnTo>
                  <a:lnTo>
                    <a:pt x="3563977" y="47373"/>
                  </a:lnTo>
                  <a:lnTo>
                    <a:pt x="3646860" y="41042"/>
                  </a:lnTo>
                  <a:lnTo>
                    <a:pt x="3729744" y="37010"/>
                  </a:lnTo>
                  <a:lnTo>
                    <a:pt x="3812627" y="33987"/>
                  </a:lnTo>
                  <a:lnTo>
                    <a:pt x="3895510" y="31007"/>
                  </a:lnTo>
                  <a:lnTo>
                    <a:pt x="3978393" y="28175"/>
                  </a:lnTo>
                  <a:lnTo>
                    <a:pt x="4061276" y="25593"/>
                  </a:lnTo>
                  <a:lnTo>
                    <a:pt x="4144160" y="23366"/>
                  </a:lnTo>
                  <a:lnTo>
                    <a:pt x="4227043" y="21598"/>
                  </a:lnTo>
                  <a:lnTo>
                    <a:pt x="4309926" y="20389"/>
                  </a:lnTo>
                  <a:lnTo>
                    <a:pt x="4392809" y="19406"/>
                  </a:lnTo>
                  <a:lnTo>
                    <a:pt x="4475692" y="18377"/>
                  </a:lnTo>
                  <a:lnTo>
                    <a:pt x="4558576" y="17311"/>
                  </a:lnTo>
                  <a:lnTo>
                    <a:pt x="4641459" y="16215"/>
                  </a:lnTo>
                  <a:lnTo>
                    <a:pt x="4724342" y="15095"/>
                  </a:lnTo>
                  <a:lnTo>
                    <a:pt x="4807225" y="13959"/>
                  </a:lnTo>
                  <a:lnTo>
                    <a:pt x="4890108" y="12813"/>
                  </a:lnTo>
                  <a:lnTo>
                    <a:pt x="4972992" y="11665"/>
                  </a:lnTo>
                  <a:lnTo>
                    <a:pt x="5055875" y="10523"/>
                  </a:lnTo>
                  <a:lnTo>
                    <a:pt x="5138758" y="9392"/>
                  </a:lnTo>
                  <a:lnTo>
                    <a:pt x="5221641" y="8280"/>
                  </a:lnTo>
                  <a:lnTo>
                    <a:pt x="5304524" y="7195"/>
                  </a:lnTo>
                  <a:lnTo>
                    <a:pt x="5387408" y="6143"/>
                  </a:lnTo>
                  <a:lnTo>
                    <a:pt x="5470291" y="5131"/>
                  </a:lnTo>
                  <a:lnTo>
                    <a:pt x="5553174" y="4167"/>
                  </a:lnTo>
                  <a:lnTo>
                    <a:pt x="5636057" y="3257"/>
                  </a:lnTo>
                  <a:lnTo>
                    <a:pt x="5718940" y="2409"/>
                  </a:lnTo>
                  <a:lnTo>
                    <a:pt x="5801824" y="1629"/>
                  </a:lnTo>
                  <a:lnTo>
                    <a:pt x="5884707" y="926"/>
                  </a:lnTo>
                  <a:lnTo>
                    <a:pt x="5967590" y="305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072465" y="4927680"/>
              <a:ext cx="6015395" cy="450779"/>
            </a:xfrm>
            <a:custGeom>
              <a:avLst/>
              <a:pathLst>
                <a:path w="6015395" h="450779">
                  <a:moveTo>
                    <a:pt x="0" y="92566"/>
                  </a:moveTo>
                  <a:lnTo>
                    <a:pt x="82883" y="102963"/>
                  </a:lnTo>
                  <a:lnTo>
                    <a:pt x="165766" y="112860"/>
                  </a:lnTo>
                  <a:lnTo>
                    <a:pt x="248649" y="122247"/>
                  </a:lnTo>
                  <a:lnTo>
                    <a:pt x="331532" y="131110"/>
                  </a:lnTo>
                  <a:lnTo>
                    <a:pt x="414416" y="139436"/>
                  </a:lnTo>
                  <a:lnTo>
                    <a:pt x="497299" y="147209"/>
                  </a:lnTo>
                  <a:lnTo>
                    <a:pt x="580182" y="154414"/>
                  </a:lnTo>
                  <a:lnTo>
                    <a:pt x="663065" y="161031"/>
                  </a:lnTo>
                  <a:lnTo>
                    <a:pt x="745948" y="167042"/>
                  </a:lnTo>
                  <a:lnTo>
                    <a:pt x="828832" y="172426"/>
                  </a:lnTo>
                  <a:lnTo>
                    <a:pt x="911715" y="177162"/>
                  </a:lnTo>
                  <a:lnTo>
                    <a:pt x="994598" y="181230"/>
                  </a:lnTo>
                  <a:lnTo>
                    <a:pt x="1077481" y="184612"/>
                  </a:lnTo>
                  <a:lnTo>
                    <a:pt x="1160364" y="187299"/>
                  </a:lnTo>
                  <a:lnTo>
                    <a:pt x="1243248" y="189290"/>
                  </a:lnTo>
                  <a:lnTo>
                    <a:pt x="1326131" y="190601"/>
                  </a:lnTo>
                  <a:lnTo>
                    <a:pt x="1409014" y="191267"/>
                  </a:lnTo>
                  <a:lnTo>
                    <a:pt x="1491897" y="191348"/>
                  </a:lnTo>
                  <a:lnTo>
                    <a:pt x="1574780" y="190924"/>
                  </a:lnTo>
                  <a:lnTo>
                    <a:pt x="1657664" y="190093"/>
                  </a:lnTo>
                  <a:lnTo>
                    <a:pt x="1740547" y="188956"/>
                  </a:lnTo>
                  <a:lnTo>
                    <a:pt x="1823430" y="187710"/>
                  </a:lnTo>
                  <a:lnTo>
                    <a:pt x="1906313" y="186605"/>
                  </a:lnTo>
                  <a:lnTo>
                    <a:pt x="1989196" y="185573"/>
                  </a:lnTo>
                  <a:lnTo>
                    <a:pt x="2072080" y="184524"/>
                  </a:lnTo>
                  <a:lnTo>
                    <a:pt x="2154963" y="183386"/>
                  </a:lnTo>
                  <a:lnTo>
                    <a:pt x="2237846" y="182116"/>
                  </a:lnTo>
                  <a:lnTo>
                    <a:pt x="2320729" y="180945"/>
                  </a:lnTo>
                  <a:lnTo>
                    <a:pt x="2403612" y="180960"/>
                  </a:lnTo>
                  <a:lnTo>
                    <a:pt x="2486496" y="181302"/>
                  </a:lnTo>
                  <a:lnTo>
                    <a:pt x="2569379" y="181168"/>
                  </a:lnTo>
                  <a:lnTo>
                    <a:pt x="2652262" y="180357"/>
                  </a:lnTo>
                  <a:lnTo>
                    <a:pt x="2735145" y="180596"/>
                  </a:lnTo>
                  <a:lnTo>
                    <a:pt x="2818028" y="181349"/>
                  </a:lnTo>
                  <a:lnTo>
                    <a:pt x="2900912" y="181380"/>
                  </a:lnTo>
                  <a:lnTo>
                    <a:pt x="2983795" y="180240"/>
                  </a:lnTo>
                  <a:lnTo>
                    <a:pt x="3066678" y="178428"/>
                  </a:lnTo>
                  <a:lnTo>
                    <a:pt x="3149561" y="176073"/>
                  </a:lnTo>
                  <a:lnTo>
                    <a:pt x="3232444" y="172990"/>
                  </a:lnTo>
                  <a:lnTo>
                    <a:pt x="3315328" y="169987"/>
                  </a:lnTo>
                  <a:lnTo>
                    <a:pt x="3398211" y="166689"/>
                  </a:lnTo>
                  <a:lnTo>
                    <a:pt x="3481094" y="162392"/>
                  </a:lnTo>
                  <a:lnTo>
                    <a:pt x="3563977" y="157609"/>
                  </a:lnTo>
                  <a:lnTo>
                    <a:pt x="3646860" y="153299"/>
                  </a:lnTo>
                  <a:lnTo>
                    <a:pt x="3729744" y="150702"/>
                  </a:lnTo>
                  <a:lnTo>
                    <a:pt x="3812627" y="149103"/>
                  </a:lnTo>
                  <a:lnTo>
                    <a:pt x="3895510" y="147627"/>
                  </a:lnTo>
                  <a:lnTo>
                    <a:pt x="3978393" y="146156"/>
                  </a:lnTo>
                  <a:lnTo>
                    <a:pt x="4061276" y="144642"/>
                  </a:lnTo>
                  <a:lnTo>
                    <a:pt x="4144160" y="143110"/>
                  </a:lnTo>
                  <a:lnTo>
                    <a:pt x="4227043" y="141636"/>
                  </a:lnTo>
                  <a:lnTo>
                    <a:pt x="4309926" y="140309"/>
                  </a:lnTo>
                  <a:lnTo>
                    <a:pt x="4392809" y="138875"/>
                  </a:lnTo>
                  <a:lnTo>
                    <a:pt x="4475692" y="137119"/>
                  </a:lnTo>
                  <a:lnTo>
                    <a:pt x="4558576" y="135023"/>
                  </a:lnTo>
                  <a:lnTo>
                    <a:pt x="4641459" y="132550"/>
                  </a:lnTo>
                  <a:lnTo>
                    <a:pt x="4724342" y="129650"/>
                  </a:lnTo>
                  <a:lnTo>
                    <a:pt x="4807225" y="126268"/>
                  </a:lnTo>
                  <a:lnTo>
                    <a:pt x="4890108" y="122344"/>
                  </a:lnTo>
                  <a:lnTo>
                    <a:pt x="4972992" y="117821"/>
                  </a:lnTo>
                  <a:lnTo>
                    <a:pt x="5055875" y="112647"/>
                  </a:lnTo>
                  <a:lnTo>
                    <a:pt x="5138758" y="106781"/>
                  </a:lnTo>
                  <a:lnTo>
                    <a:pt x="5221641" y="100194"/>
                  </a:lnTo>
                  <a:lnTo>
                    <a:pt x="5304524" y="92866"/>
                  </a:lnTo>
                  <a:lnTo>
                    <a:pt x="5387408" y="84789"/>
                  </a:lnTo>
                  <a:lnTo>
                    <a:pt x="5470291" y="75963"/>
                  </a:lnTo>
                  <a:lnTo>
                    <a:pt x="5553174" y="66394"/>
                  </a:lnTo>
                  <a:lnTo>
                    <a:pt x="5636057" y="56094"/>
                  </a:lnTo>
                  <a:lnTo>
                    <a:pt x="5718940" y="45079"/>
                  </a:lnTo>
                  <a:lnTo>
                    <a:pt x="5801824" y="33363"/>
                  </a:lnTo>
                  <a:lnTo>
                    <a:pt x="5884707" y="20966"/>
                  </a:lnTo>
                  <a:lnTo>
                    <a:pt x="5967590" y="7905"/>
                  </a:lnTo>
                  <a:lnTo>
                    <a:pt x="6015395" y="0"/>
                  </a:lnTo>
                  <a:lnTo>
                    <a:pt x="6015395" y="302529"/>
                  </a:lnTo>
                  <a:lnTo>
                    <a:pt x="5967590" y="297685"/>
                  </a:lnTo>
                  <a:lnTo>
                    <a:pt x="5884707" y="289836"/>
                  </a:lnTo>
                  <a:lnTo>
                    <a:pt x="5801824" y="282543"/>
                  </a:lnTo>
                  <a:lnTo>
                    <a:pt x="5718940" y="275810"/>
                  </a:lnTo>
                  <a:lnTo>
                    <a:pt x="5636057" y="269641"/>
                  </a:lnTo>
                  <a:lnTo>
                    <a:pt x="5553174" y="264040"/>
                  </a:lnTo>
                  <a:lnTo>
                    <a:pt x="5470291" y="259007"/>
                  </a:lnTo>
                  <a:lnTo>
                    <a:pt x="5387408" y="254541"/>
                  </a:lnTo>
                  <a:lnTo>
                    <a:pt x="5304524" y="250635"/>
                  </a:lnTo>
                  <a:lnTo>
                    <a:pt x="5221641" y="247277"/>
                  </a:lnTo>
                  <a:lnTo>
                    <a:pt x="5138758" y="244443"/>
                  </a:lnTo>
                  <a:lnTo>
                    <a:pt x="5055875" y="242101"/>
                  </a:lnTo>
                  <a:lnTo>
                    <a:pt x="4972992" y="240209"/>
                  </a:lnTo>
                  <a:lnTo>
                    <a:pt x="4890108" y="238711"/>
                  </a:lnTo>
                  <a:lnTo>
                    <a:pt x="4807225" y="237543"/>
                  </a:lnTo>
                  <a:lnTo>
                    <a:pt x="4724342" y="236635"/>
                  </a:lnTo>
                  <a:lnTo>
                    <a:pt x="4641459" y="235912"/>
                  </a:lnTo>
                  <a:lnTo>
                    <a:pt x="4558576" y="235306"/>
                  </a:lnTo>
                  <a:lnTo>
                    <a:pt x="4475692" y="234754"/>
                  </a:lnTo>
                  <a:lnTo>
                    <a:pt x="4392809" y="234207"/>
                  </a:lnTo>
                  <a:lnTo>
                    <a:pt x="4309926" y="233630"/>
                  </a:lnTo>
                  <a:lnTo>
                    <a:pt x="4227043" y="233050"/>
                  </a:lnTo>
                  <a:lnTo>
                    <a:pt x="4144160" y="232584"/>
                  </a:lnTo>
                  <a:lnTo>
                    <a:pt x="4061276" y="232353"/>
                  </a:lnTo>
                  <a:lnTo>
                    <a:pt x="3978393" y="232464"/>
                  </a:lnTo>
                  <a:lnTo>
                    <a:pt x="3895510" y="232970"/>
                  </a:lnTo>
                  <a:lnTo>
                    <a:pt x="3812627" y="233852"/>
                  </a:lnTo>
                  <a:lnTo>
                    <a:pt x="3729744" y="235020"/>
                  </a:lnTo>
                  <a:lnTo>
                    <a:pt x="3646860" y="236743"/>
                  </a:lnTo>
                  <a:lnTo>
                    <a:pt x="3563977" y="239626"/>
                  </a:lnTo>
                  <a:lnTo>
                    <a:pt x="3481094" y="243414"/>
                  </a:lnTo>
                  <a:lnTo>
                    <a:pt x="3398211" y="247505"/>
                  </a:lnTo>
                  <a:lnTo>
                    <a:pt x="3315328" y="250852"/>
                  </a:lnTo>
                  <a:lnTo>
                    <a:pt x="3232444" y="252924"/>
                  </a:lnTo>
                  <a:lnTo>
                    <a:pt x="3149561" y="254848"/>
                  </a:lnTo>
                  <a:lnTo>
                    <a:pt x="3066678" y="257125"/>
                  </a:lnTo>
                  <a:lnTo>
                    <a:pt x="2983795" y="259252"/>
                  </a:lnTo>
                  <a:lnTo>
                    <a:pt x="2900912" y="259768"/>
                  </a:lnTo>
                  <a:lnTo>
                    <a:pt x="2818028" y="259206"/>
                  </a:lnTo>
                  <a:lnTo>
                    <a:pt x="2735145" y="258911"/>
                  </a:lnTo>
                  <a:lnTo>
                    <a:pt x="2652262" y="259443"/>
                  </a:lnTo>
                  <a:lnTo>
                    <a:pt x="2569379" y="260131"/>
                  </a:lnTo>
                  <a:lnTo>
                    <a:pt x="2486496" y="260077"/>
                  </a:lnTo>
                  <a:lnTo>
                    <a:pt x="2403612" y="260267"/>
                  </a:lnTo>
                  <a:lnTo>
                    <a:pt x="2320729" y="261221"/>
                  </a:lnTo>
                  <a:lnTo>
                    <a:pt x="2237846" y="262937"/>
                  </a:lnTo>
                  <a:lnTo>
                    <a:pt x="2154963" y="264750"/>
                  </a:lnTo>
                  <a:lnTo>
                    <a:pt x="2072080" y="266691"/>
                  </a:lnTo>
                  <a:lnTo>
                    <a:pt x="1989196" y="268884"/>
                  </a:lnTo>
                  <a:lnTo>
                    <a:pt x="1906313" y="271422"/>
                  </a:lnTo>
                  <a:lnTo>
                    <a:pt x="1823430" y="274381"/>
                  </a:lnTo>
                  <a:lnTo>
                    <a:pt x="1740547" y="277841"/>
                  </a:lnTo>
                  <a:lnTo>
                    <a:pt x="1657664" y="281824"/>
                  </a:lnTo>
                  <a:lnTo>
                    <a:pt x="1574780" y="286397"/>
                  </a:lnTo>
                  <a:lnTo>
                    <a:pt x="1491897" y="291666"/>
                  </a:lnTo>
                  <a:lnTo>
                    <a:pt x="1409014" y="297728"/>
                  </a:lnTo>
                  <a:lnTo>
                    <a:pt x="1326131" y="304665"/>
                  </a:lnTo>
                  <a:lnTo>
                    <a:pt x="1243248" y="312537"/>
                  </a:lnTo>
                  <a:lnTo>
                    <a:pt x="1160364" y="321382"/>
                  </a:lnTo>
                  <a:lnTo>
                    <a:pt x="1077481" y="331216"/>
                  </a:lnTo>
                  <a:lnTo>
                    <a:pt x="994598" y="342041"/>
                  </a:lnTo>
                  <a:lnTo>
                    <a:pt x="911715" y="353848"/>
                  </a:lnTo>
                  <a:lnTo>
                    <a:pt x="828832" y="366621"/>
                  </a:lnTo>
                  <a:lnTo>
                    <a:pt x="745948" y="380341"/>
                  </a:lnTo>
                  <a:lnTo>
                    <a:pt x="663065" y="394988"/>
                  </a:lnTo>
                  <a:lnTo>
                    <a:pt x="580182" y="410543"/>
                  </a:lnTo>
                  <a:lnTo>
                    <a:pt x="497299" y="426988"/>
                  </a:lnTo>
                  <a:lnTo>
                    <a:pt x="414416" y="444306"/>
                  </a:lnTo>
                  <a:lnTo>
                    <a:pt x="384901" y="45077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072465" y="4927680"/>
              <a:ext cx="6015395" cy="191348"/>
            </a:xfrm>
            <a:custGeom>
              <a:avLst/>
              <a:pathLst>
                <a:path w="6015395" h="191348">
                  <a:moveTo>
                    <a:pt x="0" y="92566"/>
                  </a:moveTo>
                  <a:lnTo>
                    <a:pt x="82883" y="102963"/>
                  </a:lnTo>
                  <a:lnTo>
                    <a:pt x="165766" y="112860"/>
                  </a:lnTo>
                  <a:lnTo>
                    <a:pt x="248649" y="122247"/>
                  </a:lnTo>
                  <a:lnTo>
                    <a:pt x="331532" y="131110"/>
                  </a:lnTo>
                  <a:lnTo>
                    <a:pt x="414416" y="139436"/>
                  </a:lnTo>
                  <a:lnTo>
                    <a:pt x="497299" y="147209"/>
                  </a:lnTo>
                  <a:lnTo>
                    <a:pt x="580182" y="154414"/>
                  </a:lnTo>
                  <a:lnTo>
                    <a:pt x="663065" y="161031"/>
                  </a:lnTo>
                  <a:lnTo>
                    <a:pt x="745948" y="167042"/>
                  </a:lnTo>
                  <a:lnTo>
                    <a:pt x="828832" y="172426"/>
                  </a:lnTo>
                  <a:lnTo>
                    <a:pt x="911715" y="177162"/>
                  </a:lnTo>
                  <a:lnTo>
                    <a:pt x="994598" y="181230"/>
                  </a:lnTo>
                  <a:lnTo>
                    <a:pt x="1077481" y="184612"/>
                  </a:lnTo>
                  <a:lnTo>
                    <a:pt x="1160364" y="187299"/>
                  </a:lnTo>
                  <a:lnTo>
                    <a:pt x="1243248" y="189290"/>
                  </a:lnTo>
                  <a:lnTo>
                    <a:pt x="1326131" y="190601"/>
                  </a:lnTo>
                  <a:lnTo>
                    <a:pt x="1409014" y="191267"/>
                  </a:lnTo>
                  <a:lnTo>
                    <a:pt x="1491897" y="191348"/>
                  </a:lnTo>
                  <a:lnTo>
                    <a:pt x="1574780" y="190924"/>
                  </a:lnTo>
                  <a:lnTo>
                    <a:pt x="1657664" y="190093"/>
                  </a:lnTo>
                  <a:lnTo>
                    <a:pt x="1740547" y="188956"/>
                  </a:lnTo>
                  <a:lnTo>
                    <a:pt x="1823430" y="187710"/>
                  </a:lnTo>
                  <a:lnTo>
                    <a:pt x="1906313" y="186605"/>
                  </a:lnTo>
                  <a:lnTo>
                    <a:pt x="1989196" y="185573"/>
                  </a:lnTo>
                  <a:lnTo>
                    <a:pt x="2072080" y="184524"/>
                  </a:lnTo>
                  <a:lnTo>
                    <a:pt x="2154963" y="183386"/>
                  </a:lnTo>
                  <a:lnTo>
                    <a:pt x="2237846" y="182116"/>
                  </a:lnTo>
                  <a:lnTo>
                    <a:pt x="2320729" y="180945"/>
                  </a:lnTo>
                  <a:lnTo>
                    <a:pt x="2403612" y="180960"/>
                  </a:lnTo>
                  <a:lnTo>
                    <a:pt x="2486496" y="181302"/>
                  </a:lnTo>
                  <a:lnTo>
                    <a:pt x="2569379" y="181168"/>
                  </a:lnTo>
                  <a:lnTo>
                    <a:pt x="2652262" y="180357"/>
                  </a:lnTo>
                  <a:lnTo>
                    <a:pt x="2735145" y="180596"/>
                  </a:lnTo>
                  <a:lnTo>
                    <a:pt x="2818028" y="181349"/>
                  </a:lnTo>
                  <a:lnTo>
                    <a:pt x="2900912" y="181380"/>
                  </a:lnTo>
                  <a:lnTo>
                    <a:pt x="2983795" y="180240"/>
                  </a:lnTo>
                  <a:lnTo>
                    <a:pt x="3066678" y="178428"/>
                  </a:lnTo>
                  <a:lnTo>
                    <a:pt x="3149561" y="176073"/>
                  </a:lnTo>
                  <a:lnTo>
                    <a:pt x="3232444" y="172990"/>
                  </a:lnTo>
                  <a:lnTo>
                    <a:pt x="3315328" y="169987"/>
                  </a:lnTo>
                  <a:lnTo>
                    <a:pt x="3398211" y="166689"/>
                  </a:lnTo>
                  <a:lnTo>
                    <a:pt x="3481094" y="162392"/>
                  </a:lnTo>
                  <a:lnTo>
                    <a:pt x="3563977" y="157609"/>
                  </a:lnTo>
                  <a:lnTo>
                    <a:pt x="3646860" y="153299"/>
                  </a:lnTo>
                  <a:lnTo>
                    <a:pt x="3729744" y="150702"/>
                  </a:lnTo>
                  <a:lnTo>
                    <a:pt x="3812627" y="149103"/>
                  </a:lnTo>
                  <a:lnTo>
                    <a:pt x="3895510" y="147627"/>
                  </a:lnTo>
                  <a:lnTo>
                    <a:pt x="3978393" y="146156"/>
                  </a:lnTo>
                  <a:lnTo>
                    <a:pt x="4061276" y="144642"/>
                  </a:lnTo>
                  <a:lnTo>
                    <a:pt x="4144160" y="143110"/>
                  </a:lnTo>
                  <a:lnTo>
                    <a:pt x="4227043" y="141636"/>
                  </a:lnTo>
                  <a:lnTo>
                    <a:pt x="4309926" y="140309"/>
                  </a:lnTo>
                  <a:lnTo>
                    <a:pt x="4392809" y="138875"/>
                  </a:lnTo>
                  <a:lnTo>
                    <a:pt x="4475692" y="137119"/>
                  </a:lnTo>
                  <a:lnTo>
                    <a:pt x="4558576" y="135023"/>
                  </a:lnTo>
                  <a:lnTo>
                    <a:pt x="4641459" y="132550"/>
                  </a:lnTo>
                  <a:lnTo>
                    <a:pt x="4724342" y="129650"/>
                  </a:lnTo>
                  <a:lnTo>
                    <a:pt x="4807225" y="126268"/>
                  </a:lnTo>
                  <a:lnTo>
                    <a:pt x="4890108" y="122344"/>
                  </a:lnTo>
                  <a:lnTo>
                    <a:pt x="4972992" y="117821"/>
                  </a:lnTo>
                  <a:lnTo>
                    <a:pt x="5055875" y="112647"/>
                  </a:lnTo>
                  <a:lnTo>
                    <a:pt x="5138758" y="106781"/>
                  </a:lnTo>
                  <a:lnTo>
                    <a:pt x="5221641" y="100194"/>
                  </a:lnTo>
                  <a:lnTo>
                    <a:pt x="5304524" y="92866"/>
                  </a:lnTo>
                  <a:lnTo>
                    <a:pt x="5387408" y="84789"/>
                  </a:lnTo>
                  <a:lnTo>
                    <a:pt x="5470291" y="75963"/>
                  </a:lnTo>
                  <a:lnTo>
                    <a:pt x="5553174" y="66394"/>
                  </a:lnTo>
                  <a:lnTo>
                    <a:pt x="5636057" y="56094"/>
                  </a:lnTo>
                  <a:lnTo>
                    <a:pt x="5718940" y="45079"/>
                  </a:lnTo>
                  <a:lnTo>
                    <a:pt x="5801824" y="33363"/>
                  </a:lnTo>
                  <a:lnTo>
                    <a:pt x="5884707" y="20966"/>
                  </a:lnTo>
                  <a:lnTo>
                    <a:pt x="5967590" y="7905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457366" y="5160034"/>
              <a:ext cx="5630494" cy="218425"/>
            </a:xfrm>
            <a:custGeom>
              <a:avLst/>
              <a:pathLst>
                <a:path w="5630494" h="218425">
                  <a:moveTo>
                    <a:pt x="5630494" y="70175"/>
                  </a:moveTo>
                  <a:lnTo>
                    <a:pt x="5582689" y="65331"/>
                  </a:lnTo>
                  <a:lnTo>
                    <a:pt x="5499806" y="57482"/>
                  </a:lnTo>
                  <a:lnTo>
                    <a:pt x="5416922" y="50189"/>
                  </a:lnTo>
                  <a:lnTo>
                    <a:pt x="5334039" y="43456"/>
                  </a:lnTo>
                  <a:lnTo>
                    <a:pt x="5251156" y="37287"/>
                  </a:lnTo>
                  <a:lnTo>
                    <a:pt x="5168273" y="31686"/>
                  </a:lnTo>
                  <a:lnTo>
                    <a:pt x="5085390" y="26653"/>
                  </a:lnTo>
                  <a:lnTo>
                    <a:pt x="5002506" y="22187"/>
                  </a:lnTo>
                  <a:lnTo>
                    <a:pt x="4919623" y="18281"/>
                  </a:lnTo>
                  <a:lnTo>
                    <a:pt x="4836740" y="14923"/>
                  </a:lnTo>
                  <a:lnTo>
                    <a:pt x="4753857" y="12089"/>
                  </a:lnTo>
                  <a:lnTo>
                    <a:pt x="4670974" y="9748"/>
                  </a:lnTo>
                  <a:lnTo>
                    <a:pt x="4588090" y="7855"/>
                  </a:lnTo>
                  <a:lnTo>
                    <a:pt x="4505207" y="6357"/>
                  </a:lnTo>
                  <a:lnTo>
                    <a:pt x="4422324" y="5189"/>
                  </a:lnTo>
                  <a:lnTo>
                    <a:pt x="4339441" y="4281"/>
                  </a:lnTo>
                  <a:lnTo>
                    <a:pt x="4256558" y="3558"/>
                  </a:lnTo>
                  <a:lnTo>
                    <a:pt x="4173674" y="2952"/>
                  </a:lnTo>
                  <a:lnTo>
                    <a:pt x="4090791" y="2400"/>
                  </a:lnTo>
                  <a:lnTo>
                    <a:pt x="4007908" y="1853"/>
                  </a:lnTo>
                  <a:lnTo>
                    <a:pt x="3925025" y="1276"/>
                  </a:lnTo>
                  <a:lnTo>
                    <a:pt x="3842142" y="696"/>
                  </a:lnTo>
                  <a:lnTo>
                    <a:pt x="3759258" y="230"/>
                  </a:lnTo>
                  <a:lnTo>
                    <a:pt x="3676375" y="0"/>
                  </a:lnTo>
                  <a:lnTo>
                    <a:pt x="3593492" y="110"/>
                  </a:lnTo>
                  <a:lnTo>
                    <a:pt x="3510609" y="616"/>
                  </a:lnTo>
                  <a:lnTo>
                    <a:pt x="3427726" y="1498"/>
                  </a:lnTo>
                  <a:lnTo>
                    <a:pt x="3344842" y="2666"/>
                  </a:lnTo>
                  <a:lnTo>
                    <a:pt x="3261959" y="4389"/>
                  </a:lnTo>
                  <a:lnTo>
                    <a:pt x="3179076" y="7272"/>
                  </a:lnTo>
                  <a:lnTo>
                    <a:pt x="3096193" y="11060"/>
                  </a:lnTo>
                  <a:lnTo>
                    <a:pt x="3013310" y="15151"/>
                  </a:lnTo>
                  <a:lnTo>
                    <a:pt x="2930426" y="18498"/>
                  </a:lnTo>
                  <a:lnTo>
                    <a:pt x="2847543" y="20570"/>
                  </a:lnTo>
                  <a:lnTo>
                    <a:pt x="2764660" y="22494"/>
                  </a:lnTo>
                  <a:lnTo>
                    <a:pt x="2681777" y="24771"/>
                  </a:lnTo>
                  <a:lnTo>
                    <a:pt x="2598894" y="26898"/>
                  </a:lnTo>
                  <a:lnTo>
                    <a:pt x="2516010" y="27414"/>
                  </a:lnTo>
                  <a:lnTo>
                    <a:pt x="2433127" y="26852"/>
                  </a:lnTo>
                  <a:lnTo>
                    <a:pt x="2350244" y="26557"/>
                  </a:lnTo>
                  <a:lnTo>
                    <a:pt x="2267361" y="27089"/>
                  </a:lnTo>
                  <a:lnTo>
                    <a:pt x="2184478" y="27777"/>
                  </a:lnTo>
                  <a:lnTo>
                    <a:pt x="2101594" y="27723"/>
                  </a:lnTo>
                  <a:lnTo>
                    <a:pt x="2018711" y="27913"/>
                  </a:lnTo>
                  <a:lnTo>
                    <a:pt x="1935828" y="28867"/>
                  </a:lnTo>
                  <a:lnTo>
                    <a:pt x="1852945" y="30583"/>
                  </a:lnTo>
                  <a:lnTo>
                    <a:pt x="1770062" y="32396"/>
                  </a:lnTo>
                  <a:lnTo>
                    <a:pt x="1687178" y="34337"/>
                  </a:lnTo>
                  <a:lnTo>
                    <a:pt x="1604295" y="36531"/>
                  </a:lnTo>
                  <a:lnTo>
                    <a:pt x="1521412" y="39068"/>
                  </a:lnTo>
                  <a:lnTo>
                    <a:pt x="1438529" y="42027"/>
                  </a:lnTo>
                  <a:lnTo>
                    <a:pt x="1355646" y="45487"/>
                  </a:lnTo>
                  <a:lnTo>
                    <a:pt x="1272762" y="49470"/>
                  </a:lnTo>
                  <a:lnTo>
                    <a:pt x="1189879" y="54043"/>
                  </a:lnTo>
                  <a:lnTo>
                    <a:pt x="1106996" y="59312"/>
                  </a:lnTo>
                  <a:lnTo>
                    <a:pt x="1024113" y="65374"/>
                  </a:lnTo>
                  <a:lnTo>
                    <a:pt x="941230" y="72311"/>
                  </a:lnTo>
                  <a:lnTo>
                    <a:pt x="858346" y="80183"/>
                  </a:lnTo>
                  <a:lnTo>
                    <a:pt x="775463" y="89028"/>
                  </a:lnTo>
                  <a:lnTo>
                    <a:pt x="692580" y="98862"/>
                  </a:lnTo>
                  <a:lnTo>
                    <a:pt x="609697" y="109688"/>
                  </a:lnTo>
                  <a:lnTo>
                    <a:pt x="526814" y="121494"/>
                  </a:lnTo>
                  <a:lnTo>
                    <a:pt x="443930" y="134267"/>
                  </a:lnTo>
                  <a:lnTo>
                    <a:pt x="361047" y="147987"/>
                  </a:lnTo>
                  <a:lnTo>
                    <a:pt x="278164" y="162634"/>
                  </a:lnTo>
                  <a:lnTo>
                    <a:pt x="195281" y="178189"/>
                  </a:lnTo>
                  <a:lnTo>
                    <a:pt x="112398" y="194634"/>
                  </a:lnTo>
                  <a:lnTo>
                    <a:pt x="29514" y="211952"/>
                  </a:lnTo>
                  <a:lnTo>
                    <a:pt x="0" y="2184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72465" y="5078945"/>
              <a:ext cx="6015395" cy="166773"/>
            </a:xfrm>
            <a:custGeom>
              <a:avLst/>
              <a:pathLst>
                <a:path w="6015395" h="166773">
                  <a:moveTo>
                    <a:pt x="0" y="166773"/>
                  </a:moveTo>
                  <a:lnTo>
                    <a:pt x="82883" y="161230"/>
                  </a:lnTo>
                  <a:lnTo>
                    <a:pt x="165766" y="155843"/>
                  </a:lnTo>
                  <a:lnTo>
                    <a:pt x="248649" y="150610"/>
                  </a:lnTo>
                  <a:lnTo>
                    <a:pt x="331532" y="145531"/>
                  </a:lnTo>
                  <a:lnTo>
                    <a:pt x="414416" y="140606"/>
                  </a:lnTo>
                  <a:lnTo>
                    <a:pt x="497299" y="135834"/>
                  </a:lnTo>
                  <a:lnTo>
                    <a:pt x="580182" y="131213"/>
                  </a:lnTo>
                  <a:lnTo>
                    <a:pt x="663065" y="126745"/>
                  </a:lnTo>
                  <a:lnTo>
                    <a:pt x="745948" y="122427"/>
                  </a:lnTo>
                  <a:lnTo>
                    <a:pt x="828832" y="118259"/>
                  </a:lnTo>
                  <a:lnTo>
                    <a:pt x="911715" y="114240"/>
                  </a:lnTo>
                  <a:lnTo>
                    <a:pt x="994598" y="110371"/>
                  </a:lnTo>
                  <a:lnTo>
                    <a:pt x="1077481" y="106650"/>
                  </a:lnTo>
                  <a:lnTo>
                    <a:pt x="1160364" y="103076"/>
                  </a:lnTo>
                  <a:lnTo>
                    <a:pt x="1243248" y="99649"/>
                  </a:lnTo>
                  <a:lnTo>
                    <a:pt x="1326131" y="96368"/>
                  </a:lnTo>
                  <a:lnTo>
                    <a:pt x="1409014" y="93233"/>
                  </a:lnTo>
                  <a:lnTo>
                    <a:pt x="1491897" y="90242"/>
                  </a:lnTo>
                  <a:lnTo>
                    <a:pt x="1574780" y="87396"/>
                  </a:lnTo>
                  <a:lnTo>
                    <a:pt x="1657664" y="84693"/>
                  </a:lnTo>
                  <a:lnTo>
                    <a:pt x="1740547" y="82134"/>
                  </a:lnTo>
                  <a:lnTo>
                    <a:pt x="1823430" y="79780"/>
                  </a:lnTo>
                  <a:lnTo>
                    <a:pt x="1906313" y="77749"/>
                  </a:lnTo>
                  <a:lnTo>
                    <a:pt x="1989196" y="75964"/>
                  </a:lnTo>
                  <a:lnTo>
                    <a:pt x="2072080" y="74343"/>
                  </a:lnTo>
                  <a:lnTo>
                    <a:pt x="2154963" y="72803"/>
                  </a:lnTo>
                  <a:lnTo>
                    <a:pt x="2237846" y="71262"/>
                  </a:lnTo>
                  <a:lnTo>
                    <a:pt x="2320729" y="69819"/>
                  </a:lnTo>
                  <a:lnTo>
                    <a:pt x="2403612" y="69349"/>
                  </a:lnTo>
                  <a:lnTo>
                    <a:pt x="2486496" y="69425"/>
                  </a:lnTo>
                  <a:lnTo>
                    <a:pt x="2569379" y="69385"/>
                  </a:lnTo>
                  <a:lnTo>
                    <a:pt x="2652262" y="68636"/>
                  </a:lnTo>
                  <a:lnTo>
                    <a:pt x="2735145" y="68488"/>
                  </a:lnTo>
                  <a:lnTo>
                    <a:pt x="2818028" y="69012"/>
                  </a:lnTo>
                  <a:lnTo>
                    <a:pt x="2900912" y="69309"/>
                  </a:lnTo>
                  <a:lnTo>
                    <a:pt x="2983795" y="68481"/>
                  </a:lnTo>
                  <a:lnTo>
                    <a:pt x="3066678" y="66512"/>
                  </a:lnTo>
                  <a:lnTo>
                    <a:pt x="3149561" y="64196"/>
                  </a:lnTo>
                  <a:lnTo>
                    <a:pt x="3232444" y="61692"/>
                  </a:lnTo>
                  <a:lnTo>
                    <a:pt x="3315328" y="59155"/>
                  </a:lnTo>
                  <a:lnTo>
                    <a:pt x="3398211" y="55832"/>
                  </a:lnTo>
                  <a:lnTo>
                    <a:pt x="3481094" y="51638"/>
                  </a:lnTo>
                  <a:lnTo>
                    <a:pt x="3563977" y="47353"/>
                  </a:lnTo>
                  <a:lnTo>
                    <a:pt x="3646860" y="43756"/>
                  </a:lnTo>
                  <a:lnTo>
                    <a:pt x="3729744" y="41596"/>
                  </a:lnTo>
                  <a:lnTo>
                    <a:pt x="3812627" y="40213"/>
                  </a:lnTo>
                  <a:lnTo>
                    <a:pt x="3895510" y="39034"/>
                  </a:lnTo>
                  <a:lnTo>
                    <a:pt x="3978393" y="38045"/>
                  </a:lnTo>
                  <a:lnTo>
                    <a:pt x="4061276" y="37233"/>
                  </a:lnTo>
                  <a:lnTo>
                    <a:pt x="4144160" y="36582"/>
                  </a:lnTo>
                  <a:lnTo>
                    <a:pt x="4227043" y="36078"/>
                  </a:lnTo>
                  <a:lnTo>
                    <a:pt x="4309926" y="35705"/>
                  </a:lnTo>
                  <a:lnTo>
                    <a:pt x="4392809" y="35276"/>
                  </a:lnTo>
                  <a:lnTo>
                    <a:pt x="4475692" y="34672"/>
                  </a:lnTo>
                  <a:lnTo>
                    <a:pt x="4558576" y="33900"/>
                  </a:lnTo>
                  <a:lnTo>
                    <a:pt x="4641459" y="32966"/>
                  </a:lnTo>
                  <a:lnTo>
                    <a:pt x="4724342" y="31878"/>
                  </a:lnTo>
                  <a:lnTo>
                    <a:pt x="4807225" y="30641"/>
                  </a:lnTo>
                  <a:lnTo>
                    <a:pt x="4890108" y="29263"/>
                  </a:lnTo>
                  <a:lnTo>
                    <a:pt x="4972992" y="27750"/>
                  </a:lnTo>
                  <a:lnTo>
                    <a:pt x="5055875" y="26109"/>
                  </a:lnTo>
                  <a:lnTo>
                    <a:pt x="5138758" y="24347"/>
                  </a:lnTo>
                  <a:lnTo>
                    <a:pt x="5221641" y="22471"/>
                  </a:lnTo>
                  <a:lnTo>
                    <a:pt x="5304524" y="20486"/>
                  </a:lnTo>
                  <a:lnTo>
                    <a:pt x="5387408" y="18400"/>
                  </a:lnTo>
                  <a:lnTo>
                    <a:pt x="5470291" y="16220"/>
                  </a:lnTo>
                  <a:lnTo>
                    <a:pt x="5553174" y="13952"/>
                  </a:lnTo>
                  <a:lnTo>
                    <a:pt x="5636057" y="11603"/>
                  </a:lnTo>
                  <a:lnTo>
                    <a:pt x="5718940" y="9180"/>
                  </a:lnTo>
                  <a:lnTo>
                    <a:pt x="5801824" y="6689"/>
                  </a:lnTo>
                  <a:lnTo>
                    <a:pt x="5884707" y="4136"/>
                  </a:lnTo>
                  <a:lnTo>
                    <a:pt x="5967590" y="1530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244530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34247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393192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72465" y="4780821"/>
              <a:ext cx="6015395" cy="590517"/>
            </a:xfrm>
            <a:custGeom>
              <a:avLst/>
              <a:pathLst>
                <a:path w="6015395" h="590517">
                  <a:moveTo>
                    <a:pt x="0" y="0"/>
                  </a:moveTo>
                  <a:lnTo>
                    <a:pt x="82883" y="28759"/>
                  </a:lnTo>
                  <a:lnTo>
                    <a:pt x="165766" y="56202"/>
                  </a:lnTo>
                  <a:lnTo>
                    <a:pt x="248649" y="82314"/>
                  </a:lnTo>
                  <a:lnTo>
                    <a:pt x="331532" y="107080"/>
                  </a:lnTo>
                  <a:lnTo>
                    <a:pt x="414416" y="130481"/>
                  </a:lnTo>
                  <a:lnTo>
                    <a:pt x="497299" y="152501"/>
                  </a:lnTo>
                  <a:lnTo>
                    <a:pt x="580182" y="173116"/>
                  </a:lnTo>
                  <a:lnTo>
                    <a:pt x="663065" y="192306"/>
                  </a:lnTo>
                  <a:lnTo>
                    <a:pt x="745948" y="210044"/>
                  </a:lnTo>
                  <a:lnTo>
                    <a:pt x="828832" y="226306"/>
                  </a:lnTo>
                  <a:lnTo>
                    <a:pt x="911715" y="241064"/>
                  </a:lnTo>
                  <a:lnTo>
                    <a:pt x="994598" y="254292"/>
                  </a:lnTo>
                  <a:lnTo>
                    <a:pt x="1077481" y="265970"/>
                  </a:lnTo>
                  <a:lnTo>
                    <a:pt x="1160364" y="276084"/>
                  </a:lnTo>
                  <a:lnTo>
                    <a:pt x="1243248" y="284636"/>
                  </a:lnTo>
                  <a:lnTo>
                    <a:pt x="1326131" y="291645"/>
                  </a:lnTo>
                  <a:lnTo>
                    <a:pt x="1409014" y="297161"/>
                  </a:lnTo>
                  <a:lnTo>
                    <a:pt x="1491897" y="301261"/>
                  </a:lnTo>
                  <a:lnTo>
                    <a:pt x="1574780" y="304053"/>
                  </a:lnTo>
                  <a:lnTo>
                    <a:pt x="1657664" y="305662"/>
                  </a:lnTo>
                  <a:lnTo>
                    <a:pt x="1740547" y="306226"/>
                  </a:lnTo>
                  <a:lnTo>
                    <a:pt x="1823430" y="305814"/>
                  </a:lnTo>
                  <a:lnTo>
                    <a:pt x="1906313" y="304422"/>
                  </a:lnTo>
                  <a:lnTo>
                    <a:pt x="1989196" y="302175"/>
                  </a:lnTo>
                  <a:lnTo>
                    <a:pt x="2072080" y="299195"/>
                  </a:lnTo>
                  <a:lnTo>
                    <a:pt x="2154963" y="295626"/>
                  </a:lnTo>
                  <a:lnTo>
                    <a:pt x="2237846" y="291650"/>
                  </a:lnTo>
                  <a:lnTo>
                    <a:pt x="2320729" y="287192"/>
                  </a:lnTo>
                  <a:lnTo>
                    <a:pt x="2403612" y="280750"/>
                  </a:lnTo>
                  <a:lnTo>
                    <a:pt x="2486496" y="272796"/>
                  </a:lnTo>
                  <a:lnTo>
                    <a:pt x="2569379" y="264675"/>
                  </a:lnTo>
                  <a:lnTo>
                    <a:pt x="2652262" y="258303"/>
                  </a:lnTo>
                  <a:lnTo>
                    <a:pt x="2735145" y="251938"/>
                  </a:lnTo>
                  <a:lnTo>
                    <a:pt x="2818028" y="244481"/>
                  </a:lnTo>
                  <a:lnTo>
                    <a:pt x="2900912" y="236932"/>
                  </a:lnTo>
                  <a:lnTo>
                    <a:pt x="2983795" y="231319"/>
                  </a:lnTo>
                  <a:lnTo>
                    <a:pt x="3066678" y="228171"/>
                  </a:lnTo>
                  <a:lnTo>
                    <a:pt x="3149561" y="225368"/>
                  </a:lnTo>
                  <a:lnTo>
                    <a:pt x="3232444" y="222559"/>
                  </a:lnTo>
                  <a:lnTo>
                    <a:pt x="3315328" y="220709"/>
                  </a:lnTo>
                  <a:lnTo>
                    <a:pt x="3398211" y="220899"/>
                  </a:lnTo>
                  <a:lnTo>
                    <a:pt x="3481094" y="222180"/>
                  </a:lnTo>
                  <a:lnTo>
                    <a:pt x="3563977" y="223447"/>
                  </a:lnTo>
                  <a:lnTo>
                    <a:pt x="3646860" y="224178"/>
                  </a:lnTo>
                  <a:lnTo>
                    <a:pt x="3729744" y="224291"/>
                  </a:lnTo>
                  <a:lnTo>
                    <a:pt x="3812627" y="224331"/>
                  </a:lnTo>
                  <a:lnTo>
                    <a:pt x="3895510" y="224450"/>
                  </a:lnTo>
                  <a:lnTo>
                    <a:pt x="3978393" y="224532"/>
                  </a:lnTo>
                  <a:lnTo>
                    <a:pt x="4061276" y="224558"/>
                  </a:lnTo>
                  <a:lnTo>
                    <a:pt x="4144160" y="224602"/>
                  </a:lnTo>
                  <a:lnTo>
                    <a:pt x="4227043" y="224803"/>
                  </a:lnTo>
                  <a:lnTo>
                    <a:pt x="4309926" y="225323"/>
                  </a:lnTo>
                  <a:lnTo>
                    <a:pt x="4392809" y="226065"/>
                  </a:lnTo>
                  <a:lnTo>
                    <a:pt x="4475692" y="226889"/>
                  </a:lnTo>
                  <a:lnTo>
                    <a:pt x="4558576" y="227759"/>
                  </a:lnTo>
                  <a:lnTo>
                    <a:pt x="4641459" y="228616"/>
                  </a:lnTo>
                  <a:lnTo>
                    <a:pt x="4724342" y="229386"/>
                  </a:lnTo>
                  <a:lnTo>
                    <a:pt x="4807225" y="229984"/>
                  </a:lnTo>
                  <a:lnTo>
                    <a:pt x="4890108" y="230322"/>
                  </a:lnTo>
                  <a:lnTo>
                    <a:pt x="4972992" y="230314"/>
                  </a:lnTo>
                  <a:lnTo>
                    <a:pt x="5055875" y="229883"/>
                  </a:lnTo>
                  <a:lnTo>
                    <a:pt x="5138758" y="228964"/>
                  </a:lnTo>
                  <a:lnTo>
                    <a:pt x="5221641" y="227508"/>
                  </a:lnTo>
                  <a:lnTo>
                    <a:pt x="5304524" y="225478"/>
                  </a:lnTo>
                  <a:lnTo>
                    <a:pt x="5387408" y="222854"/>
                  </a:lnTo>
                  <a:lnTo>
                    <a:pt x="5470291" y="219624"/>
                  </a:lnTo>
                  <a:lnTo>
                    <a:pt x="5553174" y="215787"/>
                  </a:lnTo>
                  <a:lnTo>
                    <a:pt x="5636057" y="211347"/>
                  </a:lnTo>
                  <a:lnTo>
                    <a:pt x="5718940" y="206314"/>
                  </a:lnTo>
                  <a:lnTo>
                    <a:pt x="5801824" y="200698"/>
                  </a:lnTo>
                  <a:lnTo>
                    <a:pt x="5884707" y="194512"/>
                  </a:lnTo>
                  <a:lnTo>
                    <a:pt x="5967590" y="187769"/>
                  </a:lnTo>
                  <a:lnTo>
                    <a:pt x="6015395" y="183566"/>
                  </a:lnTo>
                  <a:lnTo>
                    <a:pt x="6015395" y="579733"/>
                  </a:lnTo>
                  <a:lnTo>
                    <a:pt x="5967590" y="567239"/>
                  </a:lnTo>
                  <a:lnTo>
                    <a:pt x="5884707" y="546601"/>
                  </a:lnTo>
                  <a:lnTo>
                    <a:pt x="5801824" y="527003"/>
                  </a:lnTo>
                  <a:lnTo>
                    <a:pt x="5718940" y="508460"/>
                  </a:lnTo>
                  <a:lnTo>
                    <a:pt x="5636057" y="490990"/>
                  </a:lnTo>
                  <a:lnTo>
                    <a:pt x="5553174" y="474607"/>
                  </a:lnTo>
                  <a:lnTo>
                    <a:pt x="5470291" y="459323"/>
                  </a:lnTo>
                  <a:lnTo>
                    <a:pt x="5387408" y="445147"/>
                  </a:lnTo>
                  <a:lnTo>
                    <a:pt x="5304524" y="432079"/>
                  </a:lnTo>
                  <a:lnTo>
                    <a:pt x="5221641" y="420115"/>
                  </a:lnTo>
                  <a:lnTo>
                    <a:pt x="5138758" y="409234"/>
                  </a:lnTo>
                  <a:lnTo>
                    <a:pt x="5055875" y="399406"/>
                  </a:lnTo>
                  <a:lnTo>
                    <a:pt x="4972992" y="390584"/>
                  </a:lnTo>
                  <a:lnTo>
                    <a:pt x="4890108" y="382707"/>
                  </a:lnTo>
                  <a:lnTo>
                    <a:pt x="4807225" y="375701"/>
                  </a:lnTo>
                  <a:lnTo>
                    <a:pt x="4724342" y="369484"/>
                  </a:lnTo>
                  <a:lnTo>
                    <a:pt x="4641459" y="363971"/>
                  </a:lnTo>
                  <a:lnTo>
                    <a:pt x="4558576" y="359081"/>
                  </a:lnTo>
                  <a:lnTo>
                    <a:pt x="4475692" y="354744"/>
                  </a:lnTo>
                  <a:lnTo>
                    <a:pt x="4392809" y="350904"/>
                  </a:lnTo>
                  <a:lnTo>
                    <a:pt x="4309926" y="347528"/>
                  </a:lnTo>
                  <a:lnTo>
                    <a:pt x="4227043" y="344511"/>
                  </a:lnTo>
                  <a:lnTo>
                    <a:pt x="4144160" y="341768"/>
                  </a:lnTo>
                  <a:lnTo>
                    <a:pt x="4061276" y="339417"/>
                  </a:lnTo>
                  <a:lnTo>
                    <a:pt x="3978393" y="337554"/>
                  </a:lnTo>
                  <a:lnTo>
                    <a:pt x="3895510" y="336207"/>
                  </a:lnTo>
                  <a:lnTo>
                    <a:pt x="3812627" y="335311"/>
                  </a:lnTo>
                  <a:lnTo>
                    <a:pt x="3729744" y="334706"/>
                  </a:lnTo>
                  <a:lnTo>
                    <a:pt x="3646860" y="333448"/>
                  </a:lnTo>
                  <a:lnTo>
                    <a:pt x="3563977" y="330850"/>
                  </a:lnTo>
                  <a:lnTo>
                    <a:pt x="3481094" y="328280"/>
                  </a:lnTo>
                  <a:lnTo>
                    <a:pt x="3398211" y="326729"/>
                  </a:lnTo>
                  <a:lnTo>
                    <a:pt x="3315328" y="326603"/>
                  </a:lnTo>
                  <a:lnTo>
                    <a:pt x="3232444" y="327234"/>
                  </a:lnTo>
                  <a:lnTo>
                    <a:pt x="3149561" y="328525"/>
                  </a:lnTo>
                  <a:lnTo>
                    <a:pt x="3066678" y="331226"/>
                  </a:lnTo>
                  <a:lnTo>
                    <a:pt x="2983795" y="334787"/>
                  </a:lnTo>
                  <a:lnTo>
                    <a:pt x="2900912" y="339582"/>
                  </a:lnTo>
                  <a:lnTo>
                    <a:pt x="2818028" y="346435"/>
                  </a:lnTo>
                  <a:lnTo>
                    <a:pt x="2735145" y="354492"/>
                  </a:lnTo>
                  <a:lnTo>
                    <a:pt x="2652262" y="361867"/>
                  </a:lnTo>
                  <a:lnTo>
                    <a:pt x="2569379" y="368079"/>
                  </a:lnTo>
                  <a:lnTo>
                    <a:pt x="2486496" y="375952"/>
                  </a:lnTo>
                  <a:lnTo>
                    <a:pt x="2403612" y="384602"/>
                  </a:lnTo>
                  <a:lnTo>
                    <a:pt x="2320729" y="392314"/>
                  </a:lnTo>
                  <a:lnTo>
                    <a:pt x="2237846" y="397486"/>
                  </a:lnTo>
                  <a:lnTo>
                    <a:pt x="2154963" y="402173"/>
                  </a:lnTo>
                  <a:lnTo>
                    <a:pt x="2072080" y="406794"/>
                  </a:lnTo>
                  <a:lnTo>
                    <a:pt x="1989196" y="411273"/>
                  </a:lnTo>
                  <a:lnTo>
                    <a:pt x="1906313" y="415492"/>
                  </a:lnTo>
                  <a:lnTo>
                    <a:pt x="1823430" y="419311"/>
                  </a:lnTo>
                  <a:lnTo>
                    <a:pt x="1740547" y="422621"/>
                  </a:lnTo>
                  <a:lnTo>
                    <a:pt x="1657664" y="425785"/>
                  </a:lnTo>
                  <a:lnTo>
                    <a:pt x="1574780" y="429076"/>
                  </a:lnTo>
                  <a:lnTo>
                    <a:pt x="1491897" y="432630"/>
                  </a:lnTo>
                  <a:lnTo>
                    <a:pt x="1409014" y="436573"/>
                  </a:lnTo>
                  <a:lnTo>
                    <a:pt x="1326131" y="441014"/>
                  </a:lnTo>
                  <a:lnTo>
                    <a:pt x="1243248" y="446029"/>
                  </a:lnTo>
                  <a:lnTo>
                    <a:pt x="1160364" y="451667"/>
                  </a:lnTo>
                  <a:lnTo>
                    <a:pt x="1077481" y="457950"/>
                  </a:lnTo>
                  <a:lnTo>
                    <a:pt x="994598" y="464877"/>
                  </a:lnTo>
                  <a:lnTo>
                    <a:pt x="911715" y="472437"/>
                  </a:lnTo>
                  <a:lnTo>
                    <a:pt x="828832" y="480607"/>
                  </a:lnTo>
                  <a:lnTo>
                    <a:pt x="745948" y="489362"/>
                  </a:lnTo>
                  <a:lnTo>
                    <a:pt x="663065" y="498675"/>
                  </a:lnTo>
                  <a:lnTo>
                    <a:pt x="580182" y="508521"/>
                  </a:lnTo>
                  <a:lnTo>
                    <a:pt x="497299" y="518875"/>
                  </a:lnTo>
                  <a:lnTo>
                    <a:pt x="414416" y="529714"/>
                  </a:lnTo>
                  <a:lnTo>
                    <a:pt x="331532" y="541017"/>
                  </a:lnTo>
                  <a:lnTo>
                    <a:pt x="248649" y="552765"/>
                  </a:lnTo>
                  <a:lnTo>
                    <a:pt x="165766" y="564941"/>
                  </a:lnTo>
                  <a:lnTo>
                    <a:pt x="82883" y="577530"/>
                  </a:lnTo>
                  <a:lnTo>
                    <a:pt x="0" y="59051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72465" y="4780821"/>
              <a:ext cx="6015395" cy="306226"/>
            </a:xfrm>
            <a:custGeom>
              <a:avLst/>
              <a:pathLst>
                <a:path w="6015395" h="306226">
                  <a:moveTo>
                    <a:pt x="0" y="0"/>
                  </a:moveTo>
                  <a:lnTo>
                    <a:pt x="82883" y="28759"/>
                  </a:lnTo>
                  <a:lnTo>
                    <a:pt x="165766" y="56202"/>
                  </a:lnTo>
                  <a:lnTo>
                    <a:pt x="248649" y="82314"/>
                  </a:lnTo>
                  <a:lnTo>
                    <a:pt x="331532" y="107080"/>
                  </a:lnTo>
                  <a:lnTo>
                    <a:pt x="414416" y="130481"/>
                  </a:lnTo>
                  <a:lnTo>
                    <a:pt x="497299" y="152501"/>
                  </a:lnTo>
                  <a:lnTo>
                    <a:pt x="580182" y="173116"/>
                  </a:lnTo>
                  <a:lnTo>
                    <a:pt x="663065" y="192306"/>
                  </a:lnTo>
                  <a:lnTo>
                    <a:pt x="745948" y="210044"/>
                  </a:lnTo>
                  <a:lnTo>
                    <a:pt x="828832" y="226306"/>
                  </a:lnTo>
                  <a:lnTo>
                    <a:pt x="911715" y="241064"/>
                  </a:lnTo>
                  <a:lnTo>
                    <a:pt x="994598" y="254292"/>
                  </a:lnTo>
                  <a:lnTo>
                    <a:pt x="1077481" y="265970"/>
                  </a:lnTo>
                  <a:lnTo>
                    <a:pt x="1160364" y="276084"/>
                  </a:lnTo>
                  <a:lnTo>
                    <a:pt x="1243248" y="284636"/>
                  </a:lnTo>
                  <a:lnTo>
                    <a:pt x="1326131" y="291645"/>
                  </a:lnTo>
                  <a:lnTo>
                    <a:pt x="1409014" y="297161"/>
                  </a:lnTo>
                  <a:lnTo>
                    <a:pt x="1491897" y="301261"/>
                  </a:lnTo>
                  <a:lnTo>
                    <a:pt x="1574780" y="304053"/>
                  </a:lnTo>
                  <a:lnTo>
                    <a:pt x="1657664" y="305662"/>
                  </a:lnTo>
                  <a:lnTo>
                    <a:pt x="1740547" y="306226"/>
                  </a:lnTo>
                  <a:lnTo>
                    <a:pt x="1823430" y="305814"/>
                  </a:lnTo>
                  <a:lnTo>
                    <a:pt x="1906313" y="304422"/>
                  </a:lnTo>
                  <a:lnTo>
                    <a:pt x="1989196" y="302175"/>
                  </a:lnTo>
                  <a:lnTo>
                    <a:pt x="2072080" y="299195"/>
                  </a:lnTo>
                  <a:lnTo>
                    <a:pt x="2154963" y="295626"/>
                  </a:lnTo>
                  <a:lnTo>
                    <a:pt x="2237846" y="291650"/>
                  </a:lnTo>
                  <a:lnTo>
                    <a:pt x="2320729" y="287192"/>
                  </a:lnTo>
                  <a:lnTo>
                    <a:pt x="2403612" y="280750"/>
                  </a:lnTo>
                  <a:lnTo>
                    <a:pt x="2486496" y="272796"/>
                  </a:lnTo>
                  <a:lnTo>
                    <a:pt x="2569379" y="264675"/>
                  </a:lnTo>
                  <a:lnTo>
                    <a:pt x="2652262" y="258303"/>
                  </a:lnTo>
                  <a:lnTo>
                    <a:pt x="2735145" y="251938"/>
                  </a:lnTo>
                  <a:lnTo>
                    <a:pt x="2818028" y="244481"/>
                  </a:lnTo>
                  <a:lnTo>
                    <a:pt x="2900912" y="236932"/>
                  </a:lnTo>
                  <a:lnTo>
                    <a:pt x="2983795" y="231319"/>
                  </a:lnTo>
                  <a:lnTo>
                    <a:pt x="3066678" y="228171"/>
                  </a:lnTo>
                  <a:lnTo>
                    <a:pt x="3149561" y="225368"/>
                  </a:lnTo>
                  <a:lnTo>
                    <a:pt x="3232444" y="222559"/>
                  </a:lnTo>
                  <a:lnTo>
                    <a:pt x="3315328" y="220709"/>
                  </a:lnTo>
                  <a:lnTo>
                    <a:pt x="3398211" y="220899"/>
                  </a:lnTo>
                  <a:lnTo>
                    <a:pt x="3481094" y="222180"/>
                  </a:lnTo>
                  <a:lnTo>
                    <a:pt x="3563977" y="223447"/>
                  </a:lnTo>
                  <a:lnTo>
                    <a:pt x="3646860" y="224178"/>
                  </a:lnTo>
                  <a:lnTo>
                    <a:pt x="3729744" y="224291"/>
                  </a:lnTo>
                  <a:lnTo>
                    <a:pt x="3812627" y="224331"/>
                  </a:lnTo>
                  <a:lnTo>
                    <a:pt x="3895510" y="224450"/>
                  </a:lnTo>
                  <a:lnTo>
                    <a:pt x="3978393" y="224532"/>
                  </a:lnTo>
                  <a:lnTo>
                    <a:pt x="4061276" y="224558"/>
                  </a:lnTo>
                  <a:lnTo>
                    <a:pt x="4144160" y="224602"/>
                  </a:lnTo>
                  <a:lnTo>
                    <a:pt x="4227043" y="224803"/>
                  </a:lnTo>
                  <a:lnTo>
                    <a:pt x="4309926" y="225323"/>
                  </a:lnTo>
                  <a:lnTo>
                    <a:pt x="4392809" y="226065"/>
                  </a:lnTo>
                  <a:lnTo>
                    <a:pt x="4475692" y="226889"/>
                  </a:lnTo>
                  <a:lnTo>
                    <a:pt x="4558576" y="227759"/>
                  </a:lnTo>
                  <a:lnTo>
                    <a:pt x="4641459" y="228616"/>
                  </a:lnTo>
                  <a:lnTo>
                    <a:pt x="4724342" y="229386"/>
                  </a:lnTo>
                  <a:lnTo>
                    <a:pt x="4807225" y="229984"/>
                  </a:lnTo>
                  <a:lnTo>
                    <a:pt x="4890108" y="230322"/>
                  </a:lnTo>
                  <a:lnTo>
                    <a:pt x="4972992" y="230314"/>
                  </a:lnTo>
                  <a:lnTo>
                    <a:pt x="5055875" y="229883"/>
                  </a:lnTo>
                  <a:lnTo>
                    <a:pt x="5138758" y="228964"/>
                  </a:lnTo>
                  <a:lnTo>
                    <a:pt x="5221641" y="227508"/>
                  </a:lnTo>
                  <a:lnTo>
                    <a:pt x="5304524" y="225478"/>
                  </a:lnTo>
                  <a:lnTo>
                    <a:pt x="5387408" y="222854"/>
                  </a:lnTo>
                  <a:lnTo>
                    <a:pt x="5470291" y="219624"/>
                  </a:lnTo>
                  <a:lnTo>
                    <a:pt x="5553174" y="215787"/>
                  </a:lnTo>
                  <a:lnTo>
                    <a:pt x="5636057" y="211347"/>
                  </a:lnTo>
                  <a:lnTo>
                    <a:pt x="5718940" y="206314"/>
                  </a:lnTo>
                  <a:lnTo>
                    <a:pt x="5801824" y="200698"/>
                  </a:lnTo>
                  <a:lnTo>
                    <a:pt x="5884707" y="194512"/>
                  </a:lnTo>
                  <a:lnTo>
                    <a:pt x="5967590" y="187769"/>
                  </a:lnTo>
                  <a:lnTo>
                    <a:pt x="6015395" y="1835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72465" y="5107424"/>
              <a:ext cx="6015395" cy="263914"/>
            </a:xfrm>
            <a:custGeom>
              <a:avLst/>
              <a:pathLst>
                <a:path w="6015395" h="263914">
                  <a:moveTo>
                    <a:pt x="6015395" y="253129"/>
                  </a:moveTo>
                  <a:lnTo>
                    <a:pt x="5967590" y="240636"/>
                  </a:lnTo>
                  <a:lnTo>
                    <a:pt x="5884707" y="219998"/>
                  </a:lnTo>
                  <a:lnTo>
                    <a:pt x="5801824" y="200399"/>
                  </a:lnTo>
                  <a:lnTo>
                    <a:pt x="5718940" y="181857"/>
                  </a:lnTo>
                  <a:lnTo>
                    <a:pt x="5636057" y="164386"/>
                  </a:lnTo>
                  <a:lnTo>
                    <a:pt x="5553174" y="148003"/>
                  </a:lnTo>
                  <a:lnTo>
                    <a:pt x="5470291" y="132719"/>
                  </a:lnTo>
                  <a:lnTo>
                    <a:pt x="5387408" y="118543"/>
                  </a:lnTo>
                  <a:lnTo>
                    <a:pt x="5304524" y="105476"/>
                  </a:lnTo>
                  <a:lnTo>
                    <a:pt x="5221641" y="93511"/>
                  </a:lnTo>
                  <a:lnTo>
                    <a:pt x="5138758" y="82631"/>
                  </a:lnTo>
                  <a:lnTo>
                    <a:pt x="5055875" y="72803"/>
                  </a:lnTo>
                  <a:lnTo>
                    <a:pt x="4972992" y="63981"/>
                  </a:lnTo>
                  <a:lnTo>
                    <a:pt x="4890108" y="56103"/>
                  </a:lnTo>
                  <a:lnTo>
                    <a:pt x="4807225" y="49097"/>
                  </a:lnTo>
                  <a:lnTo>
                    <a:pt x="4724342" y="42880"/>
                  </a:lnTo>
                  <a:lnTo>
                    <a:pt x="4641459" y="37367"/>
                  </a:lnTo>
                  <a:lnTo>
                    <a:pt x="4558576" y="32478"/>
                  </a:lnTo>
                  <a:lnTo>
                    <a:pt x="4475692" y="28140"/>
                  </a:lnTo>
                  <a:lnTo>
                    <a:pt x="4392809" y="24300"/>
                  </a:lnTo>
                  <a:lnTo>
                    <a:pt x="4309926" y="20925"/>
                  </a:lnTo>
                  <a:lnTo>
                    <a:pt x="4227043" y="17907"/>
                  </a:lnTo>
                  <a:lnTo>
                    <a:pt x="4144160" y="15165"/>
                  </a:lnTo>
                  <a:lnTo>
                    <a:pt x="4061276" y="12814"/>
                  </a:lnTo>
                  <a:lnTo>
                    <a:pt x="3978393" y="10951"/>
                  </a:lnTo>
                  <a:lnTo>
                    <a:pt x="3895510" y="9604"/>
                  </a:lnTo>
                  <a:lnTo>
                    <a:pt x="3812627" y="8707"/>
                  </a:lnTo>
                  <a:lnTo>
                    <a:pt x="3729744" y="8102"/>
                  </a:lnTo>
                  <a:lnTo>
                    <a:pt x="3646860" y="6845"/>
                  </a:lnTo>
                  <a:lnTo>
                    <a:pt x="3563977" y="4246"/>
                  </a:lnTo>
                  <a:lnTo>
                    <a:pt x="3481094" y="1677"/>
                  </a:lnTo>
                  <a:lnTo>
                    <a:pt x="3398211" y="125"/>
                  </a:lnTo>
                  <a:lnTo>
                    <a:pt x="3315328" y="0"/>
                  </a:lnTo>
                  <a:lnTo>
                    <a:pt x="3232444" y="631"/>
                  </a:lnTo>
                  <a:lnTo>
                    <a:pt x="3149561" y="1921"/>
                  </a:lnTo>
                  <a:lnTo>
                    <a:pt x="3066678" y="4622"/>
                  </a:lnTo>
                  <a:lnTo>
                    <a:pt x="2983795" y="8183"/>
                  </a:lnTo>
                  <a:lnTo>
                    <a:pt x="2900912" y="12978"/>
                  </a:lnTo>
                  <a:lnTo>
                    <a:pt x="2818028" y="19832"/>
                  </a:lnTo>
                  <a:lnTo>
                    <a:pt x="2735145" y="27889"/>
                  </a:lnTo>
                  <a:lnTo>
                    <a:pt x="2652262" y="35264"/>
                  </a:lnTo>
                  <a:lnTo>
                    <a:pt x="2569379" y="41475"/>
                  </a:lnTo>
                  <a:lnTo>
                    <a:pt x="2486496" y="49349"/>
                  </a:lnTo>
                  <a:lnTo>
                    <a:pt x="2403612" y="57999"/>
                  </a:lnTo>
                  <a:lnTo>
                    <a:pt x="2320729" y="65710"/>
                  </a:lnTo>
                  <a:lnTo>
                    <a:pt x="2237846" y="70882"/>
                  </a:lnTo>
                  <a:lnTo>
                    <a:pt x="2154963" y="75570"/>
                  </a:lnTo>
                  <a:lnTo>
                    <a:pt x="2072080" y="80191"/>
                  </a:lnTo>
                  <a:lnTo>
                    <a:pt x="1989196" y="84670"/>
                  </a:lnTo>
                  <a:lnTo>
                    <a:pt x="1906313" y="88888"/>
                  </a:lnTo>
                  <a:lnTo>
                    <a:pt x="1823430" y="92707"/>
                  </a:lnTo>
                  <a:lnTo>
                    <a:pt x="1740547" y="96018"/>
                  </a:lnTo>
                  <a:lnTo>
                    <a:pt x="1657664" y="99182"/>
                  </a:lnTo>
                  <a:lnTo>
                    <a:pt x="1574780" y="102473"/>
                  </a:lnTo>
                  <a:lnTo>
                    <a:pt x="1491897" y="106026"/>
                  </a:lnTo>
                  <a:lnTo>
                    <a:pt x="1409014" y="109970"/>
                  </a:lnTo>
                  <a:lnTo>
                    <a:pt x="1326131" y="114410"/>
                  </a:lnTo>
                  <a:lnTo>
                    <a:pt x="1243248" y="119426"/>
                  </a:lnTo>
                  <a:lnTo>
                    <a:pt x="1160364" y="125064"/>
                  </a:lnTo>
                  <a:lnTo>
                    <a:pt x="1077481" y="131346"/>
                  </a:lnTo>
                  <a:lnTo>
                    <a:pt x="994598" y="138274"/>
                  </a:lnTo>
                  <a:lnTo>
                    <a:pt x="911715" y="145833"/>
                  </a:lnTo>
                  <a:lnTo>
                    <a:pt x="828832" y="154003"/>
                  </a:lnTo>
                  <a:lnTo>
                    <a:pt x="745948" y="162758"/>
                  </a:lnTo>
                  <a:lnTo>
                    <a:pt x="663065" y="172072"/>
                  </a:lnTo>
                  <a:lnTo>
                    <a:pt x="580182" y="181918"/>
                  </a:lnTo>
                  <a:lnTo>
                    <a:pt x="497299" y="192272"/>
                  </a:lnTo>
                  <a:lnTo>
                    <a:pt x="414416" y="203110"/>
                  </a:lnTo>
                  <a:lnTo>
                    <a:pt x="331532" y="214413"/>
                  </a:lnTo>
                  <a:lnTo>
                    <a:pt x="248649" y="226161"/>
                  </a:lnTo>
                  <a:lnTo>
                    <a:pt x="165766" y="238338"/>
                  </a:lnTo>
                  <a:lnTo>
                    <a:pt x="82883" y="250926"/>
                  </a:lnTo>
                  <a:lnTo>
                    <a:pt x="0" y="2639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72465" y="5054477"/>
              <a:ext cx="6015395" cy="107993"/>
            </a:xfrm>
            <a:custGeom>
              <a:avLst/>
              <a:pathLst>
                <a:path w="6015395" h="107993">
                  <a:moveTo>
                    <a:pt x="0" y="21602"/>
                  </a:moveTo>
                  <a:lnTo>
                    <a:pt x="82883" y="29488"/>
                  </a:lnTo>
                  <a:lnTo>
                    <a:pt x="165766" y="36915"/>
                  </a:lnTo>
                  <a:lnTo>
                    <a:pt x="248649" y="43883"/>
                  </a:lnTo>
                  <a:lnTo>
                    <a:pt x="331532" y="50391"/>
                  </a:lnTo>
                  <a:lnTo>
                    <a:pt x="414416" y="56441"/>
                  </a:lnTo>
                  <a:lnTo>
                    <a:pt x="497299" y="62031"/>
                  </a:lnTo>
                  <a:lnTo>
                    <a:pt x="580182" y="67162"/>
                  </a:lnTo>
                  <a:lnTo>
                    <a:pt x="663065" y="71834"/>
                  </a:lnTo>
                  <a:lnTo>
                    <a:pt x="745948" y="76046"/>
                  </a:lnTo>
                  <a:lnTo>
                    <a:pt x="828832" y="79800"/>
                  </a:lnTo>
                  <a:lnTo>
                    <a:pt x="911715" y="83094"/>
                  </a:lnTo>
                  <a:lnTo>
                    <a:pt x="994598" y="85928"/>
                  </a:lnTo>
                  <a:lnTo>
                    <a:pt x="1077481" y="88303"/>
                  </a:lnTo>
                  <a:lnTo>
                    <a:pt x="1160364" y="90219"/>
                  </a:lnTo>
                  <a:lnTo>
                    <a:pt x="1243248" y="91676"/>
                  </a:lnTo>
                  <a:lnTo>
                    <a:pt x="1326131" y="92673"/>
                  </a:lnTo>
                  <a:lnTo>
                    <a:pt x="1409014" y="93211"/>
                  </a:lnTo>
                  <a:lnTo>
                    <a:pt x="1491897" y="93289"/>
                  </a:lnTo>
                  <a:lnTo>
                    <a:pt x="1574780" y="92908"/>
                  </a:lnTo>
                  <a:lnTo>
                    <a:pt x="1657664" y="92067"/>
                  </a:lnTo>
                  <a:lnTo>
                    <a:pt x="1740547" y="90767"/>
                  </a:lnTo>
                  <a:lnTo>
                    <a:pt x="1823430" y="88906"/>
                  </a:lnTo>
                  <a:lnTo>
                    <a:pt x="1906313" y="86300"/>
                  </a:lnTo>
                  <a:lnTo>
                    <a:pt x="1989196" y="83068"/>
                  </a:lnTo>
                  <a:lnTo>
                    <a:pt x="2072080" y="79338"/>
                  </a:lnTo>
                  <a:lnTo>
                    <a:pt x="2154963" y="75243"/>
                  </a:lnTo>
                  <a:lnTo>
                    <a:pt x="2237846" y="70911"/>
                  </a:lnTo>
                  <a:lnTo>
                    <a:pt x="2320729" y="66096"/>
                  </a:lnTo>
                  <a:lnTo>
                    <a:pt x="2403612" y="59019"/>
                  </a:lnTo>
                  <a:lnTo>
                    <a:pt x="2486496" y="50718"/>
                  </a:lnTo>
                  <a:lnTo>
                    <a:pt x="2569379" y="42720"/>
                  </a:lnTo>
                  <a:lnTo>
                    <a:pt x="2652262" y="36429"/>
                  </a:lnTo>
                  <a:lnTo>
                    <a:pt x="2735145" y="29559"/>
                  </a:lnTo>
                  <a:lnTo>
                    <a:pt x="2818028" y="21802"/>
                  </a:lnTo>
                  <a:lnTo>
                    <a:pt x="2900912" y="14600"/>
                  </a:lnTo>
                  <a:lnTo>
                    <a:pt x="2983795" y="9396"/>
                  </a:lnTo>
                  <a:lnTo>
                    <a:pt x="3066678" y="6042"/>
                  </a:lnTo>
                  <a:lnTo>
                    <a:pt x="3149561" y="3289"/>
                  </a:lnTo>
                  <a:lnTo>
                    <a:pt x="3232444" y="1240"/>
                  </a:lnTo>
                  <a:lnTo>
                    <a:pt x="3315328" y="0"/>
                  </a:lnTo>
                  <a:lnTo>
                    <a:pt x="3398211" y="157"/>
                  </a:lnTo>
                  <a:lnTo>
                    <a:pt x="3481094" y="1574"/>
                  </a:lnTo>
                  <a:lnTo>
                    <a:pt x="3563977" y="3492"/>
                  </a:lnTo>
                  <a:lnTo>
                    <a:pt x="3646860" y="5156"/>
                  </a:lnTo>
                  <a:lnTo>
                    <a:pt x="3729744" y="5842"/>
                  </a:lnTo>
                  <a:lnTo>
                    <a:pt x="3812627" y="6164"/>
                  </a:lnTo>
                  <a:lnTo>
                    <a:pt x="3895510" y="6672"/>
                  </a:lnTo>
                  <a:lnTo>
                    <a:pt x="3978393" y="7387"/>
                  </a:lnTo>
                  <a:lnTo>
                    <a:pt x="4061276" y="8331"/>
                  </a:lnTo>
                  <a:lnTo>
                    <a:pt x="4144160" y="9528"/>
                  </a:lnTo>
                  <a:lnTo>
                    <a:pt x="4227043" y="11000"/>
                  </a:lnTo>
                  <a:lnTo>
                    <a:pt x="4309926" y="12769"/>
                  </a:lnTo>
                  <a:lnTo>
                    <a:pt x="4392809" y="14828"/>
                  </a:lnTo>
                  <a:lnTo>
                    <a:pt x="4475692" y="17160"/>
                  </a:lnTo>
                  <a:lnTo>
                    <a:pt x="4558576" y="19763"/>
                  </a:lnTo>
                  <a:lnTo>
                    <a:pt x="4641459" y="22637"/>
                  </a:lnTo>
                  <a:lnTo>
                    <a:pt x="4724342" y="25778"/>
                  </a:lnTo>
                  <a:lnTo>
                    <a:pt x="4807225" y="29186"/>
                  </a:lnTo>
                  <a:lnTo>
                    <a:pt x="4890108" y="32858"/>
                  </a:lnTo>
                  <a:lnTo>
                    <a:pt x="4972992" y="36792"/>
                  </a:lnTo>
                  <a:lnTo>
                    <a:pt x="5055875" y="40988"/>
                  </a:lnTo>
                  <a:lnTo>
                    <a:pt x="5138758" y="45443"/>
                  </a:lnTo>
                  <a:lnTo>
                    <a:pt x="5221641" y="50155"/>
                  </a:lnTo>
                  <a:lnTo>
                    <a:pt x="5304524" y="55122"/>
                  </a:lnTo>
                  <a:lnTo>
                    <a:pt x="5387408" y="60343"/>
                  </a:lnTo>
                  <a:lnTo>
                    <a:pt x="5470291" y="65817"/>
                  </a:lnTo>
                  <a:lnTo>
                    <a:pt x="5553174" y="71540"/>
                  </a:lnTo>
                  <a:lnTo>
                    <a:pt x="5636057" y="77512"/>
                  </a:lnTo>
                  <a:lnTo>
                    <a:pt x="5718940" y="83730"/>
                  </a:lnTo>
                  <a:lnTo>
                    <a:pt x="5801824" y="90194"/>
                  </a:lnTo>
                  <a:lnTo>
                    <a:pt x="5884707" y="96900"/>
                  </a:lnTo>
                  <a:lnTo>
                    <a:pt x="5967590" y="103847"/>
                  </a:lnTo>
                  <a:lnTo>
                    <a:pt x="6015395" y="10799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072465" y="4497864"/>
              <a:ext cx="6015395" cy="880595"/>
            </a:xfrm>
            <a:custGeom>
              <a:avLst/>
              <a:pathLst>
                <a:path w="6015395" h="880595">
                  <a:moveTo>
                    <a:pt x="0" y="42117"/>
                  </a:moveTo>
                  <a:lnTo>
                    <a:pt x="82883" y="90952"/>
                  </a:lnTo>
                  <a:lnTo>
                    <a:pt x="165766" y="137368"/>
                  </a:lnTo>
                  <a:lnTo>
                    <a:pt x="248649" y="181344"/>
                  </a:lnTo>
                  <a:lnTo>
                    <a:pt x="331532" y="222857"/>
                  </a:lnTo>
                  <a:lnTo>
                    <a:pt x="414416" y="261881"/>
                  </a:lnTo>
                  <a:lnTo>
                    <a:pt x="497299" y="298390"/>
                  </a:lnTo>
                  <a:lnTo>
                    <a:pt x="580182" y="332351"/>
                  </a:lnTo>
                  <a:lnTo>
                    <a:pt x="663065" y="363732"/>
                  </a:lnTo>
                  <a:lnTo>
                    <a:pt x="745948" y="392494"/>
                  </a:lnTo>
                  <a:lnTo>
                    <a:pt x="828832" y="418600"/>
                  </a:lnTo>
                  <a:lnTo>
                    <a:pt x="911715" y="442009"/>
                  </a:lnTo>
                  <a:lnTo>
                    <a:pt x="994598" y="462683"/>
                  </a:lnTo>
                  <a:lnTo>
                    <a:pt x="1077481" y="480591"/>
                  </a:lnTo>
                  <a:lnTo>
                    <a:pt x="1160364" y="495712"/>
                  </a:lnTo>
                  <a:lnTo>
                    <a:pt x="1243248" y="508051"/>
                  </a:lnTo>
                  <a:lnTo>
                    <a:pt x="1326131" y="517642"/>
                  </a:lnTo>
                  <a:lnTo>
                    <a:pt x="1409014" y="524563"/>
                  </a:lnTo>
                  <a:lnTo>
                    <a:pt x="1491897" y="528937"/>
                  </a:lnTo>
                  <a:lnTo>
                    <a:pt x="1574780" y="530933"/>
                  </a:lnTo>
                  <a:lnTo>
                    <a:pt x="1657664" y="530752"/>
                  </a:lnTo>
                  <a:lnTo>
                    <a:pt x="1740547" y="528607"/>
                  </a:lnTo>
                  <a:lnTo>
                    <a:pt x="1823430" y="524635"/>
                  </a:lnTo>
                  <a:lnTo>
                    <a:pt x="1906313" y="518869"/>
                  </a:lnTo>
                  <a:lnTo>
                    <a:pt x="1989196" y="511474"/>
                  </a:lnTo>
                  <a:lnTo>
                    <a:pt x="2072080" y="502608"/>
                  </a:lnTo>
                  <a:lnTo>
                    <a:pt x="2154963" y="492461"/>
                  </a:lnTo>
                  <a:lnTo>
                    <a:pt x="2237846" y="481286"/>
                  </a:lnTo>
                  <a:lnTo>
                    <a:pt x="2320729" y="468869"/>
                  </a:lnTo>
                  <a:lnTo>
                    <a:pt x="2403612" y="452535"/>
                  </a:lnTo>
                  <a:lnTo>
                    <a:pt x="2486496" y="433196"/>
                  </a:lnTo>
                  <a:lnTo>
                    <a:pt x="2569379" y="413219"/>
                  </a:lnTo>
                  <a:lnTo>
                    <a:pt x="2652262" y="395821"/>
                  </a:lnTo>
                  <a:lnTo>
                    <a:pt x="2735145" y="377518"/>
                  </a:lnTo>
                  <a:lnTo>
                    <a:pt x="2818028" y="356666"/>
                  </a:lnTo>
                  <a:lnTo>
                    <a:pt x="2900912" y="335464"/>
                  </a:lnTo>
                  <a:lnTo>
                    <a:pt x="2983795" y="317717"/>
                  </a:lnTo>
                  <a:lnTo>
                    <a:pt x="3066678" y="304197"/>
                  </a:lnTo>
                  <a:lnTo>
                    <a:pt x="3149561" y="291027"/>
                  </a:lnTo>
                  <a:lnTo>
                    <a:pt x="3232444" y="277682"/>
                  </a:lnTo>
                  <a:lnTo>
                    <a:pt x="3315328" y="265684"/>
                  </a:lnTo>
                  <a:lnTo>
                    <a:pt x="3398211" y="255829"/>
                  </a:lnTo>
                  <a:lnTo>
                    <a:pt x="3481094" y="246672"/>
                  </a:lnTo>
                  <a:lnTo>
                    <a:pt x="3563977" y="237508"/>
                  </a:lnTo>
                  <a:lnTo>
                    <a:pt x="3646860" y="228541"/>
                  </a:lnTo>
                  <a:lnTo>
                    <a:pt x="3729744" y="220632"/>
                  </a:lnTo>
                  <a:lnTo>
                    <a:pt x="3812627" y="214095"/>
                  </a:lnTo>
                  <a:lnTo>
                    <a:pt x="3895510" y="208439"/>
                  </a:lnTo>
                  <a:lnTo>
                    <a:pt x="3978393" y="203278"/>
                  </a:lnTo>
                  <a:lnTo>
                    <a:pt x="4061276" y="198373"/>
                  </a:lnTo>
                  <a:lnTo>
                    <a:pt x="4144160" y="193631"/>
                  </a:lnTo>
                  <a:lnTo>
                    <a:pt x="4227043" y="189066"/>
                  </a:lnTo>
                  <a:lnTo>
                    <a:pt x="4309926" y="184724"/>
                  </a:lnTo>
                  <a:lnTo>
                    <a:pt x="4392809" y="180510"/>
                  </a:lnTo>
                  <a:lnTo>
                    <a:pt x="4475692" y="176335"/>
                  </a:lnTo>
                  <a:lnTo>
                    <a:pt x="4558576" y="172151"/>
                  </a:lnTo>
                  <a:lnTo>
                    <a:pt x="4641459" y="167873"/>
                  </a:lnTo>
                  <a:lnTo>
                    <a:pt x="4724342" y="163392"/>
                  </a:lnTo>
                  <a:lnTo>
                    <a:pt x="4807225" y="158584"/>
                  </a:lnTo>
                  <a:lnTo>
                    <a:pt x="4890108" y="153315"/>
                  </a:lnTo>
                  <a:lnTo>
                    <a:pt x="4972992" y="147461"/>
                  </a:lnTo>
                  <a:lnTo>
                    <a:pt x="5055875" y="140906"/>
                  </a:lnTo>
                  <a:lnTo>
                    <a:pt x="5138758" y="133558"/>
                  </a:lnTo>
                  <a:lnTo>
                    <a:pt x="5221641" y="125345"/>
                  </a:lnTo>
                  <a:lnTo>
                    <a:pt x="5304524" y="116220"/>
                  </a:lnTo>
                  <a:lnTo>
                    <a:pt x="5387408" y="106154"/>
                  </a:lnTo>
                  <a:lnTo>
                    <a:pt x="5470291" y="95140"/>
                  </a:lnTo>
                  <a:lnTo>
                    <a:pt x="5553174" y="83181"/>
                  </a:lnTo>
                  <a:lnTo>
                    <a:pt x="5636057" y="70292"/>
                  </a:lnTo>
                  <a:lnTo>
                    <a:pt x="5718940" y="56494"/>
                  </a:lnTo>
                  <a:lnTo>
                    <a:pt x="5801824" y="41812"/>
                  </a:lnTo>
                  <a:lnTo>
                    <a:pt x="5884707" y="26273"/>
                  </a:lnTo>
                  <a:lnTo>
                    <a:pt x="5967590" y="9904"/>
                  </a:lnTo>
                  <a:lnTo>
                    <a:pt x="6015395" y="0"/>
                  </a:lnTo>
                  <a:lnTo>
                    <a:pt x="6015395" y="620045"/>
                  </a:lnTo>
                  <a:lnTo>
                    <a:pt x="5967590" y="603817"/>
                  </a:lnTo>
                  <a:lnTo>
                    <a:pt x="5884707" y="577331"/>
                  </a:lnTo>
                  <a:lnTo>
                    <a:pt x="5801824" y="552515"/>
                  </a:lnTo>
                  <a:lnTo>
                    <a:pt x="5718940" y="529387"/>
                  </a:lnTo>
                  <a:lnTo>
                    <a:pt x="5636057" y="507964"/>
                  </a:lnTo>
                  <a:lnTo>
                    <a:pt x="5553174" y="488263"/>
                  </a:lnTo>
                  <a:lnTo>
                    <a:pt x="5470291" y="470295"/>
                  </a:lnTo>
                  <a:lnTo>
                    <a:pt x="5387408" y="454067"/>
                  </a:lnTo>
                  <a:lnTo>
                    <a:pt x="5304524" y="439573"/>
                  </a:lnTo>
                  <a:lnTo>
                    <a:pt x="5221641" y="426797"/>
                  </a:lnTo>
                  <a:lnTo>
                    <a:pt x="5138758" y="415701"/>
                  </a:lnTo>
                  <a:lnTo>
                    <a:pt x="5055875" y="406229"/>
                  </a:lnTo>
                  <a:lnTo>
                    <a:pt x="4972992" y="398301"/>
                  </a:lnTo>
                  <a:lnTo>
                    <a:pt x="4890108" y="391814"/>
                  </a:lnTo>
                  <a:lnTo>
                    <a:pt x="4807225" y="386646"/>
                  </a:lnTo>
                  <a:lnTo>
                    <a:pt x="4724342" y="382661"/>
                  </a:lnTo>
                  <a:lnTo>
                    <a:pt x="4641459" y="379719"/>
                  </a:lnTo>
                  <a:lnTo>
                    <a:pt x="4558576" y="377685"/>
                  </a:lnTo>
                  <a:lnTo>
                    <a:pt x="4475692" y="376442"/>
                  </a:lnTo>
                  <a:lnTo>
                    <a:pt x="4392809" y="375895"/>
                  </a:lnTo>
                  <a:lnTo>
                    <a:pt x="4309926" y="375989"/>
                  </a:lnTo>
                  <a:lnTo>
                    <a:pt x="4227043" y="376422"/>
                  </a:lnTo>
                  <a:lnTo>
                    <a:pt x="4144160" y="377010"/>
                  </a:lnTo>
                  <a:lnTo>
                    <a:pt x="4061276" y="378140"/>
                  </a:lnTo>
                  <a:lnTo>
                    <a:pt x="3978393" y="380170"/>
                  </a:lnTo>
                  <a:lnTo>
                    <a:pt x="3895510" y="383352"/>
                  </a:lnTo>
                  <a:lnTo>
                    <a:pt x="3812627" y="387791"/>
                  </a:lnTo>
                  <a:lnTo>
                    <a:pt x="3729744" y="393444"/>
                  </a:lnTo>
                  <a:lnTo>
                    <a:pt x="3646860" y="399561"/>
                  </a:lnTo>
                  <a:lnTo>
                    <a:pt x="3563977" y="405605"/>
                  </a:lnTo>
                  <a:lnTo>
                    <a:pt x="3481094" y="412730"/>
                  </a:lnTo>
                  <a:lnTo>
                    <a:pt x="3398211" y="421463"/>
                  </a:lnTo>
                  <a:lnTo>
                    <a:pt x="3315328" y="431419"/>
                  </a:lnTo>
                  <a:lnTo>
                    <a:pt x="3232444" y="441510"/>
                  </a:lnTo>
                  <a:lnTo>
                    <a:pt x="3149561" y="452480"/>
                  </a:lnTo>
                  <a:lnTo>
                    <a:pt x="3066678" y="465488"/>
                  </a:lnTo>
                  <a:lnTo>
                    <a:pt x="2983795" y="479656"/>
                  </a:lnTo>
                  <a:lnTo>
                    <a:pt x="2900912" y="496122"/>
                  </a:lnTo>
                  <a:lnTo>
                    <a:pt x="2818028" y="516236"/>
                  </a:lnTo>
                  <a:lnTo>
                    <a:pt x="2735145" y="538027"/>
                  </a:lnTo>
                  <a:lnTo>
                    <a:pt x="2652262" y="557911"/>
                  </a:lnTo>
                  <a:lnTo>
                    <a:pt x="2569379" y="575057"/>
                  </a:lnTo>
                  <a:lnTo>
                    <a:pt x="2486496" y="594648"/>
                  </a:lnTo>
                  <a:lnTo>
                    <a:pt x="2403612" y="615075"/>
                  </a:lnTo>
                  <a:lnTo>
                    <a:pt x="2320729" y="633397"/>
                  </a:lnTo>
                  <a:lnTo>
                    <a:pt x="2237846" y="646931"/>
                  </a:lnTo>
                  <a:lnTo>
                    <a:pt x="2154963" y="659219"/>
                  </a:lnTo>
                  <a:lnTo>
                    <a:pt x="2072080" y="671013"/>
                  </a:lnTo>
                  <a:lnTo>
                    <a:pt x="1989196" y="682225"/>
                  </a:lnTo>
                  <a:lnTo>
                    <a:pt x="1906313" y="692705"/>
                  </a:lnTo>
                  <a:lnTo>
                    <a:pt x="1823430" y="702270"/>
                  </a:lnTo>
                  <a:lnTo>
                    <a:pt x="1740547" y="710778"/>
                  </a:lnTo>
                  <a:lnTo>
                    <a:pt x="1657664" y="718757"/>
                  </a:lnTo>
                  <a:lnTo>
                    <a:pt x="1574780" y="726608"/>
                  </a:lnTo>
                  <a:lnTo>
                    <a:pt x="1491897" y="734543"/>
                  </a:lnTo>
                  <a:lnTo>
                    <a:pt x="1409014" y="742759"/>
                  </a:lnTo>
                  <a:lnTo>
                    <a:pt x="1326131" y="751421"/>
                  </a:lnTo>
                  <a:lnTo>
                    <a:pt x="1243248" y="760650"/>
                  </a:lnTo>
                  <a:lnTo>
                    <a:pt x="1160364" y="770519"/>
                  </a:lnTo>
                  <a:lnTo>
                    <a:pt x="1077481" y="781060"/>
                  </a:lnTo>
                  <a:lnTo>
                    <a:pt x="994598" y="792273"/>
                  </a:lnTo>
                  <a:lnTo>
                    <a:pt x="911715" y="804134"/>
                  </a:lnTo>
                  <a:lnTo>
                    <a:pt x="828832" y="816610"/>
                  </a:lnTo>
                  <a:lnTo>
                    <a:pt x="745948" y="829658"/>
                  </a:lnTo>
                  <a:lnTo>
                    <a:pt x="663065" y="843234"/>
                  </a:lnTo>
                  <a:lnTo>
                    <a:pt x="580182" y="857297"/>
                  </a:lnTo>
                  <a:lnTo>
                    <a:pt x="497299" y="871806"/>
                  </a:lnTo>
                  <a:lnTo>
                    <a:pt x="448468" y="88059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72465" y="4497864"/>
              <a:ext cx="6015395" cy="530933"/>
            </a:xfrm>
            <a:custGeom>
              <a:avLst/>
              <a:pathLst>
                <a:path w="6015395" h="530933">
                  <a:moveTo>
                    <a:pt x="0" y="42117"/>
                  </a:moveTo>
                  <a:lnTo>
                    <a:pt x="82883" y="90952"/>
                  </a:lnTo>
                  <a:lnTo>
                    <a:pt x="165766" y="137368"/>
                  </a:lnTo>
                  <a:lnTo>
                    <a:pt x="248649" y="181344"/>
                  </a:lnTo>
                  <a:lnTo>
                    <a:pt x="331532" y="222857"/>
                  </a:lnTo>
                  <a:lnTo>
                    <a:pt x="414416" y="261881"/>
                  </a:lnTo>
                  <a:lnTo>
                    <a:pt x="497299" y="298390"/>
                  </a:lnTo>
                  <a:lnTo>
                    <a:pt x="580182" y="332351"/>
                  </a:lnTo>
                  <a:lnTo>
                    <a:pt x="663065" y="363732"/>
                  </a:lnTo>
                  <a:lnTo>
                    <a:pt x="745948" y="392494"/>
                  </a:lnTo>
                  <a:lnTo>
                    <a:pt x="828832" y="418600"/>
                  </a:lnTo>
                  <a:lnTo>
                    <a:pt x="911715" y="442009"/>
                  </a:lnTo>
                  <a:lnTo>
                    <a:pt x="994598" y="462683"/>
                  </a:lnTo>
                  <a:lnTo>
                    <a:pt x="1077481" y="480591"/>
                  </a:lnTo>
                  <a:lnTo>
                    <a:pt x="1160364" y="495712"/>
                  </a:lnTo>
                  <a:lnTo>
                    <a:pt x="1243248" y="508051"/>
                  </a:lnTo>
                  <a:lnTo>
                    <a:pt x="1326131" y="517642"/>
                  </a:lnTo>
                  <a:lnTo>
                    <a:pt x="1409014" y="524563"/>
                  </a:lnTo>
                  <a:lnTo>
                    <a:pt x="1491897" y="528937"/>
                  </a:lnTo>
                  <a:lnTo>
                    <a:pt x="1574780" y="530933"/>
                  </a:lnTo>
                  <a:lnTo>
                    <a:pt x="1657664" y="530752"/>
                  </a:lnTo>
                  <a:lnTo>
                    <a:pt x="1740547" y="528607"/>
                  </a:lnTo>
                  <a:lnTo>
                    <a:pt x="1823430" y="524635"/>
                  </a:lnTo>
                  <a:lnTo>
                    <a:pt x="1906313" y="518869"/>
                  </a:lnTo>
                  <a:lnTo>
                    <a:pt x="1989196" y="511474"/>
                  </a:lnTo>
                  <a:lnTo>
                    <a:pt x="2072080" y="502608"/>
                  </a:lnTo>
                  <a:lnTo>
                    <a:pt x="2154963" y="492461"/>
                  </a:lnTo>
                  <a:lnTo>
                    <a:pt x="2237846" y="481286"/>
                  </a:lnTo>
                  <a:lnTo>
                    <a:pt x="2320729" y="468869"/>
                  </a:lnTo>
                  <a:lnTo>
                    <a:pt x="2403612" y="452535"/>
                  </a:lnTo>
                  <a:lnTo>
                    <a:pt x="2486496" y="433196"/>
                  </a:lnTo>
                  <a:lnTo>
                    <a:pt x="2569379" y="413219"/>
                  </a:lnTo>
                  <a:lnTo>
                    <a:pt x="2652262" y="395821"/>
                  </a:lnTo>
                  <a:lnTo>
                    <a:pt x="2735145" y="377518"/>
                  </a:lnTo>
                  <a:lnTo>
                    <a:pt x="2818028" y="356666"/>
                  </a:lnTo>
                  <a:lnTo>
                    <a:pt x="2900912" y="335464"/>
                  </a:lnTo>
                  <a:lnTo>
                    <a:pt x="2983795" y="317717"/>
                  </a:lnTo>
                  <a:lnTo>
                    <a:pt x="3066678" y="304197"/>
                  </a:lnTo>
                  <a:lnTo>
                    <a:pt x="3149561" y="291027"/>
                  </a:lnTo>
                  <a:lnTo>
                    <a:pt x="3232444" y="277682"/>
                  </a:lnTo>
                  <a:lnTo>
                    <a:pt x="3315328" y="265684"/>
                  </a:lnTo>
                  <a:lnTo>
                    <a:pt x="3398211" y="255829"/>
                  </a:lnTo>
                  <a:lnTo>
                    <a:pt x="3481094" y="246672"/>
                  </a:lnTo>
                  <a:lnTo>
                    <a:pt x="3563977" y="237508"/>
                  </a:lnTo>
                  <a:lnTo>
                    <a:pt x="3646860" y="228541"/>
                  </a:lnTo>
                  <a:lnTo>
                    <a:pt x="3729744" y="220632"/>
                  </a:lnTo>
                  <a:lnTo>
                    <a:pt x="3812627" y="214095"/>
                  </a:lnTo>
                  <a:lnTo>
                    <a:pt x="3895510" y="208439"/>
                  </a:lnTo>
                  <a:lnTo>
                    <a:pt x="3978393" y="203278"/>
                  </a:lnTo>
                  <a:lnTo>
                    <a:pt x="4061276" y="198373"/>
                  </a:lnTo>
                  <a:lnTo>
                    <a:pt x="4144160" y="193631"/>
                  </a:lnTo>
                  <a:lnTo>
                    <a:pt x="4227043" y="189066"/>
                  </a:lnTo>
                  <a:lnTo>
                    <a:pt x="4309926" y="184724"/>
                  </a:lnTo>
                  <a:lnTo>
                    <a:pt x="4392809" y="180510"/>
                  </a:lnTo>
                  <a:lnTo>
                    <a:pt x="4475692" y="176335"/>
                  </a:lnTo>
                  <a:lnTo>
                    <a:pt x="4558576" y="172151"/>
                  </a:lnTo>
                  <a:lnTo>
                    <a:pt x="4641459" y="167873"/>
                  </a:lnTo>
                  <a:lnTo>
                    <a:pt x="4724342" y="163392"/>
                  </a:lnTo>
                  <a:lnTo>
                    <a:pt x="4807225" y="158584"/>
                  </a:lnTo>
                  <a:lnTo>
                    <a:pt x="4890108" y="153315"/>
                  </a:lnTo>
                  <a:lnTo>
                    <a:pt x="4972992" y="147461"/>
                  </a:lnTo>
                  <a:lnTo>
                    <a:pt x="5055875" y="140906"/>
                  </a:lnTo>
                  <a:lnTo>
                    <a:pt x="5138758" y="133558"/>
                  </a:lnTo>
                  <a:lnTo>
                    <a:pt x="5221641" y="125345"/>
                  </a:lnTo>
                  <a:lnTo>
                    <a:pt x="5304524" y="116220"/>
                  </a:lnTo>
                  <a:lnTo>
                    <a:pt x="5387408" y="106154"/>
                  </a:lnTo>
                  <a:lnTo>
                    <a:pt x="5470291" y="95140"/>
                  </a:lnTo>
                  <a:lnTo>
                    <a:pt x="5553174" y="83181"/>
                  </a:lnTo>
                  <a:lnTo>
                    <a:pt x="5636057" y="70292"/>
                  </a:lnTo>
                  <a:lnTo>
                    <a:pt x="5718940" y="56494"/>
                  </a:lnTo>
                  <a:lnTo>
                    <a:pt x="5801824" y="41812"/>
                  </a:lnTo>
                  <a:lnTo>
                    <a:pt x="5884707" y="26273"/>
                  </a:lnTo>
                  <a:lnTo>
                    <a:pt x="5967590" y="9904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20934" y="4873760"/>
              <a:ext cx="5566926" cy="504699"/>
            </a:xfrm>
            <a:custGeom>
              <a:avLst/>
              <a:pathLst>
                <a:path w="5566926" h="504699">
                  <a:moveTo>
                    <a:pt x="5566926" y="244149"/>
                  </a:moveTo>
                  <a:lnTo>
                    <a:pt x="5519121" y="227921"/>
                  </a:lnTo>
                  <a:lnTo>
                    <a:pt x="5436238" y="201435"/>
                  </a:lnTo>
                  <a:lnTo>
                    <a:pt x="5353355" y="176619"/>
                  </a:lnTo>
                  <a:lnTo>
                    <a:pt x="5270471" y="153491"/>
                  </a:lnTo>
                  <a:lnTo>
                    <a:pt x="5187588" y="132068"/>
                  </a:lnTo>
                  <a:lnTo>
                    <a:pt x="5104705" y="112367"/>
                  </a:lnTo>
                  <a:lnTo>
                    <a:pt x="5021822" y="94399"/>
                  </a:lnTo>
                  <a:lnTo>
                    <a:pt x="4938939" y="78171"/>
                  </a:lnTo>
                  <a:lnTo>
                    <a:pt x="4856055" y="63677"/>
                  </a:lnTo>
                  <a:lnTo>
                    <a:pt x="4773172" y="50901"/>
                  </a:lnTo>
                  <a:lnTo>
                    <a:pt x="4690289" y="39805"/>
                  </a:lnTo>
                  <a:lnTo>
                    <a:pt x="4607406" y="30333"/>
                  </a:lnTo>
                  <a:lnTo>
                    <a:pt x="4524523" y="22405"/>
                  </a:lnTo>
                  <a:lnTo>
                    <a:pt x="4441639" y="15918"/>
                  </a:lnTo>
                  <a:lnTo>
                    <a:pt x="4358756" y="10750"/>
                  </a:lnTo>
                  <a:lnTo>
                    <a:pt x="4275873" y="6765"/>
                  </a:lnTo>
                  <a:lnTo>
                    <a:pt x="4192990" y="3823"/>
                  </a:lnTo>
                  <a:lnTo>
                    <a:pt x="4110107" y="1789"/>
                  </a:lnTo>
                  <a:lnTo>
                    <a:pt x="4027223" y="546"/>
                  </a:lnTo>
                  <a:lnTo>
                    <a:pt x="3944340" y="0"/>
                  </a:lnTo>
                  <a:lnTo>
                    <a:pt x="3861457" y="93"/>
                  </a:lnTo>
                  <a:lnTo>
                    <a:pt x="3778574" y="526"/>
                  </a:lnTo>
                  <a:lnTo>
                    <a:pt x="3695691" y="1114"/>
                  </a:lnTo>
                  <a:lnTo>
                    <a:pt x="3612807" y="2244"/>
                  </a:lnTo>
                  <a:lnTo>
                    <a:pt x="3529924" y="4274"/>
                  </a:lnTo>
                  <a:lnTo>
                    <a:pt x="3447041" y="7456"/>
                  </a:lnTo>
                  <a:lnTo>
                    <a:pt x="3364158" y="11895"/>
                  </a:lnTo>
                  <a:lnTo>
                    <a:pt x="3281275" y="17548"/>
                  </a:lnTo>
                  <a:lnTo>
                    <a:pt x="3198391" y="23665"/>
                  </a:lnTo>
                  <a:lnTo>
                    <a:pt x="3115508" y="29709"/>
                  </a:lnTo>
                  <a:lnTo>
                    <a:pt x="3032625" y="36834"/>
                  </a:lnTo>
                  <a:lnTo>
                    <a:pt x="2949742" y="45567"/>
                  </a:lnTo>
                  <a:lnTo>
                    <a:pt x="2866859" y="55523"/>
                  </a:lnTo>
                  <a:lnTo>
                    <a:pt x="2783975" y="65614"/>
                  </a:lnTo>
                  <a:lnTo>
                    <a:pt x="2701092" y="76584"/>
                  </a:lnTo>
                  <a:lnTo>
                    <a:pt x="2618209" y="89592"/>
                  </a:lnTo>
                  <a:lnTo>
                    <a:pt x="2535326" y="103760"/>
                  </a:lnTo>
                  <a:lnTo>
                    <a:pt x="2452443" y="120226"/>
                  </a:lnTo>
                  <a:lnTo>
                    <a:pt x="2369559" y="140340"/>
                  </a:lnTo>
                  <a:lnTo>
                    <a:pt x="2286676" y="162131"/>
                  </a:lnTo>
                  <a:lnTo>
                    <a:pt x="2203793" y="182015"/>
                  </a:lnTo>
                  <a:lnTo>
                    <a:pt x="2120910" y="199161"/>
                  </a:lnTo>
                  <a:lnTo>
                    <a:pt x="2038027" y="218752"/>
                  </a:lnTo>
                  <a:lnTo>
                    <a:pt x="1955143" y="239179"/>
                  </a:lnTo>
                  <a:lnTo>
                    <a:pt x="1872260" y="257501"/>
                  </a:lnTo>
                  <a:lnTo>
                    <a:pt x="1789377" y="271035"/>
                  </a:lnTo>
                  <a:lnTo>
                    <a:pt x="1706494" y="283323"/>
                  </a:lnTo>
                  <a:lnTo>
                    <a:pt x="1623611" y="295117"/>
                  </a:lnTo>
                  <a:lnTo>
                    <a:pt x="1540727" y="306329"/>
                  </a:lnTo>
                  <a:lnTo>
                    <a:pt x="1457844" y="316809"/>
                  </a:lnTo>
                  <a:lnTo>
                    <a:pt x="1374961" y="326374"/>
                  </a:lnTo>
                  <a:lnTo>
                    <a:pt x="1292078" y="334882"/>
                  </a:lnTo>
                  <a:lnTo>
                    <a:pt x="1209195" y="342861"/>
                  </a:lnTo>
                  <a:lnTo>
                    <a:pt x="1126311" y="350712"/>
                  </a:lnTo>
                  <a:lnTo>
                    <a:pt x="1043428" y="358647"/>
                  </a:lnTo>
                  <a:lnTo>
                    <a:pt x="960545" y="366863"/>
                  </a:lnTo>
                  <a:lnTo>
                    <a:pt x="877662" y="375525"/>
                  </a:lnTo>
                  <a:lnTo>
                    <a:pt x="794779" y="384754"/>
                  </a:lnTo>
                  <a:lnTo>
                    <a:pt x="711895" y="394623"/>
                  </a:lnTo>
                  <a:lnTo>
                    <a:pt x="629012" y="405164"/>
                  </a:lnTo>
                  <a:lnTo>
                    <a:pt x="546129" y="416377"/>
                  </a:lnTo>
                  <a:lnTo>
                    <a:pt x="463246" y="428238"/>
                  </a:lnTo>
                  <a:lnTo>
                    <a:pt x="380363" y="440714"/>
                  </a:lnTo>
                  <a:lnTo>
                    <a:pt x="297479" y="453762"/>
                  </a:lnTo>
                  <a:lnTo>
                    <a:pt x="214596" y="467338"/>
                  </a:lnTo>
                  <a:lnTo>
                    <a:pt x="131713" y="481401"/>
                  </a:lnTo>
                  <a:lnTo>
                    <a:pt x="48830" y="495910"/>
                  </a:lnTo>
                  <a:lnTo>
                    <a:pt x="0" y="5046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72465" y="4770429"/>
              <a:ext cx="6015395" cy="361967"/>
            </a:xfrm>
            <a:custGeom>
              <a:avLst/>
              <a:pathLst>
                <a:path w="6015395" h="361967">
                  <a:moveTo>
                    <a:pt x="0" y="231664"/>
                  </a:moveTo>
                  <a:lnTo>
                    <a:pt x="82883" y="247831"/>
                  </a:lnTo>
                  <a:lnTo>
                    <a:pt x="165766" y="262920"/>
                  </a:lnTo>
                  <a:lnTo>
                    <a:pt x="248649" y="276933"/>
                  </a:lnTo>
                  <a:lnTo>
                    <a:pt x="331532" y="289872"/>
                  </a:lnTo>
                  <a:lnTo>
                    <a:pt x="414416" y="301738"/>
                  </a:lnTo>
                  <a:lnTo>
                    <a:pt x="497299" y="312533"/>
                  </a:lnTo>
                  <a:lnTo>
                    <a:pt x="580182" y="322259"/>
                  </a:lnTo>
                  <a:lnTo>
                    <a:pt x="663065" y="330918"/>
                  </a:lnTo>
                  <a:lnTo>
                    <a:pt x="745948" y="338511"/>
                  </a:lnTo>
                  <a:lnTo>
                    <a:pt x="828832" y="345040"/>
                  </a:lnTo>
                  <a:lnTo>
                    <a:pt x="911715" y="350507"/>
                  </a:lnTo>
                  <a:lnTo>
                    <a:pt x="994598" y="354913"/>
                  </a:lnTo>
                  <a:lnTo>
                    <a:pt x="1077481" y="358260"/>
                  </a:lnTo>
                  <a:lnTo>
                    <a:pt x="1160364" y="360550"/>
                  </a:lnTo>
                  <a:lnTo>
                    <a:pt x="1243248" y="361785"/>
                  </a:lnTo>
                  <a:lnTo>
                    <a:pt x="1326131" y="361967"/>
                  </a:lnTo>
                  <a:lnTo>
                    <a:pt x="1409014" y="361096"/>
                  </a:lnTo>
                  <a:lnTo>
                    <a:pt x="1491897" y="359175"/>
                  </a:lnTo>
                  <a:lnTo>
                    <a:pt x="1574780" y="356205"/>
                  </a:lnTo>
                  <a:lnTo>
                    <a:pt x="1657664" y="352189"/>
                  </a:lnTo>
                  <a:lnTo>
                    <a:pt x="1740547" y="347128"/>
                  </a:lnTo>
                  <a:lnTo>
                    <a:pt x="1823430" y="340887"/>
                  </a:lnTo>
                  <a:lnTo>
                    <a:pt x="1906313" y="333222"/>
                  </a:lnTo>
                  <a:lnTo>
                    <a:pt x="1989196" y="324284"/>
                  </a:lnTo>
                  <a:lnTo>
                    <a:pt x="2072080" y="314245"/>
                  </a:lnTo>
                  <a:lnTo>
                    <a:pt x="2154963" y="303275"/>
                  </a:lnTo>
                  <a:lnTo>
                    <a:pt x="2237846" y="291543"/>
                  </a:lnTo>
                  <a:lnTo>
                    <a:pt x="2320729" y="278568"/>
                  </a:lnTo>
                  <a:lnTo>
                    <a:pt x="2403612" y="261240"/>
                  </a:lnTo>
                  <a:lnTo>
                    <a:pt x="2486496" y="241357"/>
                  </a:lnTo>
                  <a:lnTo>
                    <a:pt x="2569379" y="221573"/>
                  </a:lnTo>
                  <a:lnTo>
                    <a:pt x="2652262" y="204301"/>
                  </a:lnTo>
                  <a:lnTo>
                    <a:pt x="2735145" y="185207"/>
                  </a:lnTo>
                  <a:lnTo>
                    <a:pt x="2818028" y="163886"/>
                  </a:lnTo>
                  <a:lnTo>
                    <a:pt x="2900912" y="143228"/>
                  </a:lnTo>
                  <a:lnTo>
                    <a:pt x="2983795" y="126121"/>
                  </a:lnTo>
                  <a:lnTo>
                    <a:pt x="3066678" y="112277"/>
                  </a:lnTo>
                  <a:lnTo>
                    <a:pt x="3149561" y="99188"/>
                  </a:lnTo>
                  <a:lnTo>
                    <a:pt x="3232444" y="87031"/>
                  </a:lnTo>
                  <a:lnTo>
                    <a:pt x="3315328" y="75986"/>
                  </a:lnTo>
                  <a:lnTo>
                    <a:pt x="3398211" y="66081"/>
                  </a:lnTo>
                  <a:lnTo>
                    <a:pt x="3481094" y="57136"/>
                  </a:lnTo>
                  <a:lnTo>
                    <a:pt x="3563977" y="48991"/>
                  </a:lnTo>
                  <a:lnTo>
                    <a:pt x="3646860" y="41485"/>
                  </a:lnTo>
                  <a:lnTo>
                    <a:pt x="3729744" y="34473"/>
                  </a:lnTo>
                  <a:lnTo>
                    <a:pt x="3812627" y="28378"/>
                  </a:lnTo>
                  <a:lnTo>
                    <a:pt x="3895510" y="23330"/>
                  </a:lnTo>
                  <a:lnTo>
                    <a:pt x="3978393" y="19159"/>
                  </a:lnTo>
                  <a:lnTo>
                    <a:pt x="4061276" y="15691"/>
                  </a:lnTo>
                  <a:lnTo>
                    <a:pt x="4144160" y="12755"/>
                  </a:lnTo>
                  <a:lnTo>
                    <a:pt x="4227043" y="10179"/>
                  </a:lnTo>
                  <a:lnTo>
                    <a:pt x="4309926" y="7791"/>
                  </a:lnTo>
                  <a:lnTo>
                    <a:pt x="4392809" y="5638"/>
                  </a:lnTo>
                  <a:lnTo>
                    <a:pt x="4475692" y="3823"/>
                  </a:lnTo>
                  <a:lnTo>
                    <a:pt x="4558576" y="2353"/>
                  </a:lnTo>
                  <a:lnTo>
                    <a:pt x="4641459" y="1231"/>
                  </a:lnTo>
                  <a:lnTo>
                    <a:pt x="4724342" y="461"/>
                  </a:lnTo>
                  <a:lnTo>
                    <a:pt x="4807225" y="50"/>
                  </a:lnTo>
                  <a:lnTo>
                    <a:pt x="4890108" y="0"/>
                  </a:lnTo>
                  <a:lnTo>
                    <a:pt x="4972992" y="316"/>
                  </a:lnTo>
                  <a:lnTo>
                    <a:pt x="5055875" y="1002"/>
                  </a:lnTo>
                  <a:lnTo>
                    <a:pt x="5138758" y="2064"/>
                  </a:lnTo>
                  <a:lnTo>
                    <a:pt x="5221641" y="3506"/>
                  </a:lnTo>
                  <a:lnTo>
                    <a:pt x="5304524" y="5331"/>
                  </a:lnTo>
                  <a:lnTo>
                    <a:pt x="5387408" y="7545"/>
                  </a:lnTo>
                  <a:lnTo>
                    <a:pt x="5470291" y="10152"/>
                  </a:lnTo>
                  <a:lnTo>
                    <a:pt x="5553174" y="13157"/>
                  </a:lnTo>
                  <a:lnTo>
                    <a:pt x="5636057" y="16563"/>
                  </a:lnTo>
                  <a:lnTo>
                    <a:pt x="5718940" y="20375"/>
                  </a:lnTo>
                  <a:lnTo>
                    <a:pt x="5801824" y="24598"/>
                  </a:lnTo>
                  <a:lnTo>
                    <a:pt x="5884707" y="29237"/>
                  </a:lnTo>
                  <a:lnTo>
                    <a:pt x="5967590" y="34295"/>
                  </a:lnTo>
                  <a:lnTo>
                    <a:pt x="6015395" y="3745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072465" y="4539052"/>
              <a:ext cx="6015395" cy="839407"/>
            </a:xfrm>
            <a:custGeom>
              <a:avLst/>
              <a:pathLst>
                <a:path w="6015395" h="839407">
                  <a:moveTo>
                    <a:pt x="0" y="179818"/>
                  </a:moveTo>
                  <a:lnTo>
                    <a:pt x="82883" y="208034"/>
                  </a:lnTo>
                  <a:lnTo>
                    <a:pt x="165766" y="234807"/>
                  </a:lnTo>
                  <a:lnTo>
                    <a:pt x="248649" y="260119"/>
                  </a:lnTo>
                  <a:lnTo>
                    <a:pt x="331532" y="283950"/>
                  </a:lnTo>
                  <a:lnTo>
                    <a:pt x="414416" y="306277"/>
                  </a:lnTo>
                  <a:lnTo>
                    <a:pt x="497299" y="327076"/>
                  </a:lnTo>
                  <a:lnTo>
                    <a:pt x="580182" y="346318"/>
                  </a:lnTo>
                  <a:lnTo>
                    <a:pt x="663065" y="363973"/>
                  </a:lnTo>
                  <a:lnTo>
                    <a:pt x="745948" y="380007"/>
                  </a:lnTo>
                  <a:lnTo>
                    <a:pt x="828832" y="394383"/>
                  </a:lnTo>
                  <a:lnTo>
                    <a:pt x="911715" y="407065"/>
                  </a:lnTo>
                  <a:lnTo>
                    <a:pt x="994598" y="418019"/>
                  </a:lnTo>
                  <a:lnTo>
                    <a:pt x="1077481" y="427215"/>
                  </a:lnTo>
                  <a:lnTo>
                    <a:pt x="1160364" y="434636"/>
                  </a:lnTo>
                  <a:lnTo>
                    <a:pt x="1243248" y="440288"/>
                  </a:lnTo>
                  <a:lnTo>
                    <a:pt x="1326131" y="444207"/>
                  </a:lnTo>
                  <a:lnTo>
                    <a:pt x="1409014" y="446468"/>
                  </a:lnTo>
                  <a:lnTo>
                    <a:pt x="1491897" y="447194"/>
                  </a:lnTo>
                  <a:lnTo>
                    <a:pt x="1574780" y="446548"/>
                  </a:lnTo>
                  <a:lnTo>
                    <a:pt x="1657664" y="444726"/>
                  </a:lnTo>
                  <a:lnTo>
                    <a:pt x="1740547" y="441939"/>
                  </a:lnTo>
                  <a:lnTo>
                    <a:pt x="1823430" y="438497"/>
                  </a:lnTo>
                  <a:lnTo>
                    <a:pt x="1906313" y="434758"/>
                  </a:lnTo>
                  <a:lnTo>
                    <a:pt x="1989196" y="430663"/>
                  </a:lnTo>
                  <a:lnTo>
                    <a:pt x="2072080" y="426124"/>
                  </a:lnTo>
                  <a:lnTo>
                    <a:pt x="2154963" y="421083"/>
                  </a:lnTo>
                  <a:lnTo>
                    <a:pt x="2237846" y="415544"/>
                  </a:lnTo>
                  <a:lnTo>
                    <a:pt x="2320729" y="409750"/>
                  </a:lnTo>
                  <a:lnTo>
                    <a:pt x="2403612" y="404350"/>
                  </a:lnTo>
                  <a:lnTo>
                    <a:pt x="2486496" y="398306"/>
                  </a:lnTo>
                  <a:lnTo>
                    <a:pt x="2569379" y="391077"/>
                  </a:lnTo>
                  <a:lnTo>
                    <a:pt x="2652262" y="383167"/>
                  </a:lnTo>
                  <a:lnTo>
                    <a:pt x="2735145" y="374882"/>
                  </a:lnTo>
                  <a:lnTo>
                    <a:pt x="2818028" y="365332"/>
                  </a:lnTo>
                  <a:lnTo>
                    <a:pt x="2900912" y="354458"/>
                  </a:lnTo>
                  <a:lnTo>
                    <a:pt x="2983795" y="343758"/>
                  </a:lnTo>
                  <a:lnTo>
                    <a:pt x="3066678" y="333708"/>
                  </a:lnTo>
                  <a:lnTo>
                    <a:pt x="3149561" y="322452"/>
                  </a:lnTo>
                  <a:lnTo>
                    <a:pt x="3232444" y="310205"/>
                  </a:lnTo>
                  <a:lnTo>
                    <a:pt x="3315328" y="299149"/>
                  </a:lnTo>
                  <a:lnTo>
                    <a:pt x="3398211" y="289072"/>
                  </a:lnTo>
                  <a:lnTo>
                    <a:pt x="3481094" y="278204"/>
                  </a:lnTo>
                  <a:lnTo>
                    <a:pt x="3563977" y="266853"/>
                  </a:lnTo>
                  <a:lnTo>
                    <a:pt x="3646860" y="256209"/>
                  </a:lnTo>
                  <a:lnTo>
                    <a:pt x="3729744" y="248046"/>
                  </a:lnTo>
                  <a:lnTo>
                    <a:pt x="3812627" y="241561"/>
                  </a:lnTo>
                  <a:lnTo>
                    <a:pt x="3895510" y="235475"/>
                  </a:lnTo>
                  <a:lnTo>
                    <a:pt x="3978393" y="229474"/>
                  </a:lnTo>
                  <a:lnTo>
                    <a:pt x="4061276" y="223382"/>
                  </a:lnTo>
                  <a:lnTo>
                    <a:pt x="4144160" y="217169"/>
                  </a:lnTo>
                  <a:lnTo>
                    <a:pt x="4227043" y="210904"/>
                  </a:lnTo>
                  <a:lnTo>
                    <a:pt x="4309926" y="204690"/>
                  </a:lnTo>
                  <a:lnTo>
                    <a:pt x="4392809" y="198608"/>
                  </a:lnTo>
                  <a:lnTo>
                    <a:pt x="4475692" y="192667"/>
                  </a:lnTo>
                  <a:lnTo>
                    <a:pt x="4558576" y="186816"/>
                  </a:lnTo>
                  <a:lnTo>
                    <a:pt x="4641459" y="180968"/>
                  </a:lnTo>
                  <a:lnTo>
                    <a:pt x="4724342" y="175015"/>
                  </a:lnTo>
                  <a:lnTo>
                    <a:pt x="4807225" y="168828"/>
                  </a:lnTo>
                  <a:lnTo>
                    <a:pt x="4890108" y="162279"/>
                  </a:lnTo>
                  <a:lnTo>
                    <a:pt x="4972992" y="155239"/>
                  </a:lnTo>
                  <a:lnTo>
                    <a:pt x="5055875" y="147595"/>
                  </a:lnTo>
                  <a:lnTo>
                    <a:pt x="5138758" y="139251"/>
                  </a:lnTo>
                  <a:lnTo>
                    <a:pt x="5221641" y="130134"/>
                  </a:lnTo>
                  <a:lnTo>
                    <a:pt x="5304524" y="120193"/>
                  </a:lnTo>
                  <a:lnTo>
                    <a:pt x="5387408" y="109397"/>
                  </a:lnTo>
                  <a:lnTo>
                    <a:pt x="5470291" y="97734"/>
                  </a:lnTo>
                  <a:lnTo>
                    <a:pt x="5553174" y="85204"/>
                  </a:lnTo>
                  <a:lnTo>
                    <a:pt x="5636057" y="71814"/>
                  </a:lnTo>
                  <a:lnTo>
                    <a:pt x="5718940" y="57582"/>
                  </a:lnTo>
                  <a:lnTo>
                    <a:pt x="5801824" y="42527"/>
                  </a:lnTo>
                  <a:lnTo>
                    <a:pt x="5884707" y="26669"/>
                  </a:lnTo>
                  <a:lnTo>
                    <a:pt x="5967590" y="10032"/>
                  </a:lnTo>
                  <a:lnTo>
                    <a:pt x="6015395" y="0"/>
                  </a:lnTo>
                  <a:lnTo>
                    <a:pt x="6015395" y="598816"/>
                  </a:lnTo>
                  <a:lnTo>
                    <a:pt x="5967590" y="583611"/>
                  </a:lnTo>
                  <a:lnTo>
                    <a:pt x="5884707" y="558861"/>
                  </a:lnTo>
                  <a:lnTo>
                    <a:pt x="5801824" y="535745"/>
                  </a:lnTo>
                  <a:lnTo>
                    <a:pt x="5718940" y="514284"/>
                  </a:lnTo>
                  <a:lnTo>
                    <a:pt x="5636057" y="494501"/>
                  </a:lnTo>
                  <a:lnTo>
                    <a:pt x="5553174" y="476416"/>
                  </a:lnTo>
                  <a:lnTo>
                    <a:pt x="5470291" y="460046"/>
                  </a:lnTo>
                  <a:lnTo>
                    <a:pt x="5387408" y="445399"/>
                  </a:lnTo>
                  <a:lnTo>
                    <a:pt x="5304524" y="432476"/>
                  </a:lnTo>
                  <a:lnTo>
                    <a:pt x="5221641" y="421264"/>
                  </a:lnTo>
                  <a:lnTo>
                    <a:pt x="5138758" y="411733"/>
                  </a:lnTo>
                  <a:lnTo>
                    <a:pt x="5055875" y="403833"/>
                  </a:lnTo>
                  <a:lnTo>
                    <a:pt x="4972992" y="397491"/>
                  </a:lnTo>
                  <a:lnTo>
                    <a:pt x="4890108" y="392612"/>
                  </a:lnTo>
                  <a:lnTo>
                    <a:pt x="4807225" y="389082"/>
                  </a:lnTo>
                  <a:lnTo>
                    <a:pt x="4724342" y="386776"/>
                  </a:lnTo>
                  <a:lnTo>
                    <a:pt x="4641459" y="385561"/>
                  </a:lnTo>
                  <a:lnTo>
                    <a:pt x="4558576" y="385314"/>
                  </a:lnTo>
                  <a:lnTo>
                    <a:pt x="4475692" y="385923"/>
                  </a:lnTo>
                  <a:lnTo>
                    <a:pt x="4392809" y="387304"/>
                  </a:lnTo>
                  <a:lnTo>
                    <a:pt x="4309926" y="389406"/>
                  </a:lnTo>
                  <a:lnTo>
                    <a:pt x="4227043" y="391845"/>
                  </a:lnTo>
                  <a:lnTo>
                    <a:pt x="4144160" y="394269"/>
                  </a:lnTo>
                  <a:lnTo>
                    <a:pt x="4061276" y="396995"/>
                  </a:lnTo>
                  <a:lnTo>
                    <a:pt x="3978393" y="400309"/>
                  </a:lnTo>
                  <a:lnTo>
                    <a:pt x="3895510" y="404400"/>
                  </a:lnTo>
                  <a:lnTo>
                    <a:pt x="3812627" y="409309"/>
                  </a:lnTo>
                  <a:lnTo>
                    <a:pt x="3729744" y="414942"/>
                  </a:lnTo>
                  <a:lnTo>
                    <a:pt x="3646860" y="421374"/>
                  </a:lnTo>
                  <a:lnTo>
                    <a:pt x="3563977" y="429195"/>
                  </a:lnTo>
                  <a:lnTo>
                    <a:pt x="3481094" y="438576"/>
                  </a:lnTo>
                  <a:lnTo>
                    <a:pt x="3398211" y="449035"/>
                  </a:lnTo>
                  <a:lnTo>
                    <a:pt x="3315328" y="459210"/>
                  </a:lnTo>
                  <a:lnTo>
                    <a:pt x="3232444" y="468423"/>
                  </a:lnTo>
                  <a:lnTo>
                    <a:pt x="3149561" y="478377"/>
                  </a:lnTo>
                  <a:lnTo>
                    <a:pt x="3066678" y="489478"/>
                  </a:lnTo>
                  <a:lnTo>
                    <a:pt x="2983795" y="500153"/>
                  </a:lnTo>
                  <a:lnTo>
                    <a:pt x="2900912" y="509616"/>
                  </a:lnTo>
                  <a:lnTo>
                    <a:pt x="2818028" y="519439"/>
                  </a:lnTo>
                  <a:lnTo>
                    <a:pt x="2735145" y="529896"/>
                  </a:lnTo>
                  <a:lnTo>
                    <a:pt x="2652262" y="539707"/>
                  </a:lnTo>
                  <a:lnTo>
                    <a:pt x="2569379" y="547375"/>
                  </a:lnTo>
                  <a:lnTo>
                    <a:pt x="2486496" y="554229"/>
                  </a:lnTo>
                  <a:lnTo>
                    <a:pt x="2403612" y="561326"/>
                  </a:lnTo>
                  <a:lnTo>
                    <a:pt x="2320729" y="568645"/>
                  </a:lnTo>
                  <a:lnTo>
                    <a:pt x="2237846" y="575518"/>
                  </a:lnTo>
                  <a:lnTo>
                    <a:pt x="2154963" y="582132"/>
                  </a:lnTo>
                  <a:lnTo>
                    <a:pt x="2072080" y="588763"/>
                  </a:lnTo>
                  <a:lnTo>
                    <a:pt x="1989196" y="595568"/>
                  </a:lnTo>
                  <a:lnTo>
                    <a:pt x="1906313" y="602643"/>
                  </a:lnTo>
                  <a:lnTo>
                    <a:pt x="1823430" y="610050"/>
                  </a:lnTo>
                  <a:lnTo>
                    <a:pt x="1740547" y="617873"/>
                  </a:lnTo>
                  <a:lnTo>
                    <a:pt x="1657664" y="626295"/>
                  </a:lnTo>
                  <a:lnTo>
                    <a:pt x="1574780" y="635524"/>
                  </a:lnTo>
                  <a:lnTo>
                    <a:pt x="1491897" y="645760"/>
                  </a:lnTo>
                  <a:lnTo>
                    <a:pt x="1409014" y="657194"/>
                  </a:lnTo>
                  <a:lnTo>
                    <a:pt x="1326131" y="669982"/>
                  </a:lnTo>
                  <a:lnTo>
                    <a:pt x="1243248" y="684239"/>
                  </a:lnTo>
                  <a:lnTo>
                    <a:pt x="1160364" y="700034"/>
                  </a:lnTo>
                  <a:lnTo>
                    <a:pt x="1077481" y="717397"/>
                  </a:lnTo>
                  <a:lnTo>
                    <a:pt x="994598" y="736324"/>
                  </a:lnTo>
                  <a:lnTo>
                    <a:pt x="911715" y="756792"/>
                  </a:lnTo>
                  <a:lnTo>
                    <a:pt x="828832" y="778765"/>
                  </a:lnTo>
                  <a:lnTo>
                    <a:pt x="745948" y="802202"/>
                  </a:lnTo>
                  <a:lnTo>
                    <a:pt x="663065" y="827059"/>
                  </a:lnTo>
                  <a:lnTo>
                    <a:pt x="624049" y="83940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72465" y="4539052"/>
              <a:ext cx="6015395" cy="447194"/>
            </a:xfrm>
            <a:custGeom>
              <a:avLst/>
              <a:pathLst>
                <a:path w="6015395" h="447194">
                  <a:moveTo>
                    <a:pt x="0" y="179818"/>
                  </a:moveTo>
                  <a:lnTo>
                    <a:pt x="82883" y="208034"/>
                  </a:lnTo>
                  <a:lnTo>
                    <a:pt x="165766" y="234807"/>
                  </a:lnTo>
                  <a:lnTo>
                    <a:pt x="248649" y="260119"/>
                  </a:lnTo>
                  <a:lnTo>
                    <a:pt x="331532" y="283950"/>
                  </a:lnTo>
                  <a:lnTo>
                    <a:pt x="414416" y="306277"/>
                  </a:lnTo>
                  <a:lnTo>
                    <a:pt x="497299" y="327076"/>
                  </a:lnTo>
                  <a:lnTo>
                    <a:pt x="580182" y="346318"/>
                  </a:lnTo>
                  <a:lnTo>
                    <a:pt x="663065" y="363973"/>
                  </a:lnTo>
                  <a:lnTo>
                    <a:pt x="745948" y="380007"/>
                  </a:lnTo>
                  <a:lnTo>
                    <a:pt x="828832" y="394383"/>
                  </a:lnTo>
                  <a:lnTo>
                    <a:pt x="911715" y="407065"/>
                  </a:lnTo>
                  <a:lnTo>
                    <a:pt x="994598" y="418019"/>
                  </a:lnTo>
                  <a:lnTo>
                    <a:pt x="1077481" y="427215"/>
                  </a:lnTo>
                  <a:lnTo>
                    <a:pt x="1160364" y="434636"/>
                  </a:lnTo>
                  <a:lnTo>
                    <a:pt x="1243248" y="440288"/>
                  </a:lnTo>
                  <a:lnTo>
                    <a:pt x="1326131" y="444207"/>
                  </a:lnTo>
                  <a:lnTo>
                    <a:pt x="1409014" y="446468"/>
                  </a:lnTo>
                  <a:lnTo>
                    <a:pt x="1491897" y="447194"/>
                  </a:lnTo>
                  <a:lnTo>
                    <a:pt x="1574780" y="446548"/>
                  </a:lnTo>
                  <a:lnTo>
                    <a:pt x="1657664" y="444726"/>
                  </a:lnTo>
                  <a:lnTo>
                    <a:pt x="1740547" y="441939"/>
                  </a:lnTo>
                  <a:lnTo>
                    <a:pt x="1823430" y="438497"/>
                  </a:lnTo>
                  <a:lnTo>
                    <a:pt x="1906313" y="434758"/>
                  </a:lnTo>
                  <a:lnTo>
                    <a:pt x="1989196" y="430663"/>
                  </a:lnTo>
                  <a:lnTo>
                    <a:pt x="2072080" y="426124"/>
                  </a:lnTo>
                  <a:lnTo>
                    <a:pt x="2154963" y="421083"/>
                  </a:lnTo>
                  <a:lnTo>
                    <a:pt x="2237846" y="415544"/>
                  </a:lnTo>
                  <a:lnTo>
                    <a:pt x="2320729" y="409750"/>
                  </a:lnTo>
                  <a:lnTo>
                    <a:pt x="2403612" y="404350"/>
                  </a:lnTo>
                  <a:lnTo>
                    <a:pt x="2486496" y="398306"/>
                  </a:lnTo>
                  <a:lnTo>
                    <a:pt x="2569379" y="391077"/>
                  </a:lnTo>
                  <a:lnTo>
                    <a:pt x="2652262" y="383167"/>
                  </a:lnTo>
                  <a:lnTo>
                    <a:pt x="2735145" y="374882"/>
                  </a:lnTo>
                  <a:lnTo>
                    <a:pt x="2818028" y="365332"/>
                  </a:lnTo>
                  <a:lnTo>
                    <a:pt x="2900912" y="354458"/>
                  </a:lnTo>
                  <a:lnTo>
                    <a:pt x="2983795" y="343758"/>
                  </a:lnTo>
                  <a:lnTo>
                    <a:pt x="3066678" y="333708"/>
                  </a:lnTo>
                  <a:lnTo>
                    <a:pt x="3149561" y="322452"/>
                  </a:lnTo>
                  <a:lnTo>
                    <a:pt x="3232444" y="310205"/>
                  </a:lnTo>
                  <a:lnTo>
                    <a:pt x="3315328" y="299149"/>
                  </a:lnTo>
                  <a:lnTo>
                    <a:pt x="3398211" y="289072"/>
                  </a:lnTo>
                  <a:lnTo>
                    <a:pt x="3481094" y="278204"/>
                  </a:lnTo>
                  <a:lnTo>
                    <a:pt x="3563977" y="266853"/>
                  </a:lnTo>
                  <a:lnTo>
                    <a:pt x="3646860" y="256209"/>
                  </a:lnTo>
                  <a:lnTo>
                    <a:pt x="3729744" y="248046"/>
                  </a:lnTo>
                  <a:lnTo>
                    <a:pt x="3812627" y="241561"/>
                  </a:lnTo>
                  <a:lnTo>
                    <a:pt x="3895510" y="235475"/>
                  </a:lnTo>
                  <a:lnTo>
                    <a:pt x="3978393" y="229474"/>
                  </a:lnTo>
                  <a:lnTo>
                    <a:pt x="4061276" y="223382"/>
                  </a:lnTo>
                  <a:lnTo>
                    <a:pt x="4144160" y="217169"/>
                  </a:lnTo>
                  <a:lnTo>
                    <a:pt x="4227043" y="210904"/>
                  </a:lnTo>
                  <a:lnTo>
                    <a:pt x="4309926" y="204690"/>
                  </a:lnTo>
                  <a:lnTo>
                    <a:pt x="4392809" y="198608"/>
                  </a:lnTo>
                  <a:lnTo>
                    <a:pt x="4475692" y="192667"/>
                  </a:lnTo>
                  <a:lnTo>
                    <a:pt x="4558576" y="186816"/>
                  </a:lnTo>
                  <a:lnTo>
                    <a:pt x="4641459" y="180968"/>
                  </a:lnTo>
                  <a:lnTo>
                    <a:pt x="4724342" y="175015"/>
                  </a:lnTo>
                  <a:lnTo>
                    <a:pt x="4807225" y="168828"/>
                  </a:lnTo>
                  <a:lnTo>
                    <a:pt x="4890108" y="162279"/>
                  </a:lnTo>
                  <a:lnTo>
                    <a:pt x="4972992" y="155239"/>
                  </a:lnTo>
                  <a:lnTo>
                    <a:pt x="5055875" y="147595"/>
                  </a:lnTo>
                  <a:lnTo>
                    <a:pt x="5138758" y="139251"/>
                  </a:lnTo>
                  <a:lnTo>
                    <a:pt x="5221641" y="130134"/>
                  </a:lnTo>
                  <a:lnTo>
                    <a:pt x="5304524" y="120193"/>
                  </a:lnTo>
                  <a:lnTo>
                    <a:pt x="5387408" y="109397"/>
                  </a:lnTo>
                  <a:lnTo>
                    <a:pt x="5470291" y="97734"/>
                  </a:lnTo>
                  <a:lnTo>
                    <a:pt x="5553174" y="85204"/>
                  </a:lnTo>
                  <a:lnTo>
                    <a:pt x="5636057" y="71814"/>
                  </a:lnTo>
                  <a:lnTo>
                    <a:pt x="5718940" y="57582"/>
                  </a:lnTo>
                  <a:lnTo>
                    <a:pt x="5801824" y="42527"/>
                  </a:lnTo>
                  <a:lnTo>
                    <a:pt x="5884707" y="26669"/>
                  </a:lnTo>
                  <a:lnTo>
                    <a:pt x="5967590" y="10032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696515" y="4924366"/>
              <a:ext cx="5391345" cy="454093"/>
            </a:xfrm>
            <a:custGeom>
              <a:avLst/>
              <a:pathLst>
                <a:path w="5391345" h="454093">
                  <a:moveTo>
                    <a:pt x="5391345" y="213502"/>
                  </a:moveTo>
                  <a:lnTo>
                    <a:pt x="5343540" y="198297"/>
                  </a:lnTo>
                  <a:lnTo>
                    <a:pt x="5260657" y="173547"/>
                  </a:lnTo>
                  <a:lnTo>
                    <a:pt x="5177774" y="150431"/>
                  </a:lnTo>
                  <a:lnTo>
                    <a:pt x="5094890" y="128970"/>
                  </a:lnTo>
                  <a:lnTo>
                    <a:pt x="5012007" y="109187"/>
                  </a:lnTo>
                  <a:lnTo>
                    <a:pt x="4929124" y="91102"/>
                  </a:lnTo>
                  <a:lnTo>
                    <a:pt x="4846241" y="74732"/>
                  </a:lnTo>
                  <a:lnTo>
                    <a:pt x="4763358" y="60085"/>
                  </a:lnTo>
                  <a:lnTo>
                    <a:pt x="4680474" y="47162"/>
                  </a:lnTo>
                  <a:lnTo>
                    <a:pt x="4597591" y="35950"/>
                  </a:lnTo>
                  <a:lnTo>
                    <a:pt x="4514708" y="26419"/>
                  </a:lnTo>
                  <a:lnTo>
                    <a:pt x="4431825" y="18519"/>
                  </a:lnTo>
                  <a:lnTo>
                    <a:pt x="4348942" y="12177"/>
                  </a:lnTo>
                  <a:lnTo>
                    <a:pt x="4266058" y="7298"/>
                  </a:lnTo>
                  <a:lnTo>
                    <a:pt x="4183175" y="3768"/>
                  </a:lnTo>
                  <a:lnTo>
                    <a:pt x="4100292" y="1462"/>
                  </a:lnTo>
                  <a:lnTo>
                    <a:pt x="4017409" y="247"/>
                  </a:lnTo>
                  <a:lnTo>
                    <a:pt x="3934526" y="0"/>
                  </a:lnTo>
                  <a:lnTo>
                    <a:pt x="3851642" y="609"/>
                  </a:lnTo>
                  <a:lnTo>
                    <a:pt x="3768759" y="1990"/>
                  </a:lnTo>
                  <a:lnTo>
                    <a:pt x="3685876" y="4092"/>
                  </a:lnTo>
                  <a:lnTo>
                    <a:pt x="3602993" y="6531"/>
                  </a:lnTo>
                  <a:lnTo>
                    <a:pt x="3520110" y="8955"/>
                  </a:lnTo>
                  <a:lnTo>
                    <a:pt x="3437226" y="11681"/>
                  </a:lnTo>
                  <a:lnTo>
                    <a:pt x="3354343" y="14995"/>
                  </a:lnTo>
                  <a:lnTo>
                    <a:pt x="3271460" y="19086"/>
                  </a:lnTo>
                  <a:lnTo>
                    <a:pt x="3188577" y="23995"/>
                  </a:lnTo>
                  <a:lnTo>
                    <a:pt x="3105694" y="29628"/>
                  </a:lnTo>
                  <a:lnTo>
                    <a:pt x="3022810" y="36060"/>
                  </a:lnTo>
                  <a:lnTo>
                    <a:pt x="2939927" y="43881"/>
                  </a:lnTo>
                  <a:lnTo>
                    <a:pt x="2857044" y="53262"/>
                  </a:lnTo>
                  <a:lnTo>
                    <a:pt x="2774161" y="63721"/>
                  </a:lnTo>
                  <a:lnTo>
                    <a:pt x="2691278" y="73896"/>
                  </a:lnTo>
                  <a:lnTo>
                    <a:pt x="2608394" y="83109"/>
                  </a:lnTo>
                  <a:lnTo>
                    <a:pt x="2525511" y="93063"/>
                  </a:lnTo>
                  <a:lnTo>
                    <a:pt x="2442628" y="104164"/>
                  </a:lnTo>
                  <a:lnTo>
                    <a:pt x="2359745" y="114839"/>
                  </a:lnTo>
                  <a:lnTo>
                    <a:pt x="2276862" y="124302"/>
                  </a:lnTo>
                  <a:lnTo>
                    <a:pt x="2193978" y="134125"/>
                  </a:lnTo>
                  <a:lnTo>
                    <a:pt x="2111095" y="144582"/>
                  </a:lnTo>
                  <a:lnTo>
                    <a:pt x="2028212" y="154393"/>
                  </a:lnTo>
                  <a:lnTo>
                    <a:pt x="1945329" y="162061"/>
                  </a:lnTo>
                  <a:lnTo>
                    <a:pt x="1862446" y="168915"/>
                  </a:lnTo>
                  <a:lnTo>
                    <a:pt x="1779562" y="176012"/>
                  </a:lnTo>
                  <a:lnTo>
                    <a:pt x="1696679" y="183331"/>
                  </a:lnTo>
                  <a:lnTo>
                    <a:pt x="1613796" y="190204"/>
                  </a:lnTo>
                  <a:lnTo>
                    <a:pt x="1530913" y="196818"/>
                  </a:lnTo>
                  <a:lnTo>
                    <a:pt x="1448030" y="203449"/>
                  </a:lnTo>
                  <a:lnTo>
                    <a:pt x="1365146" y="210254"/>
                  </a:lnTo>
                  <a:lnTo>
                    <a:pt x="1282263" y="217329"/>
                  </a:lnTo>
                  <a:lnTo>
                    <a:pt x="1199380" y="224736"/>
                  </a:lnTo>
                  <a:lnTo>
                    <a:pt x="1116497" y="232559"/>
                  </a:lnTo>
                  <a:lnTo>
                    <a:pt x="1033614" y="240981"/>
                  </a:lnTo>
                  <a:lnTo>
                    <a:pt x="950730" y="250210"/>
                  </a:lnTo>
                  <a:lnTo>
                    <a:pt x="867847" y="260446"/>
                  </a:lnTo>
                  <a:lnTo>
                    <a:pt x="784964" y="271880"/>
                  </a:lnTo>
                  <a:lnTo>
                    <a:pt x="702081" y="284668"/>
                  </a:lnTo>
                  <a:lnTo>
                    <a:pt x="619198" y="298925"/>
                  </a:lnTo>
                  <a:lnTo>
                    <a:pt x="536314" y="314720"/>
                  </a:lnTo>
                  <a:lnTo>
                    <a:pt x="453431" y="332083"/>
                  </a:lnTo>
                  <a:lnTo>
                    <a:pt x="370548" y="351010"/>
                  </a:lnTo>
                  <a:lnTo>
                    <a:pt x="287665" y="371478"/>
                  </a:lnTo>
                  <a:lnTo>
                    <a:pt x="204782" y="393451"/>
                  </a:lnTo>
                  <a:lnTo>
                    <a:pt x="121898" y="416888"/>
                  </a:lnTo>
                  <a:lnTo>
                    <a:pt x="39015" y="441745"/>
                  </a:lnTo>
                  <a:lnTo>
                    <a:pt x="0" y="4540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72465" y="4814544"/>
              <a:ext cx="6015395" cy="350616"/>
            </a:xfrm>
            <a:custGeom>
              <a:avLst/>
              <a:pathLst>
                <a:path w="6015395" h="350616">
                  <a:moveTo>
                    <a:pt x="0" y="350616"/>
                  </a:moveTo>
                  <a:lnTo>
                    <a:pt x="82883" y="347282"/>
                  </a:lnTo>
                  <a:lnTo>
                    <a:pt x="165766" y="343801"/>
                  </a:lnTo>
                  <a:lnTo>
                    <a:pt x="248649" y="340176"/>
                  </a:lnTo>
                  <a:lnTo>
                    <a:pt x="331532" y="336411"/>
                  </a:lnTo>
                  <a:lnTo>
                    <a:pt x="414416" y="332510"/>
                  </a:lnTo>
                  <a:lnTo>
                    <a:pt x="497299" y="328476"/>
                  </a:lnTo>
                  <a:lnTo>
                    <a:pt x="580182" y="324313"/>
                  </a:lnTo>
                  <a:lnTo>
                    <a:pt x="663065" y="320024"/>
                  </a:lnTo>
                  <a:lnTo>
                    <a:pt x="745948" y="315612"/>
                  </a:lnTo>
                  <a:lnTo>
                    <a:pt x="828832" y="311082"/>
                  </a:lnTo>
                  <a:lnTo>
                    <a:pt x="911715" y="306436"/>
                  </a:lnTo>
                  <a:lnTo>
                    <a:pt x="994598" y="301679"/>
                  </a:lnTo>
                  <a:lnTo>
                    <a:pt x="1077481" y="296813"/>
                  </a:lnTo>
                  <a:lnTo>
                    <a:pt x="1160364" y="291843"/>
                  </a:lnTo>
                  <a:lnTo>
                    <a:pt x="1243248" y="286771"/>
                  </a:lnTo>
                  <a:lnTo>
                    <a:pt x="1326131" y="281602"/>
                  </a:lnTo>
                  <a:lnTo>
                    <a:pt x="1409014" y="276339"/>
                  </a:lnTo>
                  <a:lnTo>
                    <a:pt x="1491897" y="270985"/>
                  </a:lnTo>
                  <a:lnTo>
                    <a:pt x="1574780" y="265543"/>
                  </a:lnTo>
                  <a:lnTo>
                    <a:pt x="1657664" y="260018"/>
                  </a:lnTo>
                  <a:lnTo>
                    <a:pt x="1740547" y="254413"/>
                  </a:lnTo>
                  <a:lnTo>
                    <a:pt x="1823430" y="248781"/>
                  </a:lnTo>
                  <a:lnTo>
                    <a:pt x="1906313" y="243208"/>
                  </a:lnTo>
                  <a:lnTo>
                    <a:pt x="1989196" y="237623"/>
                  </a:lnTo>
                  <a:lnTo>
                    <a:pt x="2072080" y="231951"/>
                  </a:lnTo>
                  <a:lnTo>
                    <a:pt x="2154963" y="226115"/>
                  </a:lnTo>
                  <a:lnTo>
                    <a:pt x="2237846" y="220039"/>
                  </a:lnTo>
                  <a:lnTo>
                    <a:pt x="2320729" y="213705"/>
                  </a:lnTo>
                  <a:lnTo>
                    <a:pt x="2403612" y="207345"/>
                  </a:lnTo>
                  <a:lnTo>
                    <a:pt x="2486496" y="200775"/>
                  </a:lnTo>
                  <a:lnTo>
                    <a:pt x="2569379" y="193734"/>
                  </a:lnTo>
                  <a:lnTo>
                    <a:pt x="2652262" y="185945"/>
                  </a:lnTo>
                  <a:lnTo>
                    <a:pt x="2735145" y="176897"/>
                  </a:lnTo>
                  <a:lnTo>
                    <a:pt x="2818028" y="166893"/>
                  </a:lnTo>
                  <a:lnTo>
                    <a:pt x="2900912" y="156545"/>
                  </a:lnTo>
                  <a:lnTo>
                    <a:pt x="2983795" y="146463"/>
                  </a:lnTo>
                  <a:lnTo>
                    <a:pt x="3066678" y="136101"/>
                  </a:lnTo>
                  <a:lnTo>
                    <a:pt x="3149561" y="124922"/>
                  </a:lnTo>
                  <a:lnTo>
                    <a:pt x="3232444" y="113822"/>
                  </a:lnTo>
                  <a:lnTo>
                    <a:pt x="3315328" y="103687"/>
                  </a:lnTo>
                  <a:lnTo>
                    <a:pt x="3398211" y="93561"/>
                  </a:lnTo>
                  <a:lnTo>
                    <a:pt x="3481094" y="82898"/>
                  </a:lnTo>
                  <a:lnTo>
                    <a:pt x="3563977" y="72531"/>
                  </a:lnTo>
                  <a:lnTo>
                    <a:pt x="3646860" y="63299"/>
                  </a:lnTo>
                  <a:lnTo>
                    <a:pt x="3729744" y="56002"/>
                  </a:lnTo>
                  <a:lnTo>
                    <a:pt x="3812627" y="49943"/>
                  </a:lnTo>
                  <a:lnTo>
                    <a:pt x="3895510" y="44445"/>
                  </a:lnTo>
                  <a:lnTo>
                    <a:pt x="3978393" y="39399"/>
                  </a:lnTo>
                  <a:lnTo>
                    <a:pt x="4061276" y="34696"/>
                  </a:lnTo>
                  <a:lnTo>
                    <a:pt x="4144160" y="30227"/>
                  </a:lnTo>
                  <a:lnTo>
                    <a:pt x="4227043" y="25882"/>
                  </a:lnTo>
                  <a:lnTo>
                    <a:pt x="4309926" y="21555"/>
                  </a:lnTo>
                  <a:lnTo>
                    <a:pt x="4392809" y="17464"/>
                  </a:lnTo>
                  <a:lnTo>
                    <a:pt x="4475692" y="13803"/>
                  </a:lnTo>
                  <a:lnTo>
                    <a:pt x="4558576" y="10572"/>
                  </a:lnTo>
                  <a:lnTo>
                    <a:pt x="4641459" y="7772"/>
                  </a:lnTo>
                  <a:lnTo>
                    <a:pt x="4724342" y="5403"/>
                  </a:lnTo>
                  <a:lnTo>
                    <a:pt x="4807225" y="3463"/>
                  </a:lnTo>
                  <a:lnTo>
                    <a:pt x="4890108" y="1953"/>
                  </a:lnTo>
                  <a:lnTo>
                    <a:pt x="4972992" y="873"/>
                  </a:lnTo>
                  <a:lnTo>
                    <a:pt x="5055875" y="222"/>
                  </a:lnTo>
                  <a:lnTo>
                    <a:pt x="5138758" y="0"/>
                  </a:lnTo>
                  <a:lnTo>
                    <a:pt x="5221641" y="206"/>
                  </a:lnTo>
                  <a:lnTo>
                    <a:pt x="5304524" y="842"/>
                  </a:lnTo>
                  <a:lnTo>
                    <a:pt x="5387408" y="1906"/>
                  </a:lnTo>
                  <a:lnTo>
                    <a:pt x="5470291" y="3398"/>
                  </a:lnTo>
                  <a:lnTo>
                    <a:pt x="5553174" y="5318"/>
                  </a:lnTo>
                  <a:lnTo>
                    <a:pt x="5636057" y="7665"/>
                  </a:lnTo>
                  <a:lnTo>
                    <a:pt x="5718940" y="10441"/>
                  </a:lnTo>
                  <a:lnTo>
                    <a:pt x="5801824" y="13643"/>
                  </a:lnTo>
                  <a:lnTo>
                    <a:pt x="5884707" y="17273"/>
                  </a:lnTo>
                  <a:lnTo>
                    <a:pt x="5967590" y="21330"/>
                  </a:lnTo>
                  <a:lnTo>
                    <a:pt x="6015395" y="2391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072465" y="4528391"/>
              <a:ext cx="6015395" cy="850068"/>
            </a:xfrm>
            <a:custGeom>
              <a:avLst/>
              <a:pathLst>
                <a:path w="6015395" h="850068">
                  <a:moveTo>
                    <a:pt x="0" y="227767"/>
                  </a:moveTo>
                  <a:lnTo>
                    <a:pt x="82883" y="252266"/>
                  </a:lnTo>
                  <a:lnTo>
                    <a:pt x="165766" y="275551"/>
                  </a:lnTo>
                  <a:lnTo>
                    <a:pt x="248649" y="297605"/>
                  </a:lnTo>
                  <a:lnTo>
                    <a:pt x="331532" y="318411"/>
                  </a:lnTo>
                  <a:lnTo>
                    <a:pt x="414416" y="337950"/>
                  </a:lnTo>
                  <a:lnTo>
                    <a:pt x="497299" y="356198"/>
                  </a:lnTo>
                  <a:lnTo>
                    <a:pt x="580182" y="373131"/>
                  </a:lnTo>
                  <a:lnTo>
                    <a:pt x="663065" y="388721"/>
                  </a:lnTo>
                  <a:lnTo>
                    <a:pt x="745948" y="402938"/>
                  </a:lnTo>
                  <a:lnTo>
                    <a:pt x="828832" y="415748"/>
                  </a:lnTo>
                  <a:lnTo>
                    <a:pt x="911715" y="427119"/>
                  </a:lnTo>
                  <a:lnTo>
                    <a:pt x="994598" y="437019"/>
                  </a:lnTo>
                  <a:lnTo>
                    <a:pt x="1077481" y="445422"/>
                  </a:lnTo>
                  <a:lnTo>
                    <a:pt x="1160364" y="452313"/>
                  </a:lnTo>
                  <a:lnTo>
                    <a:pt x="1243248" y="457699"/>
                  </a:lnTo>
                  <a:lnTo>
                    <a:pt x="1326131" y="461616"/>
                  </a:lnTo>
                  <a:lnTo>
                    <a:pt x="1409014" y="464137"/>
                  </a:lnTo>
                  <a:lnTo>
                    <a:pt x="1491897" y="465380"/>
                  </a:lnTo>
                  <a:lnTo>
                    <a:pt x="1574780" y="465503"/>
                  </a:lnTo>
                  <a:lnTo>
                    <a:pt x="1657664" y="464694"/>
                  </a:lnTo>
                  <a:lnTo>
                    <a:pt x="1740547" y="463153"/>
                  </a:lnTo>
                  <a:lnTo>
                    <a:pt x="1823430" y="461238"/>
                  </a:lnTo>
                  <a:lnTo>
                    <a:pt x="1906313" y="459380"/>
                  </a:lnTo>
                  <a:lnTo>
                    <a:pt x="1989196" y="457429"/>
                  </a:lnTo>
                  <a:lnTo>
                    <a:pt x="2072080" y="455197"/>
                  </a:lnTo>
                  <a:lnTo>
                    <a:pt x="2154963" y="452528"/>
                  </a:lnTo>
                  <a:lnTo>
                    <a:pt x="2237846" y="449324"/>
                  </a:lnTo>
                  <a:lnTo>
                    <a:pt x="2320729" y="445939"/>
                  </a:lnTo>
                  <a:lnTo>
                    <a:pt x="2403612" y="444061"/>
                  </a:lnTo>
                  <a:lnTo>
                    <a:pt x="2486496" y="442141"/>
                  </a:lnTo>
                  <a:lnTo>
                    <a:pt x="2569379" y="438815"/>
                  </a:lnTo>
                  <a:lnTo>
                    <a:pt x="2652262" y="433755"/>
                  </a:lnTo>
                  <a:lnTo>
                    <a:pt x="2735145" y="427941"/>
                  </a:lnTo>
                  <a:lnTo>
                    <a:pt x="2818028" y="420850"/>
                  </a:lnTo>
                  <a:lnTo>
                    <a:pt x="2900912" y="412164"/>
                  </a:lnTo>
                  <a:lnTo>
                    <a:pt x="2983795" y="403043"/>
                  </a:lnTo>
                  <a:lnTo>
                    <a:pt x="3066678" y="393510"/>
                  </a:lnTo>
                  <a:lnTo>
                    <a:pt x="3149561" y="381876"/>
                  </a:lnTo>
                  <a:lnTo>
                    <a:pt x="3232444" y="368916"/>
                  </a:lnTo>
                  <a:lnTo>
                    <a:pt x="3315328" y="357270"/>
                  </a:lnTo>
                  <a:lnTo>
                    <a:pt x="3398211" y="346200"/>
                  </a:lnTo>
                  <a:lnTo>
                    <a:pt x="3481094" y="333660"/>
                  </a:lnTo>
                  <a:lnTo>
                    <a:pt x="3563977" y="320381"/>
                  </a:lnTo>
                  <a:lnTo>
                    <a:pt x="3646860" y="307931"/>
                  </a:lnTo>
                  <a:lnTo>
                    <a:pt x="3729744" y="298416"/>
                  </a:lnTo>
                  <a:lnTo>
                    <a:pt x="3812627" y="290683"/>
                  </a:lnTo>
                  <a:lnTo>
                    <a:pt x="3895510" y="283269"/>
                  </a:lnTo>
                  <a:lnTo>
                    <a:pt x="3978393" y="275973"/>
                  </a:lnTo>
                  <a:lnTo>
                    <a:pt x="4061276" y="268730"/>
                  </a:lnTo>
                  <a:lnTo>
                    <a:pt x="4144160" y="261608"/>
                  </a:lnTo>
                  <a:lnTo>
                    <a:pt x="4227043" y="254775"/>
                  </a:lnTo>
                  <a:lnTo>
                    <a:pt x="4309926" y="248423"/>
                  </a:lnTo>
                  <a:lnTo>
                    <a:pt x="4392809" y="242237"/>
                  </a:lnTo>
                  <a:lnTo>
                    <a:pt x="4475692" y="235913"/>
                  </a:lnTo>
                  <a:lnTo>
                    <a:pt x="4558576" y="229412"/>
                  </a:lnTo>
                  <a:lnTo>
                    <a:pt x="4641459" y="222657"/>
                  </a:lnTo>
                  <a:lnTo>
                    <a:pt x="4724342" y="215553"/>
                  </a:lnTo>
                  <a:lnTo>
                    <a:pt x="4807225" y="207986"/>
                  </a:lnTo>
                  <a:lnTo>
                    <a:pt x="4890108" y="199839"/>
                  </a:lnTo>
                  <a:lnTo>
                    <a:pt x="4972992" y="190999"/>
                  </a:lnTo>
                  <a:lnTo>
                    <a:pt x="5055875" y="181363"/>
                  </a:lnTo>
                  <a:lnTo>
                    <a:pt x="5138758" y="170850"/>
                  </a:lnTo>
                  <a:lnTo>
                    <a:pt x="5221641" y="159396"/>
                  </a:lnTo>
                  <a:lnTo>
                    <a:pt x="5304524" y="146961"/>
                  </a:lnTo>
                  <a:lnTo>
                    <a:pt x="5387408" y="133523"/>
                  </a:lnTo>
                  <a:lnTo>
                    <a:pt x="5470291" y="119076"/>
                  </a:lnTo>
                  <a:lnTo>
                    <a:pt x="5553174" y="103627"/>
                  </a:lnTo>
                  <a:lnTo>
                    <a:pt x="5636057" y="87194"/>
                  </a:lnTo>
                  <a:lnTo>
                    <a:pt x="5718940" y="69798"/>
                  </a:lnTo>
                  <a:lnTo>
                    <a:pt x="5801824" y="51464"/>
                  </a:lnTo>
                  <a:lnTo>
                    <a:pt x="5884707" y="32221"/>
                  </a:lnTo>
                  <a:lnTo>
                    <a:pt x="5967590" y="12098"/>
                  </a:lnTo>
                  <a:lnTo>
                    <a:pt x="6015395" y="0"/>
                  </a:lnTo>
                  <a:lnTo>
                    <a:pt x="6015395" y="569802"/>
                  </a:lnTo>
                  <a:lnTo>
                    <a:pt x="5967590" y="557885"/>
                  </a:lnTo>
                  <a:lnTo>
                    <a:pt x="5884707" y="538627"/>
                  </a:lnTo>
                  <a:lnTo>
                    <a:pt x="5801824" y="520784"/>
                  </a:lnTo>
                  <a:lnTo>
                    <a:pt x="5718940" y="504371"/>
                  </a:lnTo>
                  <a:lnTo>
                    <a:pt x="5636057" y="489400"/>
                  </a:lnTo>
                  <a:lnTo>
                    <a:pt x="5553174" y="475885"/>
                  </a:lnTo>
                  <a:lnTo>
                    <a:pt x="5470291" y="463832"/>
                  </a:lnTo>
                  <a:lnTo>
                    <a:pt x="5387408" y="453244"/>
                  </a:lnTo>
                  <a:lnTo>
                    <a:pt x="5304524" y="444113"/>
                  </a:lnTo>
                  <a:lnTo>
                    <a:pt x="5221641" y="436420"/>
                  </a:lnTo>
                  <a:lnTo>
                    <a:pt x="5138758" y="430130"/>
                  </a:lnTo>
                  <a:lnTo>
                    <a:pt x="5055875" y="425186"/>
                  </a:lnTo>
                  <a:lnTo>
                    <a:pt x="4972992" y="421513"/>
                  </a:lnTo>
                  <a:lnTo>
                    <a:pt x="4890108" y="419012"/>
                  </a:lnTo>
                  <a:lnTo>
                    <a:pt x="4807225" y="417568"/>
                  </a:lnTo>
                  <a:lnTo>
                    <a:pt x="4724342" y="417054"/>
                  </a:lnTo>
                  <a:lnTo>
                    <a:pt x="4641459" y="417337"/>
                  </a:lnTo>
                  <a:lnTo>
                    <a:pt x="4558576" y="418291"/>
                  </a:lnTo>
                  <a:lnTo>
                    <a:pt x="4475692" y="419805"/>
                  </a:lnTo>
                  <a:lnTo>
                    <a:pt x="4392809" y="421790"/>
                  </a:lnTo>
                  <a:lnTo>
                    <a:pt x="4309926" y="424189"/>
                  </a:lnTo>
                  <a:lnTo>
                    <a:pt x="4227043" y="426949"/>
                  </a:lnTo>
                  <a:lnTo>
                    <a:pt x="4144160" y="430127"/>
                  </a:lnTo>
                  <a:lnTo>
                    <a:pt x="4061276" y="433930"/>
                  </a:lnTo>
                  <a:lnTo>
                    <a:pt x="3978393" y="438531"/>
                  </a:lnTo>
                  <a:lnTo>
                    <a:pt x="3895510" y="444008"/>
                  </a:lnTo>
                  <a:lnTo>
                    <a:pt x="3812627" y="450304"/>
                  </a:lnTo>
                  <a:lnTo>
                    <a:pt x="3729744" y="457225"/>
                  </a:lnTo>
                  <a:lnTo>
                    <a:pt x="3646860" y="465093"/>
                  </a:lnTo>
                  <a:lnTo>
                    <a:pt x="3563977" y="474857"/>
                  </a:lnTo>
                  <a:lnTo>
                    <a:pt x="3481094" y="486262"/>
                  </a:lnTo>
                  <a:lnTo>
                    <a:pt x="3398211" y="498413"/>
                  </a:lnTo>
                  <a:lnTo>
                    <a:pt x="3315328" y="509576"/>
                  </a:lnTo>
                  <a:lnTo>
                    <a:pt x="3232444" y="519468"/>
                  </a:lnTo>
                  <a:lnTo>
                    <a:pt x="3149561" y="530246"/>
                  </a:lnTo>
                  <a:lnTo>
                    <a:pt x="3066678" y="541732"/>
                  </a:lnTo>
                  <a:lnTo>
                    <a:pt x="2983795" y="551860"/>
                  </a:lnTo>
                  <a:lnTo>
                    <a:pt x="2900912" y="559804"/>
                  </a:lnTo>
                  <a:lnTo>
                    <a:pt x="2818028" y="567490"/>
                  </a:lnTo>
                  <a:lnTo>
                    <a:pt x="2735145" y="575443"/>
                  </a:lnTo>
                  <a:lnTo>
                    <a:pt x="2652262" y="582710"/>
                  </a:lnTo>
                  <a:lnTo>
                    <a:pt x="2569379" y="587539"/>
                  </a:lnTo>
                  <a:lnTo>
                    <a:pt x="2486496" y="590510"/>
                  </a:lnTo>
                  <a:lnTo>
                    <a:pt x="2403612" y="593431"/>
                  </a:lnTo>
                  <a:lnTo>
                    <a:pt x="2320729" y="597135"/>
                  </a:lnTo>
                  <a:lnTo>
                    <a:pt x="2237846" y="601547"/>
                  </a:lnTo>
                  <a:lnTo>
                    <a:pt x="2154963" y="605774"/>
                  </a:lnTo>
                  <a:lnTo>
                    <a:pt x="2072080" y="609955"/>
                  </a:lnTo>
                  <a:lnTo>
                    <a:pt x="1989196" y="614343"/>
                  </a:lnTo>
                  <a:lnTo>
                    <a:pt x="1906313" y="619130"/>
                  </a:lnTo>
                  <a:lnTo>
                    <a:pt x="1823430" y="624479"/>
                  </a:lnTo>
                  <a:lnTo>
                    <a:pt x="1740547" y="630563"/>
                  </a:lnTo>
                  <a:lnTo>
                    <a:pt x="1657664" y="637465"/>
                  </a:lnTo>
                  <a:lnTo>
                    <a:pt x="1574780" y="645323"/>
                  </a:lnTo>
                  <a:lnTo>
                    <a:pt x="1491897" y="654326"/>
                  </a:lnTo>
                  <a:lnTo>
                    <a:pt x="1409014" y="664652"/>
                  </a:lnTo>
                  <a:lnTo>
                    <a:pt x="1326131" y="676451"/>
                  </a:lnTo>
                  <a:lnTo>
                    <a:pt x="1243248" y="689830"/>
                  </a:lnTo>
                  <a:lnTo>
                    <a:pt x="1160364" y="704852"/>
                  </a:lnTo>
                  <a:lnTo>
                    <a:pt x="1077481" y="721544"/>
                  </a:lnTo>
                  <a:lnTo>
                    <a:pt x="994598" y="739901"/>
                  </a:lnTo>
                  <a:lnTo>
                    <a:pt x="911715" y="759901"/>
                  </a:lnTo>
                  <a:lnTo>
                    <a:pt x="828832" y="781506"/>
                  </a:lnTo>
                  <a:lnTo>
                    <a:pt x="745948" y="804677"/>
                  </a:lnTo>
                  <a:lnTo>
                    <a:pt x="663065" y="829369"/>
                  </a:lnTo>
                  <a:lnTo>
                    <a:pt x="597513" y="85006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072465" y="4528391"/>
              <a:ext cx="6015395" cy="465503"/>
            </a:xfrm>
            <a:custGeom>
              <a:avLst/>
              <a:pathLst>
                <a:path w="6015395" h="465503">
                  <a:moveTo>
                    <a:pt x="0" y="227767"/>
                  </a:moveTo>
                  <a:lnTo>
                    <a:pt x="82883" y="252266"/>
                  </a:lnTo>
                  <a:lnTo>
                    <a:pt x="165766" y="275551"/>
                  </a:lnTo>
                  <a:lnTo>
                    <a:pt x="248649" y="297605"/>
                  </a:lnTo>
                  <a:lnTo>
                    <a:pt x="331532" y="318411"/>
                  </a:lnTo>
                  <a:lnTo>
                    <a:pt x="414416" y="337950"/>
                  </a:lnTo>
                  <a:lnTo>
                    <a:pt x="497299" y="356198"/>
                  </a:lnTo>
                  <a:lnTo>
                    <a:pt x="580182" y="373131"/>
                  </a:lnTo>
                  <a:lnTo>
                    <a:pt x="663065" y="388721"/>
                  </a:lnTo>
                  <a:lnTo>
                    <a:pt x="745948" y="402938"/>
                  </a:lnTo>
                  <a:lnTo>
                    <a:pt x="828832" y="415748"/>
                  </a:lnTo>
                  <a:lnTo>
                    <a:pt x="911715" y="427119"/>
                  </a:lnTo>
                  <a:lnTo>
                    <a:pt x="994598" y="437019"/>
                  </a:lnTo>
                  <a:lnTo>
                    <a:pt x="1077481" y="445422"/>
                  </a:lnTo>
                  <a:lnTo>
                    <a:pt x="1160364" y="452313"/>
                  </a:lnTo>
                  <a:lnTo>
                    <a:pt x="1243248" y="457699"/>
                  </a:lnTo>
                  <a:lnTo>
                    <a:pt x="1326131" y="461616"/>
                  </a:lnTo>
                  <a:lnTo>
                    <a:pt x="1409014" y="464137"/>
                  </a:lnTo>
                  <a:lnTo>
                    <a:pt x="1491897" y="465380"/>
                  </a:lnTo>
                  <a:lnTo>
                    <a:pt x="1574780" y="465503"/>
                  </a:lnTo>
                  <a:lnTo>
                    <a:pt x="1657664" y="464694"/>
                  </a:lnTo>
                  <a:lnTo>
                    <a:pt x="1740547" y="463153"/>
                  </a:lnTo>
                  <a:lnTo>
                    <a:pt x="1823430" y="461238"/>
                  </a:lnTo>
                  <a:lnTo>
                    <a:pt x="1906313" y="459380"/>
                  </a:lnTo>
                  <a:lnTo>
                    <a:pt x="1989196" y="457429"/>
                  </a:lnTo>
                  <a:lnTo>
                    <a:pt x="2072080" y="455197"/>
                  </a:lnTo>
                  <a:lnTo>
                    <a:pt x="2154963" y="452528"/>
                  </a:lnTo>
                  <a:lnTo>
                    <a:pt x="2237846" y="449324"/>
                  </a:lnTo>
                  <a:lnTo>
                    <a:pt x="2320729" y="445939"/>
                  </a:lnTo>
                  <a:lnTo>
                    <a:pt x="2403612" y="444061"/>
                  </a:lnTo>
                  <a:lnTo>
                    <a:pt x="2486496" y="442141"/>
                  </a:lnTo>
                  <a:lnTo>
                    <a:pt x="2569379" y="438815"/>
                  </a:lnTo>
                  <a:lnTo>
                    <a:pt x="2652262" y="433755"/>
                  </a:lnTo>
                  <a:lnTo>
                    <a:pt x="2735145" y="427941"/>
                  </a:lnTo>
                  <a:lnTo>
                    <a:pt x="2818028" y="420850"/>
                  </a:lnTo>
                  <a:lnTo>
                    <a:pt x="2900912" y="412164"/>
                  </a:lnTo>
                  <a:lnTo>
                    <a:pt x="2983795" y="403043"/>
                  </a:lnTo>
                  <a:lnTo>
                    <a:pt x="3066678" y="393510"/>
                  </a:lnTo>
                  <a:lnTo>
                    <a:pt x="3149561" y="381876"/>
                  </a:lnTo>
                  <a:lnTo>
                    <a:pt x="3232444" y="368916"/>
                  </a:lnTo>
                  <a:lnTo>
                    <a:pt x="3315328" y="357270"/>
                  </a:lnTo>
                  <a:lnTo>
                    <a:pt x="3398211" y="346200"/>
                  </a:lnTo>
                  <a:lnTo>
                    <a:pt x="3481094" y="333660"/>
                  </a:lnTo>
                  <a:lnTo>
                    <a:pt x="3563977" y="320381"/>
                  </a:lnTo>
                  <a:lnTo>
                    <a:pt x="3646860" y="307931"/>
                  </a:lnTo>
                  <a:lnTo>
                    <a:pt x="3729744" y="298416"/>
                  </a:lnTo>
                  <a:lnTo>
                    <a:pt x="3812627" y="290683"/>
                  </a:lnTo>
                  <a:lnTo>
                    <a:pt x="3895510" y="283269"/>
                  </a:lnTo>
                  <a:lnTo>
                    <a:pt x="3978393" y="275973"/>
                  </a:lnTo>
                  <a:lnTo>
                    <a:pt x="4061276" y="268730"/>
                  </a:lnTo>
                  <a:lnTo>
                    <a:pt x="4144160" y="261608"/>
                  </a:lnTo>
                  <a:lnTo>
                    <a:pt x="4227043" y="254775"/>
                  </a:lnTo>
                  <a:lnTo>
                    <a:pt x="4309926" y="248423"/>
                  </a:lnTo>
                  <a:lnTo>
                    <a:pt x="4392809" y="242237"/>
                  </a:lnTo>
                  <a:lnTo>
                    <a:pt x="4475692" y="235913"/>
                  </a:lnTo>
                  <a:lnTo>
                    <a:pt x="4558576" y="229412"/>
                  </a:lnTo>
                  <a:lnTo>
                    <a:pt x="4641459" y="222657"/>
                  </a:lnTo>
                  <a:lnTo>
                    <a:pt x="4724342" y="215553"/>
                  </a:lnTo>
                  <a:lnTo>
                    <a:pt x="4807225" y="207986"/>
                  </a:lnTo>
                  <a:lnTo>
                    <a:pt x="4890108" y="199839"/>
                  </a:lnTo>
                  <a:lnTo>
                    <a:pt x="4972992" y="190999"/>
                  </a:lnTo>
                  <a:lnTo>
                    <a:pt x="5055875" y="181363"/>
                  </a:lnTo>
                  <a:lnTo>
                    <a:pt x="5138758" y="170850"/>
                  </a:lnTo>
                  <a:lnTo>
                    <a:pt x="5221641" y="159396"/>
                  </a:lnTo>
                  <a:lnTo>
                    <a:pt x="5304524" y="146961"/>
                  </a:lnTo>
                  <a:lnTo>
                    <a:pt x="5387408" y="133523"/>
                  </a:lnTo>
                  <a:lnTo>
                    <a:pt x="5470291" y="119076"/>
                  </a:lnTo>
                  <a:lnTo>
                    <a:pt x="5553174" y="103627"/>
                  </a:lnTo>
                  <a:lnTo>
                    <a:pt x="5636057" y="87194"/>
                  </a:lnTo>
                  <a:lnTo>
                    <a:pt x="5718940" y="69798"/>
                  </a:lnTo>
                  <a:lnTo>
                    <a:pt x="5801824" y="51464"/>
                  </a:lnTo>
                  <a:lnTo>
                    <a:pt x="5884707" y="32221"/>
                  </a:lnTo>
                  <a:lnTo>
                    <a:pt x="5967590" y="12098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669978" y="4945446"/>
              <a:ext cx="5417882" cy="433013"/>
            </a:xfrm>
            <a:custGeom>
              <a:avLst/>
              <a:pathLst>
                <a:path w="5417882" h="433013">
                  <a:moveTo>
                    <a:pt x="5417882" y="152747"/>
                  </a:moveTo>
                  <a:lnTo>
                    <a:pt x="5370077" y="140831"/>
                  </a:lnTo>
                  <a:lnTo>
                    <a:pt x="5287193" y="121573"/>
                  </a:lnTo>
                  <a:lnTo>
                    <a:pt x="5204310" y="103730"/>
                  </a:lnTo>
                  <a:lnTo>
                    <a:pt x="5121427" y="87317"/>
                  </a:lnTo>
                  <a:lnTo>
                    <a:pt x="5038544" y="72346"/>
                  </a:lnTo>
                  <a:lnTo>
                    <a:pt x="4955661" y="58831"/>
                  </a:lnTo>
                  <a:lnTo>
                    <a:pt x="4872777" y="46778"/>
                  </a:lnTo>
                  <a:lnTo>
                    <a:pt x="4789894" y="36189"/>
                  </a:lnTo>
                  <a:lnTo>
                    <a:pt x="4707011" y="27059"/>
                  </a:lnTo>
                  <a:lnTo>
                    <a:pt x="4624128" y="19366"/>
                  </a:lnTo>
                  <a:lnTo>
                    <a:pt x="4541245" y="13076"/>
                  </a:lnTo>
                  <a:lnTo>
                    <a:pt x="4458361" y="8132"/>
                  </a:lnTo>
                  <a:lnTo>
                    <a:pt x="4375478" y="4458"/>
                  </a:lnTo>
                  <a:lnTo>
                    <a:pt x="4292595" y="1958"/>
                  </a:lnTo>
                  <a:lnTo>
                    <a:pt x="4209712" y="514"/>
                  </a:lnTo>
                  <a:lnTo>
                    <a:pt x="4126829" y="0"/>
                  </a:lnTo>
                  <a:lnTo>
                    <a:pt x="4043945" y="283"/>
                  </a:lnTo>
                  <a:lnTo>
                    <a:pt x="3961062" y="1237"/>
                  </a:lnTo>
                  <a:lnTo>
                    <a:pt x="3878179" y="2751"/>
                  </a:lnTo>
                  <a:lnTo>
                    <a:pt x="3795296" y="4735"/>
                  </a:lnTo>
                  <a:lnTo>
                    <a:pt x="3712413" y="7135"/>
                  </a:lnTo>
                  <a:lnTo>
                    <a:pt x="3629529" y="9894"/>
                  </a:lnTo>
                  <a:lnTo>
                    <a:pt x="3546646" y="13073"/>
                  </a:lnTo>
                  <a:lnTo>
                    <a:pt x="3463763" y="16876"/>
                  </a:lnTo>
                  <a:lnTo>
                    <a:pt x="3380880" y="21477"/>
                  </a:lnTo>
                  <a:lnTo>
                    <a:pt x="3297997" y="26954"/>
                  </a:lnTo>
                  <a:lnTo>
                    <a:pt x="3215113" y="33250"/>
                  </a:lnTo>
                  <a:lnTo>
                    <a:pt x="3132230" y="40171"/>
                  </a:lnTo>
                  <a:lnTo>
                    <a:pt x="3049347" y="48039"/>
                  </a:lnTo>
                  <a:lnTo>
                    <a:pt x="2966464" y="57803"/>
                  </a:lnTo>
                  <a:lnTo>
                    <a:pt x="2883581" y="69208"/>
                  </a:lnTo>
                  <a:lnTo>
                    <a:pt x="2800697" y="81359"/>
                  </a:lnTo>
                  <a:lnTo>
                    <a:pt x="2717814" y="92521"/>
                  </a:lnTo>
                  <a:lnTo>
                    <a:pt x="2634931" y="102414"/>
                  </a:lnTo>
                  <a:lnTo>
                    <a:pt x="2552048" y="113192"/>
                  </a:lnTo>
                  <a:lnTo>
                    <a:pt x="2469165" y="124677"/>
                  </a:lnTo>
                  <a:lnTo>
                    <a:pt x="2386281" y="134806"/>
                  </a:lnTo>
                  <a:lnTo>
                    <a:pt x="2303398" y="142749"/>
                  </a:lnTo>
                  <a:lnTo>
                    <a:pt x="2220515" y="150436"/>
                  </a:lnTo>
                  <a:lnTo>
                    <a:pt x="2137632" y="158389"/>
                  </a:lnTo>
                  <a:lnTo>
                    <a:pt x="2054749" y="165656"/>
                  </a:lnTo>
                  <a:lnTo>
                    <a:pt x="1971865" y="170485"/>
                  </a:lnTo>
                  <a:lnTo>
                    <a:pt x="1888982" y="173456"/>
                  </a:lnTo>
                  <a:lnTo>
                    <a:pt x="1806099" y="176376"/>
                  </a:lnTo>
                  <a:lnTo>
                    <a:pt x="1723216" y="180080"/>
                  </a:lnTo>
                  <a:lnTo>
                    <a:pt x="1640333" y="184493"/>
                  </a:lnTo>
                  <a:lnTo>
                    <a:pt x="1557449" y="188720"/>
                  </a:lnTo>
                  <a:lnTo>
                    <a:pt x="1474566" y="192901"/>
                  </a:lnTo>
                  <a:lnTo>
                    <a:pt x="1391683" y="197289"/>
                  </a:lnTo>
                  <a:lnTo>
                    <a:pt x="1308800" y="202076"/>
                  </a:lnTo>
                  <a:lnTo>
                    <a:pt x="1225917" y="207425"/>
                  </a:lnTo>
                  <a:lnTo>
                    <a:pt x="1143033" y="213509"/>
                  </a:lnTo>
                  <a:lnTo>
                    <a:pt x="1060150" y="220411"/>
                  </a:lnTo>
                  <a:lnTo>
                    <a:pt x="977267" y="228269"/>
                  </a:lnTo>
                  <a:lnTo>
                    <a:pt x="894384" y="237271"/>
                  </a:lnTo>
                  <a:lnTo>
                    <a:pt x="811500" y="247598"/>
                  </a:lnTo>
                  <a:lnTo>
                    <a:pt x="728617" y="259397"/>
                  </a:lnTo>
                  <a:lnTo>
                    <a:pt x="645734" y="272775"/>
                  </a:lnTo>
                  <a:lnTo>
                    <a:pt x="562851" y="287798"/>
                  </a:lnTo>
                  <a:lnTo>
                    <a:pt x="479968" y="304489"/>
                  </a:lnTo>
                  <a:lnTo>
                    <a:pt x="397084" y="322847"/>
                  </a:lnTo>
                  <a:lnTo>
                    <a:pt x="314201" y="342846"/>
                  </a:lnTo>
                  <a:lnTo>
                    <a:pt x="231318" y="364452"/>
                  </a:lnTo>
                  <a:lnTo>
                    <a:pt x="148435" y="387623"/>
                  </a:lnTo>
                  <a:lnTo>
                    <a:pt x="65552" y="412315"/>
                  </a:lnTo>
                  <a:lnTo>
                    <a:pt x="0" y="4330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72465" y="4813292"/>
              <a:ext cx="6015395" cy="367533"/>
            </a:xfrm>
            <a:custGeom>
              <a:avLst/>
              <a:pathLst>
                <a:path w="6015395" h="367533">
                  <a:moveTo>
                    <a:pt x="0" y="367533"/>
                  </a:moveTo>
                  <a:lnTo>
                    <a:pt x="82883" y="362010"/>
                  </a:lnTo>
                  <a:lnTo>
                    <a:pt x="165766" y="356506"/>
                  </a:lnTo>
                  <a:lnTo>
                    <a:pt x="248649" y="351026"/>
                  </a:lnTo>
                  <a:lnTo>
                    <a:pt x="331532" y="345573"/>
                  </a:lnTo>
                  <a:lnTo>
                    <a:pt x="414416" y="340154"/>
                  </a:lnTo>
                  <a:lnTo>
                    <a:pt x="497299" y="334773"/>
                  </a:lnTo>
                  <a:lnTo>
                    <a:pt x="580182" y="329434"/>
                  </a:lnTo>
                  <a:lnTo>
                    <a:pt x="663065" y="324144"/>
                  </a:lnTo>
                  <a:lnTo>
                    <a:pt x="745948" y="318906"/>
                  </a:lnTo>
                  <a:lnTo>
                    <a:pt x="828832" y="313726"/>
                  </a:lnTo>
                  <a:lnTo>
                    <a:pt x="911715" y="308609"/>
                  </a:lnTo>
                  <a:lnTo>
                    <a:pt x="994598" y="303559"/>
                  </a:lnTo>
                  <a:lnTo>
                    <a:pt x="1077481" y="298582"/>
                  </a:lnTo>
                  <a:lnTo>
                    <a:pt x="1160364" y="293681"/>
                  </a:lnTo>
                  <a:lnTo>
                    <a:pt x="1243248" y="288863"/>
                  </a:lnTo>
                  <a:lnTo>
                    <a:pt x="1326131" y="284133"/>
                  </a:lnTo>
                  <a:lnTo>
                    <a:pt x="1409014" y="279494"/>
                  </a:lnTo>
                  <a:lnTo>
                    <a:pt x="1491897" y="274952"/>
                  </a:lnTo>
                  <a:lnTo>
                    <a:pt x="1574780" y="270512"/>
                  </a:lnTo>
                  <a:lnTo>
                    <a:pt x="1657664" y="266179"/>
                  </a:lnTo>
                  <a:lnTo>
                    <a:pt x="1740547" y="261957"/>
                  </a:lnTo>
                  <a:lnTo>
                    <a:pt x="1823430" y="257958"/>
                  </a:lnTo>
                  <a:lnTo>
                    <a:pt x="1906313" y="254354"/>
                  </a:lnTo>
                  <a:lnTo>
                    <a:pt x="1989196" y="250985"/>
                  </a:lnTo>
                  <a:lnTo>
                    <a:pt x="2072080" y="247675"/>
                  </a:lnTo>
                  <a:lnTo>
                    <a:pt x="2154963" y="244250"/>
                  </a:lnTo>
                  <a:lnTo>
                    <a:pt x="2237846" y="240535"/>
                  </a:lnTo>
                  <a:lnTo>
                    <a:pt x="2320729" y="236636"/>
                  </a:lnTo>
                  <a:lnTo>
                    <a:pt x="2403612" y="233845"/>
                  </a:lnTo>
                  <a:lnTo>
                    <a:pt x="2486496" y="231425"/>
                  </a:lnTo>
                  <a:lnTo>
                    <a:pt x="2569379" y="228276"/>
                  </a:lnTo>
                  <a:lnTo>
                    <a:pt x="2652262" y="223331"/>
                  </a:lnTo>
                  <a:lnTo>
                    <a:pt x="2735145" y="216791"/>
                  </a:lnTo>
                  <a:lnTo>
                    <a:pt x="2818028" y="209269"/>
                  </a:lnTo>
                  <a:lnTo>
                    <a:pt x="2900912" y="201083"/>
                  </a:lnTo>
                  <a:lnTo>
                    <a:pt x="2983795" y="192550"/>
                  </a:lnTo>
                  <a:lnTo>
                    <a:pt x="3066678" y="182720"/>
                  </a:lnTo>
                  <a:lnTo>
                    <a:pt x="3149561" y="171160"/>
                  </a:lnTo>
                  <a:lnTo>
                    <a:pt x="3232444" y="159291"/>
                  </a:lnTo>
                  <a:lnTo>
                    <a:pt x="3315328" y="148522"/>
                  </a:lnTo>
                  <a:lnTo>
                    <a:pt x="3398211" y="137405"/>
                  </a:lnTo>
                  <a:lnTo>
                    <a:pt x="3481094" y="125060"/>
                  </a:lnTo>
                  <a:lnTo>
                    <a:pt x="3563977" y="112718"/>
                  </a:lnTo>
                  <a:lnTo>
                    <a:pt x="3646860" y="101611"/>
                  </a:lnTo>
                  <a:lnTo>
                    <a:pt x="3729744" y="92920"/>
                  </a:lnTo>
                  <a:lnTo>
                    <a:pt x="3812627" y="85593"/>
                  </a:lnTo>
                  <a:lnTo>
                    <a:pt x="3895510" y="78738"/>
                  </a:lnTo>
                  <a:lnTo>
                    <a:pt x="3978393" y="72351"/>
                  </a:lnTo>
                  <a:lnTo>
                    <a:pt x="4061276" y="66429"/>
                  </a:lnTo>
                  <a:lnTo>
                    <a:pt x="4144160" y="60967"/>
                  </a:lnTo>
                  <a:lnTo>
                    <a:pt x="4227043" y="55961"/>
                  </a:lnTo>
                  <a:lnTo>
                    <a:pt x="4309926" y="51405"/>
                  </a:lnTo>
                  <a:lnTo>
                    <a:pt x="4392809" y="47112"/>
                  </a:lnTo>
                  <a:lnTo>
                    <a:pt x="4475692" y="42958"/>
                  </a:lnTo>
                  <a:lnTo>
                    <a:pt x="4558576" y="38951"/>
                  </a:lnTo>
                  <a:lnTo>
                    <a:pt x="4641459" y="35096"/>
                  </a:lnTo>
                  <a:lnTo>
                    <a:pt x="4724342" y="31402"/>
                  </a:lnTo>
                  <a:lnTo>
                    <a:pt x="4807225" y="27876"/>
                  </a:lnTo>
                  <a:lnTo>
                    <a:pt x="4890108" y="24524"/>
                  </a:lnTo>
                  <a:lnTo>
                    <a:pt x="4972992" y="21355"/>
                  </a:lnTo>
                  <a:lnTo>
                    <a:pt x="5055875" y="18374"/>
                  </a:lnTo>
                  <a:lnTo>
                    <a:pt x="5138758" y="15589"/>
                  </a:lnTo>
                  <a:lnTo>
                    <a:pt x="5221641" y="13007"/>
                  </a:lnTo>
                  <a:lnTo>
                    <a:pt x="5304524" y="10636"/>
                  </a:lnTo>
                  <a:lnTo>
                    <a:pt x="5387408" y="8482"/>
                  </a:lnTo>
                  <a:lnTo>
                    <a:pt x="5470291" y="6553"/>
                  </a:lnTo>
                  <a:lnTo>
                    <a:pt x="5553174" y="4855"/>
                  </a:lnTo>
                  <a:lnTo>
                    <a:pt x="5636057" y="3396"/>
                  </a:lnTo>
                  <a:lnTo>
                    <a:pt x="5718940" y="2183"/>
                  </a:lnTo>
                  <a:lnTo>
                    <a:pt x="5801824" y="1223"/>
                  </a:lnTo>
                  <a:lnTo>
                    <a:pt x="5884707" y="523"/>
                  </a:lnTo>
                  <a:lnTo>
                    <a:pt x="5967590" y="91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072465" y="4773452"/>
              <a:ext cx="6015395" cy="605007"/>
            </a:xfrm>
            <a:custGeom>
              <a:avLst/>
              <a:pathLst>
                <a:path w="6015395" h="605007">
                  <a:moveTo>
                    <a:pt x="0" y="0"/>
                  </a:moveTo>
                  <a:lnTo>
                    <a:pt x="82883" y="26904"/>
                  </a:lnTo>
                  <a:lnTo>
                    <a:pt x="165766" y="52489"/>
                  </a:lnTo>
                  <a:lnTo>
                    <a:pt x="248649" y="76740"/>
                  </a:lnTo>
                  <a:lnTo>
                    <a:pt x="331532" y="99642"/>
                  </a:lnTo>
                  <a:lnTo>
                    <a:pt x="414416" y="121178"/>
                  </a:lnTo>
                  <a:lnTo>
                    <a:pt x="497299" y="141326"/>
                  </a:lnTo>
                  <a:lnTo>
                    <a:pt x="580182" y="160065"/>
                  </a:lnTo>
                  <a:lnTo>
                    <a:pt x="663065" y="177370"/>
                  </a:lnTo>
                  <a:lnTo>
                    <a:pt x="745948" y="193214"/>
                  </a:lnTo>
                  <a:lnTo>
                    <a:pt x="828832" y="207567"/>
                  </a:lnTo>
                  <a:lnTo>
                    <a:pt x="911715" y="220400"/>
                  </a:lnTo>
                  <a:lnTo>
                    <a:pt x="994598" y="231685"/>
                  </a:lnTo>
                  <a:lnTo>
                    <a:pt x="1077481" y="241398"/>
                  </a:lnTo>
                  <a:lnTo>
                    <a:pt x="1160364" y="249527"/>
                  </a:lnTo>
                  <a:lnTo>
                    <a:pt x="1243248" y="256078"/>
                  </a:lnTo>
                  <a:lnTo>
                    <a:pt x="1326131" y="261080"/>
                  </a:lnTo>
                  <a:lnTo>
                    <a:pt x="1409014" y="264601"/>
                  </a:lnTo>
                  <a:lnTo>
                    <a:pt x="1491897" y="266744"/>
                  </a:lnTo>
                  <a:lnTo>
                    <a:pt x="1574780" y="267650"/>
                  </a:lnTo>
                  <a:lnTo>
                    <a:pt x="1657664" y="267484"/>
                  </a:lnTo>
                  <a:lnTo>
                    <a:pt x="1740547" y="266425"/>
                  </a:lnTo>
                  <a:lnTo>
                    <a:pt x="1823430" y="264750"/>
                  </a:lnTo>
                  <a:lnTo>
                    <a:pt x="1906313" y="262768"/>
                  </a:lnTo>
                  <a:lnTo>
                    <a:pt x="1989196" y="260400"/>
                  </a:lnTo>
                  <a:lnTo>
                    <a:pt x="2072080" y="257536"/>
                  </a:lnTo>
                  <a:lnTo>
                    <a:pt x="2154963" y="254094"/>
                  </a:lnTo>
                  <a:lnTo>
                    <a:pt x="2237846" y="250045"/>
                  </a:lnTo>
                  <a:lnTo>
                    <a:pt x="2320729" y="245555"/>
                  </a:lnTo>
                  <a:lnTo>
                    <a:pt x="2403612" y="241152"/>
                  </a:lnTo>
                  <a:lnTo>
                    <a:pt x="2486496" y="236019"/>
                  </a:lnTo>
                  <a:lnTo>
                    <a:pt x="2569379" y="229767"/>
                  </a:lnTo>
                  <a:lnTo>
                    <a:pt x="2652262" y="222867"/>
                  </a:lnTo>
                  <a:lnTo>
                    <a:pt x="2735145" y="215072"/>
                  </a:lnTo>
                  <a:lnTo>
                    <a:pt x="2818028" y="205731"/>
                  </a:lnTo>
                  <a:lnTo>
                    <a:pt x="2900912" y="195252"/>
                  </a:lnTo>
                  <a:lnTo>
                    <a:pt x="2983795" y="185352"/>
                  </a:lnTo>
                  <a:lnTo>
                    <a:pt x="3066678" y="175633"/>
                  </a:lnTo>
                  <a:lnTo>
                    <a:pt x="3149561" y="163944"/>
                  </a:lnTo>
                  <a:lnTo>
                    <a:pt x="3232444" y="151555"/>
                  </a:lnTo>
                  <a:lnTo>
                    <a:pt x="3315328" y="141386"/>
                  </a:lnTo>
                  <a:lnTo>
                    <a:pt x="3398211" y="132136"/>
                  </a:lnTo>
                  <a:lnTo>
                    <a:pt x="3481094" y="121604"/>
                  </a:lnTo>
                  <a:lnTo>
                    <a:pt x="3563977" y="110963"/>
                  </a:lnTo>
                  <a:lnTo>
                    <a:pt x="3646860" y="102133"/>
                  </a:lnTo>
                  <a:lnTo>
                    <a:pt x="3729744" y="97488"/>
                  </a:lnTo>
                  <a:lnTo>
                    <a:pt x="3812627" y="95621"/>
                  </a:lnTo>
                  <a:lnTo>
                    <a:pt x="3895510" y="94750"/>
                  </a:lnTo>
                  <a:lnTo>
                    <a:pt x="3978393" y="94523"/>
                  </a:lnTo>
                  <a:lnTo>
                    <a:pt x="4061276" y="94705"/>
                  </a:lnTo>
                  <a:lnTo>
                    <a:pt x="4144160" y="95180"/>
                  </a:lnTo>
                  <a:lnTo>
                    <a:pt x="4227043" y="95922"/>
                  </a:lnTo>
                  <a:lnTo>
                    <a:pt x="4309926" y="96927"/>
                  </a:lnTo>
                  <a:lnTo>
                    <a:pt x="4392809" y="97993"/>
                  </a:lnTo>
                  <a:lnTo>
                    <a:pt x="4475692" y="98982"/>
                  </a:lnTo>
                  <a:lnTo>
                    <a:pt x="4558576" y="99863"/>
                  </a:lnTo>
                  <a:lnTo>
                    <a:pt x="4641459" y="100574"/>
                  </a:lnTo>
                  <a:lnTo>
                    <a:pt x="4724342" y="101033"/>
                  </a:lnTo>
                  <a:lnTo>
                    <a:pt x="4807225" y="101144"/>
                  </a:lnTo>
                  <a:lnTo>
                    <a:pt x="4890108" y="100807"/>
                  </a:lnTo>
                  <a:lnTo>
                    <a:pt x="4972992" y="99926"/>
                  </a:lnTo>
                  <a:lnTo>
                    <a:pt x="5055875" y="98416"/>
                  </a:lnTo>
                  <a:lnTo>
                    <a:pt x="5138758" y="96206"/>
                  </a:lnTo>
                  <a:lnTo>
                    <a:pt x="5221641" y="93247"/>
                  </a:lnTo>
                  <a:lnTo>
                    <a:pt x="5304524" y="89505"/>
                  </a:lnTo>
                  <a:lnTo>
                    <a:pt x="5387408" y="84966"/>
                  </a:lnTo>
                  <a:lnTo>
                    <a:pt x="5470291" y="79630"/>
                  </a:lnTo>
                  <a:lnTo>
                    <a:pt x="5553174" y="73506"/>
                  </a:lnTo>
                  <a:lnTo>
                    <a:pt x="5636057" y="66615"/>
                  </a:lnTo>
                  <a:lnTo>
                    <a:pt x="5718940" y="58979"/>
                  </a:lnTo>
                  <a:lnTo>
                    <a:pt x="5801824" y="50627"/>
                  </a:lnTo>
                  <a:lnTo>
                    <a:pt x="5884707" y="41587"/>
                  </a:lnTo>
                  <a:lnTo>
                    <a:pt x="5967590" y="31889"/>
                  </a:lnTo>
                  <a:lnTo>
                    <a:pt x="6015395" y="25933"/>
                  </a:lnTo>
                  <a:lnTo>
                    <a:pt x="6015395" y="531627"/>
                  </a:lnTo>
                  <a:lnTo>
                    <a:pt x="5967590" y="516270"/>
                  </a:lnTo>
                  <a:lnTo>
                    <a:pt x="5884707" y="491017"/>
                  </a:lnTo>
                  <a:lnTo>
                    <a:pt x="5801824" y="467144"/>
                  </a:lnTo>
                  <a:lnTo>
                    <a:pt x="5718940" y="444659"/>
                  </a:lnTo>
                  <a:lnTo>
                    <a:pt x="5636057" y="423569"/>
                  </a:lnTo>
                  <a:lnTo>
                    <a:pt x="5553174" y="403881"/>
                  </a:lnTo>
                  <a:lnTo>
                    <a:pt x="5470291" y="385597"/>
                  </a:lnTo>
                  <a:lnTo>
                    <a:pt x="5387408" y="368715"/>
                  </a:lnTo>
                  <a:lnTo>
                    <a:pt x="5304524" y="353224"/>
                  </a:lnTo>
                  <a:lnTo>
                    <a:pt x="5221641" y="339103"/>
                  </a:lnTo>
                  <a:lnTo>
                    <a:pt x="5138758" y="326315"/>
                  </a:lnTo>
                  <a:lnTo>
                    <a:pt x="5055875" y="314806"/>
                  </a:lnTo>
                  <a:lnTo>
                    <a:pt x="4972992" y="304505"/>
                  </a:lnTo>
                  <a:lnTo>
                    <a:pt x="4890108" y="295321"/>
                  </a:lnTo>
                  <a:lnTo>
                    <a:pt x="4807225" y="287146"/>
                  </a:lnTo>
                  <a:lnTo>
                    <a:pt x="4724342" y="279863"/>
                  </a:lnTo>
                  <a:lnTo>
                    <a:pt x="4641459" y="273350"/>
                  </a:lnTo>
                  <a:lnTo>
                    <a:pt x="4558576" y="267492"/>
                  </a:lnTo>
                  <a:lnTo>
                    <a:pt x="4475692" y="262184"/>
                  </a:lnTo>
                  <a:lnTo>
                    <a:pt x="4392809" y="257344"/>
                  </a:lnTo>
                  <a:lnTo>
                    <a:pt x="4309926" y="252918"/>
                  </a:lnTo>
                  <a:lnTo>
                    <a:pt x="4227043" y="248725"/>
                  </a:lnTo>
                  <a:lnTo>
                    <a:pt x="4144160" y="244740"/>
                  </a:lnTo>
                  <a:lnTo>
                    <a:pt x="4061276" y="241318"/>
                  </a:lnTo>
                  <a:lnTo>
                    <a:pt x="3978393" y="238792"/>
                  </a:lnTo>
                  <a:lnTo>
                    <a:pt x="3895510" y="237405"/>
                  </a:lnTo>
                  <a:lnTo>
                    <a:pt x="3812627" y="237282"/>
                  </a:lnTo>
                  <a:lnTo>
                    <a:pt x="3729744" y="238430"/>
                  </a:lnTo>
                  <a:lnTo>
                    <a:pt x="3646860" y="241613"/>
                  </a:lnTo>
                  <a:lnTo>
                    <a:pt x="3563977" y="248059"/>
                  </a:lnTo>
                  <a:lnTo>
                    <a:pt x="3481094" y="257036"/>
                  </a:lnTo>
                  <a:lnTo>
                    <a:pt x="3398211" y="267223"/>
                  </a:lnTo>
                  <a:lnTo>
                    <a:pt x="3315328" y="276556"/>
                  </a:lnTo>
                  <a:lnTo>
                    <a:pt x="3232444" y="285169"/>
                  </a:lnTo>
                  <a:lnTo>
                    <a:pt x="3149561" y="295621"/>
                  </a:lnTo>
                  <a:lnTo>
                    <a:pt x="3066678" y="307178"/>
                  </a:lnTo>
                  <a:lnTo>
                    <a:pt x="2983795" y="317426"/>
                  </a:lnTo>
                  <a:lnTo>
                    <a:pt x="2900912" y="326281"/>
                  </a:lnTo>
                  <a:lnTo>
                    <a:pt x="2818028" y="335873"/>
                  </a:lnTo>
                  <a:lnTo>
                    <a:pt x="2735145" y="345979"/>
                  </a:lnTo>
                  <a:lnTo>
                    <a:pt x="2652262" y="355064"/>
                  </a:lnTo>
                  <a:lnTo>
                    <a:pt x="2569379" y="361758"/>
                  </a:lnTo>
                  <a:lnTo>
                    <a:pt x="2486496" y="367694"/>
                  </a:lnTo>
                  <a:lnTo>
                    <a:pt x="2403612" y="373716"/>
                  </a:lnTo>
                  <a:lnTo>
                    <a:pt x="2320729" y="379740"/>
                  </a:lnTo>
                  <a:lnTo>
                    <a:pt x="2237846" y="385142"/>
                  </a:lnTo>
                  <a:lnTo>
                    <a:pt x="2154963" y="390099"/>
                  </a:lnTo>
                  <a:lnTo>
                    <a:pt x="2072080" y="394883"/>
                  </a:lnTo>
                  <a:lnTo>
                    <a:pt x="1989196" y="399660"/>
                  </a:lnTo>
                  <a:lnTo>
                    <a:pt x="1906313" y="404545"/>
                  </a:lnTo>
                  <a:lnTo>
                    <a:pt x="1823430" y="409624"/>
                  </a:lnTo>
                  <a:lnTo>
                    <a:pt x="1740547" y="415000"/>
                  </a:lnTo>
                  <a:lnTo>
                    <a:pt x="1657664" y="420817"/>
                  </a:lnTo>
                  <a:lnTo>
                    <a:pt x="1574780" y="427238"/>
                  </a:lnTo>
                  <a:lnTo>
                    <a:pt x="1491897" y="434432"/>
                  </a:lnTo>
                  <a:lnTo>
                    <a:pt x="1409014" y="442557"/>
                  </a:lnTo>
                  <a:lnTo>
                    <a:pt x="1326131" y="451745"/>
                  </a:lnTo>
                  <a:lnTo>
                    <a:pt x="1243248" y="462091"/>
                  </a:lnTo>
                  <a:lnTo>
                    <a:pt x="1160364" y="473653"/>
                  </a:lnTo>
                  <a:lnTo>
                    <a:pt x="1077481" y="486454"/>
                  </a:lnTo>
                  <a:lnTo>
                    <a:pt x="994598" y="500490"/>
                  </a:lnTo>
                  <a:lnTo>
                    <a:pt x="911715" y="515740"/>
                  </a:lnTo>
                  <a:lnTo>
                    <a:pt x="828832" y="532174"/>
                  </a:lnTo>
                  <a:lnTo>
                    <a:pt x="745948" y="549753"/>
                  </a:lnTo>
                  <a:lnTo>
                    <a:pt x="663065" y="568440"/>
                  </a:lnTo>
                  <a:lnTo>
                    <a:pt x="580182" y="588198"/>
                  </a:lnTo>
                  <a:lnTo>
                    <a:pt x="513179" y="60500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072465" y="4773452"/>
              <a:ext cx="6015395" cy="267650"/>
            </a:xfrm>
            <a:custGeom>
              <a:avLst/>
              <a:pathLst>
                <a:path w="6015395" h="267650">
                  <a:moveTo>
                    <a:pt x="0" y="0"/>
                  </a:moveTo>
                  <a:lnTo>
                    <a:pt x="82883" y="26904"/>
                  </a:lnTo>
                  <a:lnTo>
                    <a:pt x="165766" y="52489"/>
                  </a:lnTo>
                  <a:lnTo>
                    <a:pt x="248649" y="76740"/>
                  </a:lnTo>
                  <a:lnTo>
                    <a:pt x="331532" y="99642"/>
                  </a:lnTo>
                  <a:lnTo>
                    <a:pt x="414416" y="121178"/>
                  </a:lnTo>
                  <a:lnTo>
                    <a:pt x="497299" y="141326"/>
                  </a:lnTo>
                  <a:lnTo>
                    <a:pt x="580182" y="160065"/>
                  </a:lnTo>
                  <a:lnTo>
                    <a:pt x="663065" y="177370"/>
                  </a:lnTo>
                  <a:lnTo>
                    <a:pt x="745948" y="193214"/>
                  </a:lnTo>
                  <a:lnTo>
                    <a:pt x="828832" y="207567"/>
                  </a:lnTo>
                  <a:lnTo>
                    <a:pt x="911715" y="220400"/>
                  </a:lnTo>
                  <a:lnTo>
                    <a:pt x="994598" y="231685"/>
                  </a:lnTo>
                  <a:lnTo>
                    <a:pt x="1077481" y="241398"/>
                  </a:lnTo>
                  <a:lnTo>
                    <a:pt x="1160364" y="249527"/>
                  </a:lnTo>
                  <a:lnTo>
                    <a:pt x="1243248" y="256078"/>
                  </a:lnTo>
                  <a:lnTo>
                    <a:pt x="1326131" y="261080"/>
                  </a:lnTo>
                  <a:lnTo>
                    <a:pt x="1409014" y="264601"/>
                  </a:lnTo>
                  <a:lnTo>
                    <a:pt x="1491897" y="266744"/>
                  </a:lnTo>
                  <a:lnTo>
                    <a:pt x="1574780" y="267650"/>
                  </a:lnTo>
                  <a:lnTo>
                    <a:pt x="1657664" y="267484"/>
                  </a:lnTo>
                  <a:lnTo>
                    <a:pt x="1740547" y="266425"/>
                  </a:lnTo>
                  <a:lnTo>
                    <a:pt x="1823430" y="264750"/>
                  </a:lnTo>
                  <a:lnTo>
                    <a:pt x="1906313" y="262768"/>
                  </a:lnTo>
                  <a:lnTo>
                    <a:pt x="1989196" y="260400"/>
                  </a:lnTo>
                  <a:lnTo>
                    <a:pt x="2072080" y="257536"/>
                  </a:lnTo>
                  <a:lnTo>
                    <a:pt x="2154963" y="254094"/>
                  </a:lnTo>
                  <a:lnTo>
                    <a:pt x="2237846" y="250045"/>
                  </a:lnTo>
                  <a:lnTo>
                    <a:pt x="2320729" y="245555"/>
                  </a:lnTo>
                  <a:lnTo>
                    <a:pt x="2403612" y="241152"/>
                  </a:lnTo>
                  <a:lnTo>
                    <a:pt x="2486496" y="236019"/>
                  </a:lnTo>
                  <a:lnTo>
                    <a:pt x="2569379" y="229767"/>
                  </a:lnTo>
                  <a:lnTo>
                    <a:pt x="2652262" y="222867"/>
                  </a:lnTo>
                  <a:lnTo>
                    <a:pt x="2735145" y="215072"/>
                  </a:lnTo>
                  <a:lnTo>
                    <a:pt x="2818028" y="205731"/>
                  </a:lnTo>
                  <a:lnTo>
                    <a:pt x="2900912" y="195252"/>
                  </a:lnTo>
                  <a:lnTo>
                    <a:pt x="2983795" y="185352"/>
                  </a:lnTo>
                  <a:lnTo>
                    <a:pt x="3066678" y="175633"/>
                  </a:lnTo>
                  <a:lnTo>
                    <a:pt x="3149561" y="163944"/>
                  </a:lnTo>
                  <a:lnTo>
                    <a:pt x="3232444" y="151555"/>
                  </a:lnTo>
                  <a:lnTo>
                    <a:pt x="3315328" y="141386"/>
                  </a:lnTo>
                  <a:lnTo>
                    <a:pt x="3398211" y="132136"/>
                  </a:lnTo>
                  <a:lnTo>
                    <a:pt x="3481094" y="121604"/>
                  </a:lnTo>
                  <a:lnTo>
                    <a:pt x="3563977" y="110963"/>
                  </a:lnTo>
                  <a:lnTo>
                    <a:pt x="3646860" y="102133"/>
                  </a:lnTo>
                  <a:lnTo>
                    <a:pt x="3729744" y="97488"/>
                  </a:lnTo>
                  <a:lnTo>
                    <a:pt x="3812627" y="95621"/>
                  </a:lnTo>
                  <a:lnTo>
                    <a:pt x="3895510" y="94750"/>
                  </a:lnTo>
                  <a:lnTo>
                    <a:pt x="3978393" y="94523"/>
                  </a:lnTo>
                  <a:lnTo>
                    <a:pt x="4061276" y="94705"/>
                  </a:lnTo>
                  <a:lnTo>
                    <a:pt x="4144160" y="95180"/>
                  </a:lnTo>
                  <a:lnTo>
                    <a:pt x="4227043" y="95922"/>
                  </a:lnTo>
                  <a:lnTo>
                    <a:pt x="4309926" y="96927"/>
                  </a:lnTo>
                  <a:lnTo>
                    <a:pt x="4392809" y="97993"/>
                  </a:lnTo>
                  <a:lnTo>
                    <a:pt x="4475692" y="98982"/>
                  </a:lnTo>
                  <a:lnTo>
                    <a:pt x="4558576" y="99863"/>
                  </a:lnTo>
                  <a:lnTo>
                    <a:pt x="4641459" y="100574"/>
                  </a:lnTo>
                  <a:lnTo>
                    <a:pt x="4724342" y="101033"/>
                  </a:lnTo>
                  <a:lnTo>
                    <a:pt x="4807225" y="101144"/>
                  </a:lnTo>
                  <a:lnTo>
                    <a:pt x="4890108" y="100807"/>
                  </a:lnTo>
                  <a:lnTo>
                    <a:pt x="4972992" y="99926"/>
                  </a:lnTo>
                  <a:lnTo>
                    <a:pt x="5055875" y="98416"/>
                  </a:lnTo>
                  <a:lnTo>
                    <a:pt x="5138758" y="96206"/>
                  </a:lnTo>
                  <a:lnTo>
                    <a:pt x="5221641" y="93247"/>
                  </a:lnTo>
                  <a:lnTo>
                    <a:pt x="5304524" y="89505"/>
                  </a:lnTo>
                  <a:lnTo>
                    <a:pt x="5387408" y="84966"/>
                  </a:lnTo>
                  <a:lnTo>
                    <a:pt x="5470291" y="79630"/>
                  </a:lnTo>
                  <a:lnTo>
                    <a:pt x="5553174" y="73506"/>
                  </a:lnTo>
                  <a:lnTo>
                    <a:pt x="5636057" y="66615"/>
                  </a:lnTo>
                  <a:lnTo>
                    <a:pt x="5718940" y="58979"/>
                  </a:lnTo>
                  <a:lnTo>
                    <a:pt x="5801824" y="50627"/>
                  </a:lnTo>
                  <a:lnTo>
                    <a:pt x="5884707" y="41587"/>
                  </a:lnTo>
                  <a:lnTo>
                    <a:pt x="5967590" y="31889"/>
                  </a:lnTo>
                  <a:lnTo>
                    <a:pt x="6015395" y="259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585644" y="5010735"/>
              <a:ext cx="5502216" cy="367724"/>
            </a:xfrm>
            <a:custGeom>
              <a:avLst/>
              <a:pathLst>
                <a:path w="5502216" h="367724">
                  <a:moveTo>
                    <a:pt x="5502216" y="294344"/>
                  </a:moveTo>
                  <a:lnTo>
                    <a:pt x="5454411" y="278987"/>
                  </a:lnTo>
                  <a:lnTo>
                    <a:pt x="5371528" y="253735"/>
                  </a:lnTo>
                  <a:lnTo>
                    <a:pt x="5288644" y="229861"/>
                  </a:lnTo>
                  <a:lnTo>
                    <a:pt x="5205761" y="207376"/>
                  </a:lnTo>
                  <a:lnTo>
                    <a:pt x="5122878" y="186286"/>
                  </a:lnTo>
                  <a:lnTo>
                    <a:pt x="5039995" y="166598"/>
                  </a:lnTo>
                  <a:lnTo>
                    <a:pt x="4957112" y="148314"/>
                  </a:lnTo>
                  <a:lnTo>
                    <a:pt x="4874228" y="131433"/>
                  </a:lnTo>
                  <a:lnTo>
                    <a:pt x="4791345" y="115942"/>
                  </a:lnTo>
                  <a:lnTo>
                    <a:pt x="4708462" y="101820"/>
                  </a:lnTo>
                  <a:lnTo>
                    <a:pt x="4625579" y="89032"/>
                  </a:lnTo>
                  <a:lnTo>
                    <a:pt x="4542696" y="77523"/>
                  </a:lnTo>
                  <a:lnTo>
                    <a:pt x="4459812" y="67222"/>
                  </a:lnTo>
                  <a:lnTo>
                    <a:pt x="4376929" y="58038"/>
                  </a:lnTo>
                  <a:lnTo>
                    <a:pt x="4294046" y="49863"/>
                  </a:lnTo>
                  <a:lnTo>
                    <a:pt x="4211163" y="42580"/>
                  </a:lnTo>
                  <a:lnTo>
                    <a:pt x="4128280" y="36068"/>
                  </a:lnTo>
                  <a:lnTo>
                    <a:pt x="4045396" y="30209"/>
                  </a:lnTo>
                  <a:lnTo>
                    <a:pt x="3962513" y="24902"/>
                  </a:lnTo>
                  <a:lnTo>
                    <a:pt x="3879630" y="20061"/>
                  </a:lnTo>
                  <a:lnTo>
                    <a:pt x="3796747" y="15635"/>
                  </a:lnTo>
                  <a:lnTo>
                    <a:pt x="3713864" y="11442"/>
                  </a:lnTo>
                  <a:lnTo>
                    <a:pt x="3630980" y="7457"/>
                  </a:lnTo>
                  <a:lnTo>
                    <a:pt x="3548097" y="4036"/>
                  </a:lnTo>
                  <a:lnTo>
                    <a:pt x="3465214" y="1509"/>
                  </a:lnTo>
                  <a:lnTo>
                    <a:pt x="3382331" y="122"/>
                  </a:lnTo>
                  <a:lnTo>
                    <a:pt x="3299448" y="0"/>
                  </a:lnTo>
                  <a:lnTo>
                    <a:pt x="3216564" y="1147"/>
                  </a:lnTo>
                  <a:lnTo>
                    <a:pt x="3133681" y="4330"/>
                  </a:lnTo>
                  <a:lnTo>
                    <a:pt x="3050798" y="10776"/>
                  </a:lnTo>
                  <a:lnTo>
                    <a:pt x="2967915" y="19753"/>
                  </a:lnTo>
                  <a:lnTo>
                    <a:pt x="2885032" y="29940"/>
                  </a:lnTo>
                  <a:lnTo>
                    <a:pt x="2802148" y="39273"/>
                  </a:lnTo>
                  <a:lnTo>
                    <a:pt x="2719265" y="47886"/>
                  </a:lnTo>
                  <a:lnTo>
                    <a:pt x="2636382" y="58338"/>
                  </a:lnTo>
                  <a:lnTo>
                    <a:pt x="2553499" y="69896"/>
                  </a:lnTo>
                  <a:lnTo>
                    <a:pt x="2470616" y="80143"/>
                  </a:lnTo>
                  <a:lnTo>
                    <a:pt x="2387732" y="88998"/>
                  </a:lnTo>
                  <a:lnTo>
                    <a:pt x="2304849" y="98590"/>
                  </a:lnTo>
                  <a:lnTo>
                    <a:pt x="2221966" y="108696"/>
                  </a:lnTo>
                  <a:lnTo>
                    <a:pt x="2139083" y="117781"/>
                  </a:lnTo>
                  <a:lnTo>
                    <a:pt x="2056200" y="124475"/>
                  </a:lnTo>
                  <a:lnTo>
                    <a:pt x="1973316" y="130411"/>
                  </a:lnTo>
                  <a:lnTo>
                    <a:pt x="1890433" y="136434"/>
                  </a:lnTo>
                  <a:lnTo>
                    <a:pt x="1807550" y="142457"/>
                  </a:lnTo>
                  <a:lnTo>
                    <a:pt x="1724667" y="147859"/>
                  </a:lnTo>
                  <a:lnTo>
                    <a:pt x="1641784" y="152816"/>
                  </a:lnTo>
                  <a:lnTo>
                    <a:pt x="1558900" y="157600"/>
                  </a:lnTo>
                  <a:lnTo>
                    <a:pt x="1476017" y="162377"/>
                  </a:lnTo>
                  <a:lnTo>
                    <a:pt x="1393134" y="167262"/>
                  </a:lnTo>
                  <a:lnTo>
                    <a:pt x="1310251" y="172341"/>
                  </a:lnTo>
                  <a:lnTo>
                    <a:pt x="1227368" y="177717"/>
                  </a:lnTo>
                  <a:lnTo>
                    <a:pt x="1144484" y="183534"/>
                  </a:lnTo>
                  <a:lnTo>
                    <a:pt x="1061601" y="189955"/>
                  </a:lnTo>
                  <a:lnTo>
                    <a:pt x="978718" y="197149"/>
                  </a:lnTo>
                  <a:lnTo>
                    <a:pt x="895835" y="205274"/>
                  </a:lnTo>
                  <a:lnTo>
                    <a:pt x="812952" y="214462"/>
                  </a:lnTo>
                  <a:lnTo>
                    <a:pt x="730068" y="224808"/>
                  </a:lnTo>
                  <a:lnTo>
                    <a:pt x="647185" y="236370"/>
                  </a:lnTo>
                  <a:lnTo>
                    <a:pt x="564302" y="249171"/>
                  </a:lnTo>
                  <a:lnTo>
                    <a:pt x="481419" y="263207"/>
                  </a:lnTo>
                  <a:lnTo>
                    <a:pt x="398536" y="278458"/>
                  </a:lnTo>
                  <a:lnTo>
                    <a:pt x="315652" y="294891"/>
                  </a:lnTo>
                  <a:lnTo>
                    <a:pt x="232769" y="312470"/>
                  </a:lnTo>
                  <a:lnTo>
                    <a:pt x="149886" y="331158"/>
                  </a:lnTo>
                  <a:lnTo>
                    <a:pt x="67003" y="350915"/>
                  </a:lnTo>
                  <a:lnTo>
                    <a:pt x="0" y="3677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72465" y="4939530"/>
              <a:ext cx="6015395" cy="211105"/>
            </a:xfrm>
            <a:custGeom>
              <a:avLst/>
              <a:pathLst>
                <a:path w="6015395" h="211105">
                  <a:moveTo>
                    <a:pt x="0" y="210809"/>
                  </a:moveTo>
                  <a:lnTo>
                    <a:pt x="82883" y="211070"/>
                  </a:lnTo>
                  <a:lnTo>
                    <a:pt x="165766" y="211105"/>
                  </a:lnTo>
                  <a:lnTo>
                    <a:pt x="248649" y="210919"/>
                  </a:lnTo>
                  <a:lnTo>
                    <a:pt x="331532" y="210517"/>
                  </a:lnTo>
                  <a:lnTo>
                    <a:pt x="414416" y="209903"/>
                  </a:lnTo>
                  <a:lnTo>
                    <a:pt x="497299" y="209080"/>
                  </a:lnTo>
                  <a:lnTo>
                    <a:pt x="580182" y="208053"/>
                  </a:lnTo>
                  <a:lnTo>
                    <a:pt x="663065" y="206827"/>
                  </a:lnTo>
                  <a:lnTo>
                    <a:pt x="745948" y="205405"/>
                  </a:lnTo>
                  <a:lnTo>
                    <a:pt x="828832" y="203792"/>
                  </a:lnTo>
                  <a:lnTo>
                    <a:pt x="911715" y="201992"/>
                  </a:lnTo>
                  <a:lnTo>
                    <a:pt x="994598" y="200009"/>
                  </a:lnTo>
                  <a:lnTo>
                    <a:pt x="1077481" y="197848"/>
                  </a:lnTo>
                  <a:lnTo>
                    <a:pt x="1160364" y="195512"/>
                  </a:lnTo>
                  <a:lnTo>
                    <a:pt x="1243248" y="193006"/>
                  </a:lnTo>
                  <a:lnTo>
                    <a:pt x="1326131" y="190334"/>
                  </a:lnTo>
                  <a:lnTo>
                    <a:pt x="1409014" y="187501"/>
                  </a:lnTo>
                  <a:lnTo>
                    <a:pt x="1491897" y="184510"/>
                  </a:lnTo>
                  <a:lnTo>
                    <a:pt x="1574780" y="181366"/>
                  </a:lnTo>
                  <a:lnTo>
                    <a:pt x="1657664" y="178073"/>
                  </a:lnTo>
                  <a:lnTo>
                    <a:pt x="1740547" y="174634"/>
                  </a:lnTo>
                  <a:lnTo>
                    <a:pt x="1823430" y="171109"/>
                  </a:lnTo>
                  <a:lnTo>
                    <a:pt x="1906313" y="167578"/>
                  </a:lnTo>
                  <a:lnTo>
                    <a:pt x="1989196" y="163952"/>
                  </a:lnTo>
                  <a:lnTo>
                    <a:pt x="2072080" y="160131"/>
                  </a:lnTo>
                  <a:lnTo>
                    <a:pt x="2154963" y="156019"/>
                  </a:lnTo>
                  <a:lnTo>
                    <a:pt x="2237846" y="151515"/>
                  </a:lnTo>
                  <a:lnTo>
                    <a:pt x="2320729" y="146570"/>
                  </a:lnTo>
                  <a:lnTo>
                    <a:pt x="2403612" y="141356"/>
                  </a:lnTo>
                  <a:lnTo>
                    <a:pt x="2486496" y="135778"/>
                  </a:lnTo>
                  <a:lnTo>
                    <a:pt x="2569379" y="129685"/>
                  </a:lnTo>
                  <a:lnTo>
                    <a:pt x="2652262" y="122887"/>
                  </a:lnTo>
                  <a:lnTo>
                    <a:pt x="2735145" y="114447"/>
                  </a:lnTo>
                  <a:lnTo>
                    <a:pt x="2818028" y="104724"/>
                  </a:lnTo>
                  <a:lnTo>
                    <a:pt x="2900912" y="94689"/>
                  </a:lnTo>
                  <a:lnTo>
                    <a:pt x="2983795" y="85311"/>
                  </a:lnTo>
                  <a:lnTo>
                    <a:pt x="3066678" y="75328"/>
                  </a:lnTo>
                  <a:lnTo>
                    <a:pt x="3149561" y="63705"/>
                  </a:lnTo>
                  <a:lnTo>
                    <a:pt x="3232444" y="52284"/>
                  </a:lnTo>
                  <a:lnTo>
                    <a:pt x="3315328" y="42893"/>
                  </a:lnTo>
                  <a:lnTo>
                    <a:pt x="3398211" y="33601"/>
                  </a:lnTo>
                  <a:lnTo>
                    <a:pt x="3481094" y="23242"/>
                  </a:lnTo>
                  <a:lnTo>
                    <a:pt x="3563977" y="13433"/>
                  </a:lnTo>
                  <a:lnTo>
                    <a:pt x="3646860" y="5795"/>
                  </a:lnTo>
                  <a:lnTo>
                    <a:pt x="3729744" y="1881"/>
                  </a:lnTo>
                  <a:lnTo>
                    <a:pt x="3812627" y="373"/>
                  </a:lnTo>
                  <a:lnTo>
                    <a:pt x="3895510" y="0"/>
                  </a:lnTo>
                  <a:lnTo>
                    <a:pt x="3978393" y="579"/>
                  </a:lnTo>
                  <a:lnTo>
                    <a:pt x="4061276" y="1933"/>
                  </a:lnTo>
                  <a:lnTo>
                    <a:pt x="4144160" y="3882"/>
                  </a:lnTo>
                  <a:lnTo>
                    <a:pt x="4227043" y="6245"/>
                  </a:lnTo>
                  <a:lnTo>
                    <a:pt x="4309926" y="8844"/>
                  </a:lnTo>
                  <a:lnTo>
                    <a:pt x="4392809" y="11590"/>
                  </a:lnTo>
                  <a:lnTo>
                    <a:pt x="4475692" y="14505"/>
                  </a:lnTo>
                  <a:lnTo>
                    <a:pt x="4558576" y="17600"/>
                  </a:lnTo>
                  <a:lnTo>
                    <a:pt x="4641459" y="20884"/>
                  </a:lnTo>
                  <a:lnTo>
                    <a:pt x="4724342" y="24370"/>
                  </a:lnTo>
                  <a:lnTo>
                    <a:pt x="4807225" y="28067"/>
                  </a:lnTo>
                  <a:lnTo>
                    <a:pt x="4890108" y="31986"/>
                  </a:lnTo>
                  <a:lnTo>
                    <a:pt x="4972992" y="36138"/>
                  </a:lnTo>
                  <a:lnTo>
                    <a:pt x="5055875" y="40533"/>
                  </a:lnTo>
                  <a:lnTo>
                    <a:pt x="5138758" y="45183"/>
                  </a:lnTo>
                  <a:lnTo>
                    <a:pt x="5221641" y="50097"/>
                  </a:lnTo>
                  <a:lnTo>
                    <a:pt x="5304524" y="55287"/>
                  </a:lnTo>
                  <a:lnTo>
                    <a:pt x="5387408" y="60763"/>
                  </a:lnTo>
                  <a:lnTo>
                    <a:pt x="5470291" y="66535"/>
                  </a:lnTo>
                  <a:lnTo>
                    <a:pt x="5553174" y="72616"/>
                  </a:lnTo>
                  <a:lnTo>
                    <a:pt x="5636057" y="79014"/>
                  </a:lnTo>
                  <a:lnTo>
                    <a:pt x="5718940" y="85741"/>
                  </a:lnTo>
                  <a:lnTo>
                    <a:pt x="5801824" y="92808"/>
                  </a:lnTo>
                  <a:lnTo>
                    <a:pt x="5884707" y="100224"/>
                  </a:lnTo>
                  <a:lnTo>
                    <a:pt x="5967590" y="108002"/>
                  </a:lnTo>
                  <a:lnTo>
                    <a:pt x="6015395" y="11270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244530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34247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393192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72465" y="2191990"/>
              <a:ext cx="6015395" cy="3186469"/>
            </a:xfrm>
            <a:custGeom>
              <a:avLst/>
              <a:pathLst>
                <a:path w="6015395" h="3186469">
                  <a:moveTo>
                    <a:pt x="0" y="0"/>
                  </a:moveTo>
                  <a:lnTo>
                    <a:pt x="82883" y="147308"/>
                  </a:lnTo>
                  <a:lnTo>
                    <a:pt x="165766" y="290579"/>
                  </a:lnTo>
                  <a:lnTo>
                    <a:pt x="248649" y="429751"/>
                  </a:lnTo>
                  <a:lnTo>
                    <a:pt x="331532" y="564758"/>
                  </a:lnTo>
                  <a:lnTo>
                    <a:pt x="414416" y="695535"/>
                  </a:lnTo>
                  <a:lnTo>
                    <a:pt x="497299" y="822012"/>
                  </a:lnTo>
                  <a:lnTo>
                    <a:pt x="580182" y="944114"/>
                  </a:lnTo>
                  <a:lnTo>
                    <a:pt x="663065" y="1061767"/>
                  </a:lnTo>
                  <a:lnTo>
                    <a:pt x="745948" y="1174890"/>
                  </a:lnTo>
                  <a:lnTo>
                    <a:pt x="828832" y="1283402"/>
                  </a:lnTo>
                  <a:lnTo>
                    <a:pt x="911715" y="1387219"/>
                  </a:lnTo>
                  <a:lnTo>
                    <a:pt x="994598" y="1486261"/>
                  </a:lnTo>
                  <a:lnTo>
                    <a:pt x="1077481" y="1580454"/>
                  </a:lnTo>
                  <a:lnTo>
                    <a:pt x="1160364" y="1669737"/>
                  </a:lnTo>
                  <a:lnTo>
                    <a:pt x="1243248" y="1754075"/>
                  </a:lnTo>
                  <a:lnTo>
                    <a:pt x="1326131" y="1833464"/>
                  </a:lnTo>
                  <a:lnTo>
                    <a:pt x="1409014" y="1907948"/>
                  </a:lnTo>
                  <a:lnTo>
                    <a:pt x="1491897" y="1977621"/>
                  </a:lnTo>
                  <a:lnTo>
                    <a:pt x="1574780" y="2042625"/>
                  </a:lnTo>
                  <a:lnTo>
                    <a:pt x="1657664" y="2103136"/>
                  </a:lnTo>
                  <a:lnTo>
                    <a:pt x="1740547" y="2159345"/>
                  </a:lnTo>
                  <a:lnTo>
                    <a:pt x="1823430" y="2211500"/>
                  </a:lnTo>
                  <a:lnTo>
                    <a:pt x="1906313" y="2260087"/>
                  </a:lnTo>
                  <a:lnTo>
                    <a:pt x="1989196" y="2305536"/>
                  </a:lnTo>
                  <a:lnTo>
                    <a:pt x="2072080" y="2348254"/>
                  </a:lnTo>
                  <a:lnTo>
                    <a:pt x="2154963" y="2388685"/>
                  </a:lnTo>
                  <a:lnTo>
                    <a:pt x="2237846" y="2427341"/>
                  </a:lnTo>
                  <a:lnTo>
                    <a:pt x="2320729" y="2464997"/>
                  </a:lnTo>
                  <a:lnTo>
                    <a:pt x="2403612" y="2502499"/>
                  </a:lnTo>
                  <a:lnTo>
                    <a:pt x="2486496" y="2538237"/>
                  </a:lnTo>
                  <a:lnTo>
                    <a:pt x="2569379" y="2571114"/>
                  </a:lnTo>
                  <a:lnTo>
                    <a:pt x="2652262" y="2601144"/>
                  </a:lnTo>
                  <a:lnTo>
                    <a:pt x="2735145" y="2627131"/>
                  </a:lnTo>
                  <a:lnTo>
                    <a:pt x="2818028" y="2648754"/>
                  </a:lnTo>
                  <a:lnTo>
                    <a:pt x="2900912" y="2667567"/>
                  </a:lnTo>
                  <a:lnTo>
                    <a:pt x="2983795" y="2686855"/>
                  </a:lnTo>
                  <a:lnTo>
                    <a:pt x="3066678" y="2706525"/>
                  </a:lnTo>
                  <a:lnTo>
                    <a:pt x="3149561" y="2722927"/>
                  </a:lnTo>
                  <a:lnTo>
                    <a:pt x="3232444" y="2736955"/>
                  </a:lnTo>
                  <a:lnTo>
                    <a:pt x="3315328" y="2751700"/>
                  </a:lnTo>
                  <a:lnTo>
                    <a:pt x="3398211" y="2767117"/>
                  </a:lnTo>
                  <a:lnTo>
                    <a:pt x="3481094" y="2780748"/>
                  </a:lnTo>
                  <a:lnTo>
                    <a:pt x="3563977" y="2792482"/>
                  </a:lnTo>
                  <a:lnTo>
                    <a:pt x="3646860" y="2803193"/>
                  </a:lnTo>
                  <a:lnTo>
                    <a:pt x="3729744" y="2814419"/>
                  </a:lnTo>
                  <a:lnTo>
                    <a:pt x="3812627" y="2825535"/>
                  </a:lnTo>
                  <a:lnTo>
                    <a:pt x="3895510" y="2835549"/>
                  </a:lnTo>
                  <a:lnTo>
                    <a:pt x="3978393" y="2844327"/>
                  </a:lnTo>
                  <a:lnTo>
                    <a:pt x="4061276" y="2851894"/>
                  </a:lnTo>
                  <a:lnTo>
                    <a:pt x="4144160" y="2858433"/>
                  </a:lnTo>
                  <a:lnTo>
                    <a:pt x="4227043" y="2864240"/>
                  </a:lnTo>
                  <a:lnTo>
                    <a:pt x="4309926" y="2869645"/>
                  </a:lnTo>
                  <a:lnTo>
                    <a:pt x="4392809" y="2874446"/>
                  </a:lnTo>
                  <a:lnTo>
                    <a:pt x="4475692" y="2878357"/>
                  </a:lnTo>
                  <a:lnTo>
                    <a:pt x="4558576" y="2881318"/>
                  </a:lnTo>
                  <a:lnTo>
                    <a:pt x="4641459" y="2883233"/>
                  </a:lnTo>
                  <a:lnTo>
                    <a:pt x="4724342" y="2883977"/>
                  </a:lnTo>
                  <a:lnTo>
                    <a:pt x="4807225" y="2883408"/>
                  </a:lnTo>
                  <a:lnTo>
                    <a:pt x="4890108" y="2881378"/>
                  </a:lnTo>
                  <a:lnTo>
                    <a:pt x="4972992" y="2877744"/>
                  </a:lnTo>
                  <a:lnTo>
                    <a:pt x="5055875" y="2872377"/>
                  </a:lnTo>
                  <a:lnTo>
                    <a:pt x="5138758" y="2865170"/>
                  </a:lnTo>
                  <a:lnTo>
                    <a:pt x="5221641" y="2856039"/>
                  </a:lnTo>
                  <a:lnTo>
                    <a:pt x="5304524" y="2844925"/>
                  </a:lnTo>
                  <a:lnTo>
                    <a:pt x="5387408" y="2831794"/>
                  </a:lnTo>
                  <a:lnTo>
                    <a:pt x="5470291" y="2816628"/>
                  </a:lnTo>
                  <a:lnTo>
                    <a:pt x="5553174" y="2799426"/>
                  </a:lnTo>
                  <a:lnTo>
                    <a:pt x="5636057" y="2780197"/>
                  </a:lnTo>
                  <a:lnTo>
                    <a:pt x="5718940" y="2758957"/>
                  </a:lnTo>
                  <a:lnTo>
                    <a:pt x="5801824" y="2735726"/>
                  </a:lnTo>
                  <a:lnTo>
                    <a:pt x="5884707" y="2710526"/>
                  </a:lnTo>
                  <a:lnTo>
                    <a:pt x="5967590" y="2683380"/>
                  </a:lnTo>
                  <a:lnTo>
                    <a:pt x="6015395" y="2666614"/>
                  </a:lnTo>
                  <a:lnTo>
                    <a:pt x="6015395" y="3186469"/>
                  </a:lnTo>
                  <a:lnTo>
                    <a:pt x="5259142" y="3186469"/>
                  </a:lnTo>
                  <a:lnTo>
                    <a:pt x="5221641" y="3180821"/>
                  </a:lnTo>
                  <a:lnTo>
                    <a:pt x="5138758" y="3169149"/>
                  </a:lnTo>
                  <a:lnTo>
                    <a:pt x="5055875" y="3158234"/>
                  </a:lnTo>
                  <a:lnTo>
                    <a:pt x="4972992" y="3147998"/>
                  </a:lnTo>
                  <a:lnTo>
                    <a:pt x="4890108" y="3138335"/>
                  </a:lnTo>
                  <a:lnTo>
                    <a:pt x="4807225" y="3129121"/>
                  </a:lnTo>
                  <a:lnTo>
                    <a:pt x="4724342" y="3120215"/>
                  </a:lnTo>
                  <a:lnTo>
                    <a:pt x="4641459" y="3111474"/>
                  </a:lnTo>
                  <a:lnTo>
                    <a:pt x="4558576" y="3102760"/>
                  </a:lnTo>
                  <a:lnTo>
                    <a:pt x="4475692" y="3093951"/>
                  </a:lnTo>
                  <a:lnTo>
                    <a:pt x="4392809" y="3084953"/>
                  </a:lnTo>
                  <a:lnTo>
                    <a:pt x="4309926" y="3075713"/>
                  </a:lnTo>
                  <a:lnTo>
                    <a:pt x="4227043" y="3066096"/>
                  </a:lnTo>
                  <a:lnTo>
                    <a:pt x="4144160" y="3056004"/>
                  </a:lnTo>
                  <a:lnTo>
                    <a:pt x="4061276" y="3045574"/>
                  </a:lnTo>
                  <a:lnTo>
                    <a:pt x="3978393" y="3034909"/>
                  </a:lnTo>
                  <a:lnTo>
                    <a:pt x="3895510" y="3023999"/>
                  </a:lnTo>
                  <a:lnTo>
                    <a:pt x="3812627" y="3012673"/>
                  </a:lnTo>
                  <a:lnTo>
                    <a:pt x="3729744" y="3000606"/>
                  </a:lnTo>
                  <a:lnTo>
                    <a:pt x="3646860" y="2987449"/>
                  </a:lnTo>
                  <a:lnTo>
                    <a:pt x="3563977" y="2973589"/>
                  </a:lnTo>
                  <a:lnTo>
                    <a:pt x="3481094" y="2959658"/>
                  </a:lnTo>
                  <a:lnTo>
                    <a:pt x="3398211" y="2945571"/>
                  </a:lnTo>
                  <a:lnTo>
                    <a:pt x="3315328" y="2930262"/>
                  </a:lnTo>
                  <a:lnTo>
                    <a:pt x="3232444" y="2913462"/>
                  </a:lnTo>
                  <a:lnTo>
                    <a:pt x="3149561" y="2896875"/>
                  </a:lnTo>
                  <a:lnTo>
                    <a:pt x="3066678" y="2880300"/>
                  </a:lnTo>
                  <a:lnTo>
                    <a:pt x="2983795" y="2861328"/>
                  </a:lnTo>
                  <a:lnTo>
                    <a:pt x="2900912" y="2840660"/>
                  </a:lnTo>
                  <a:lnTo>
                    <a:pt x="2818028" y="2820674"/>
                  </a:lnTo>
                  <a:lnTo>
                    <a:pt x="2735145" y="2800062"/>
                  </a:lnTo>
                  <a:lnTo>
                    <a:pt x="2652262" y="2775779"/>
                  </a:lnTo>
                  <a:lnTo>
                    <a:pt x="2569379" y="2745478"/>
                  </a:lnTo>
                  <a:lnTo>
                    <a:pt x="2486496" y="2712184"/>
                  </a:lnTo>
                  <a:lnTo>
                    <a:pt x="2403612" y="2677619"/>
                  </a:lnTo>
                  <a:lnTo>
                    <a:pt x="2320729" y="2642258"/>
                  </a:lnTo>
                  <a:lnTo>
                    <a:pt x="2237846" y="2605807"/>
                  </a:lnTo>
                  <a:lnTo>
                    <a:pt x="2154963" y="2568350"/>
                  </a:lnTo>
                  <a:lnTo>
                    <a:pt x="2072080" y="2529692"/>
                  </a:lnTo>
                  <a:lnTo>
                    <a:pt x="1989196" y="2489501"/>
                  </a:lnTo>
                  <a:lnTo>
                    <a:pt x="1906313" y="2447377"/>
                  </a:lnTo>
                  <a:lnTo>
                    <a:pt x="1823430" y="2402883"/>
                  </a:lnTo>
                  <a:lnTo>
                    <a:pt x="1740547" y="2355615"/>
                  </a:lnTo>
                  <a:lnTo>
                    <a:pt x="1657664" y="2305692"/>
                  </a:lnTo>
                  <a:lnTo>
                    <a:pt x="1574780" y="2253445"/>
                  </a:lnTo>
                  <a:lnTo>
                    <a:pt x="1491897" y="2199140"/>
                  </a:lnTo>
                  <a:lnTo>
                    <a:pt x="1409014" y="2143031"/>
                  </a:lnTo>
                  <a:lnTo>
                    <a:pt x="1326131" y="2085336"/>
                  </a:lnTo>
                  <a:lnTo>
                    <a:pt x="1243248" y="2026223"/>
                  </a:lnTo>
                  <a:lnTo>
                    <a:pt x="1160364" y="1965813"/>
                  </a:lnTo>
                  <a:lnTo>
                    <a:pt x="1077481" y="1904178"/>
                  </a:lnTo>
                  <a:lnTo>
                    <a:pt x="994598" y="1841359"/>
                  </a:lnTo>
                  <a:lnTo>
                    <a:pt x="911715" y="1777371"/>
                  </a:lnTo>
                  <a:lnTo>
                    <a:pt x="828832" y="1712215"/>
                  </a:lnTo>
                  <a:lnTo>
                    <a:pt x="745948" y="1645887"/>
                  </a:lnTo>
                  <a:lnTo>
                    <a:pt x="663065" y="1578380"/>
                  </a:lnTo>
                  <a:lnTo>
                    <a:pt x="580182" y="1509688"/>
                  </a:lnTo>
                  <a:lnTo>
                    <a:pt x="497299" y="1439808"/>
                  </a:lnTo>
                  <a:lnTo>
                    <a:pt x="414416" y="1368738"/>
                  </a:lnTo>
                  <a:lnTo>
                    <a:pt x="331532" y="1296481"/>
                  </a:lnTo>
                  <a:lnTo>
                    <a:pt x="248649" y="1223045"/>
                  </a:lnTo>
                  <a:lnTo>
                    <a:pt x="165766" y="1148437"/>
                  </a:lnTo>
                  <a:lnTo>
                    <a:pt x="82883" y="1072669"/>
                  </a:lnTo>
                  <a:lnTo>
                    <a:pt x="0" y="99575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72465" y="2191990"/>
              <a:ext cx="6015395" cy="2883977"/>
            </a:xfrm>
            <a:custGeom>
              <a:avLst/>
              <a:pathLst>
                <a:path w="6015395" h="2883977">
                  <a:moveTo>
                    <a:pt x="0" y="0"/>
                  </a:moveTo>
                  <a:lnTo>
                    <a:pt x="82883" y="147308"/>
                  </a:lnTo>
                  <a:lnTo>
                    <a:pt x="165766" y="290579"/>
                  </a:lnTo>
                  <a:lnTo>
                    <a:pt x="248649" y="429751"/>
                  </a:lnTo>
                  <a:lnTo>
                    <a:pt x="331532" y="564758"/>
                  </a:lnTo>
                  <a:lnTo>
                    <a:pt x="414416" y="695535"/>
                  </a:lnTo>
                  <a:lnTo>
                    <a:pt x="497299" y="822012"/>
                  </a:lnTo>
                  <a:lnTo>
                    <a:pt x="580182" y="944114"/>
                  </a:lnTo>
                  <a:lnTo>
                    <a:pt x="663065" y="1061767"/>
                  </a:lnTo>
                  <a:lnTo>
                    <a:pt x="745948" y="1174890"/>
                  </a:lnTo>
                  <a:lnTo>
                    <a:pt x="828832" y="1283402"/>
                  </a:lnTo>
                  <a:lnTo>
                    <a:pt x="911715" y="1387219"/>
                  </a:lnTo>
                  <a:lnTo>
                    <a:pt x="994598" y="1486261"/>
                  </a:lnTo>
                  <a:lnTo>
                    <a:pt x="1077481" y="1580454"/>
                  </a:lnTo>
                  <a:lnTo>
                    <a:pt x="1160364" y="1669737"/>
                  </a:lnTo>
                  <a:lnTo>
                    <a:pt x="1243248" y="1754075"/>
                  </a:lnTo>
                  <a:lnTo>
                    <a:pt x="1326131" y="1833464"/>
                  </a:lnTo>
                  <a:lnTo>
                    <a:pt x="1409014" y="1907948"/>
                  </a:lnTo>
                  <a:lnTo>
                    <a:pt x="1491897" y="1977621"/>
                  </a:lnTo>
                  <a:lnTo>
                    <a:pt x="1574780" y="2042625"/>
                  </a:lnTo>
                  <a:lnTo>
                    <a:pt x="1657664" y="2103136"/>
                  </a:lnTo>
                  <a:lnTo>
                    <a:pt x="1740547" y="2159345"/>
                  </a:lnTo>
                  <a:lnTo>
                    <a:pt x="1823430" y="2211500"/>
                  </a:lnTo>
                  <a:lnTo>
                    <a:pt x="1906313" y="2260087"/>
                  </a:lnTo>
                  <a:lnTo>
                    <a:pt x="1989196" y="2305536"/>
                  </a:lnTo>
                  <a:lnTo>
                    <a:pt x="2072080" y="2348254"/>
                  </a:lnTo>
                  <a:lnTo>
                    <a:pt x="2154963" y="2388685"/>
                  </a:lnTo>
                  <a:lnTo>
                    <a:pt x="2237846" y="2427341"/>
                  </a:lnTo>
                  <a:lnTo>
                    <a:pt x="2320729" y="2464997"/>
                  </a:lnTo>
                  <a:lnTo>
                    <a:pt x="2403612" y="2502499"/>
                  </a:lnTo>
                  <a:lnTo>
                    <a:pt x="2486496" y="2538237"/>
                  </a:lnTo>
                  <a:lnTo>
                    <a:pt x="2569379" y="2571114"/>
                  </a:lnTo>
                  <a:lnTo>
                    <a:pt x="2652262" y="2601144"/>
                  </a:lnTo>
                  <a:lnTo>
                    <a:pt x="2735145" y="2627131"/>
                  </a:lnTo>
                  <a:lnTo>
                    <a:pt x="2818028" y="2648754"/>
                  </a:lnTo>
                  <a:lnTo>
                    <a:pt x="2900912" y="2667567"/>
                  </a:lnTo>
                  <a:lnTo>
                    <a:pt x="2983795" y="2686855"/>
                  </a:lnTo>
                  <a:lnTo>
                    <a:pt x="3066678" y="2706525"/>
                  </a:lnTo>
                  <a:lnTo>
                    <a:pt x="3149561" y="2722927"/>
                  </a:lnTo>
                  <a:lnTo>
                    <a:pt x="3232444" y="2736955"/>
                  </a:lnTo>
                  <a:lnTo>
                    <a:pt x="3315328" y="2751700"/>
                  </a:lnTo>
                  <a:lnTo>
                    <a:pt x="3398211" y="2767117"/>
                  </a:lnTo>
                  <a:lnTo>
                    <a:pt x="3481094" y="2780748"/>
                  </a:lnTo>
                  <a:lnTo>
                    <a:pt x="3563977" y="2792482"/>
                  </a:lnTo>
                  <a:lnTo>
                    <a:pt x="3646860" y="2803193"/>
                  </a:lnTo>
                  <a:lnTo>
                    <a:pt x="3729744" y="2814419"/>
                  </a:lnTo>
                  <a:lnTo>
                    <a:pt x="3812627" y="2825535"/>
                  </a:lnTo>
                  <a:lnTo>
                    <a:pt x="3895510" y="2835549"/>
                  </a:lnTo>
                  <a:lnTo>
                    <a:pt x="3978393" y="2844327"/>
                  </a:lnTo>
                  <a:lnTo>
                    <a:pt x="4061276" y="2851894"/>
                  </a:lnTo>
                  <a:lnTo>
                    <a:pt x="4144160" y="2858433"/>
                  </a:lnTo>
                  <a:lnTo>
                    <a:pt x="4227043" y="2864240"/>
                  </a:lnTo>
                  <a:lnTo>
                    <a:pt x="4309926" y="2869645"/>
                  </a:lnTo>
                  <a:lnTo>
                    <a:pt x="4392809" y="2874446"/>
                  </a:lnTo>
                  <a:lnTo>
                    <a:pt x="4475692" y="2878357"/>
                  </a:lnTo>
                  <a:lnTo>
                    <a:pt x="4558576" y="2881318"/>
                  </a:lnTo>
                  <a:lnTo>
                    <a:pt x="4641459" y="2883233"/>
                  </a:lnTo>
                  <a:lnTo>
                    <a:pt x="4724342" y="2883977"/>
                  </a:lnTo>
                  <a:lnTo>
                    <a:pt x="4807225" y="2883408"/>
                  </a:lnTo>
                  <a:lnTo>
                    <a:pt x="4890108" y="2881378"/>
                  </a:lnTo>
                  <a:lnTo>
                    <a:pt x="4972992" y="2877744"/>
                  </a:lnTo>
                  <a:lnTo>
                    <a:pt x="5055875" y="2872377"/>
                  </a:lnTo>
                  <a:lnTo>
                    <a:pt x="5138758" y="2865170"/>
                  </a:lnTo>
                  <a:lnTo>
                    <a:pt x="5221641" y="2856039"/>
                  </a:lnTo>
                  <a:lnTo>
                    <a:pt x="5304524" y="2844925"/>
                  </a:lnTo>
                  <a:lnTo>
                    <a:pt x="5387408" y="2831794"/>
                  </a:lnTo>
                  <a:lnTo>
                    <a:pt x="5470291" y="2816628"/>
                  </a:lnTo>
                  <a:lnTo>
                    <a:pt x="5553174" y="2799426"/>
                  </a:lnTo>
                  <a:lnTo>
                    <a:pt x="5636057" y="2780197"/>
                  </a:lnTo>
                  <a:lnTo>
                    <a:pt x="5718940" y="2758957"/>
                  </a:lnTo>
                  <a:lnTo>
                    <a:pt x="5801824" y="2735726"/>
                  </a:lnTo>
                  <a:lnTo>
                    <a:pt x="5884707" y="2710526"/>
                  </a:lnTo>
                  <a:lnTo>
                    <a:pt x="5967590" y="2683380"/>
                  </a:lnTo>
                  <a:lnTo>
                    <a:pt x="6015395" y="26666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72465" y="3187746"/>
              <a:ext cx="5259142" cy="2190713"/>
            </a:xfrm>
            <a:custGeom>
              <a:avLst/>
              <a:pathLst>
                <a:path w="5259142" h="2190713">
                  <a:moveTo>
                    <a:pt x="5259142" y="2190713"/>
                  </a:moveTo>
                  <a:lnTo>
                    <a:pt x="5221641" y="2185065"/>
                  </a:lnTo>
                  <a:lnTo>
                    <a:pt x="5138758" y="2173393"/>
                  </a:lnTo>
                  <a:lnTo>
                    <a:pt x="5055875" y="2162479"/>
                  </a:lnTo>
                  <a:lnTo>
                    <a:pt x="4972992" y="2152242"/>
                  </a:lnTo>
                  <a:lnTo>
                    <a:pt x="4890108" y="2142579"/>
                  </a:lnTo>
                  <a:lnTo>
                    <a:pt x="4807225" y="2133365"/>
                  </a:lnTo>
                  <a:lnTo>
                    <a:pt x="4724342" y="2124460"/>
                  </a:lnTo>
                  <a:lnTo>
                    <a:pt x="4641459" y="2115719"/>
                  </a:lnTo>
                  <a:lnTo>
                    <a:pt x="4558576" y="2107004"/>
                  </a:lnTo>
                  <a:lnTo>
                    <a:pt x="4475692" y="2098195"/>
                  </a:lnTo>
                  <a:lnTo>
                    <a:pt x="4392809" y="2089198"/>
                  </a:lnTo>
                  <a:lnTo>
                    <a:pt x="4309926" y="2079957"/>
                  </a:lnTo>
                  <a:lnTo>
                    <a:pt x="4227043" y="2070341"/>
                  </a:lnTo>
                  <a:lnTo>
                    <a:pt x="4144160" y="2060249"/>
                  </a:lnTo>
                  <a:lnTo>
                    <a:pt x="4061276" y="2049819"/>
                  </a:lnTo>
                  <a:lnTo>
                    <a:pt x="3978393" y="2039154"/>
                  </a:lnTo>
                  <a:lnTo>
                    <a:pt x="3895510" y="2028243"/>
                  </a:lnTo>
                  <a:lnTo>
                    <a:pt x="3812627" y="2016918"/>
                  </a:lnTo>
                  <a:lnTo>
                    <a:pt x="3729744" y="2004851"/>
                  </a:lnTo>
                  <a:lnTo>
                    <a:pt x="3646860" y="1991693"/>
                  </a:lnTo>
                  <a:lnTo>
                    <a:pt x="3563977" y="1977833"/>
                  </a:lnTo>
                  <a:lnTo>
                    <a:pt x="3481094" y="1963902"/>
                  </a:lnTo>
                  <a:lnTo>
                    <a:pt x="3398211" y="1949815"/>
                  </a:lnTo>
                  <a:lnTo>
                    <a:pt x="3315328" y="1934506"/>
                  </a:lnTo>
                  <a:lnTo>
                    <a:pt x="3232444" y="1917706"/>
                  </a:lnTo>
                  <a:lnTo>
                    <a:pt x="3149561" y="1901119"/>
                  </a:lnTo>
                  <a:lnTo>
                    <a:pt x="3066678" y="1884544"/>
                  </a:lnTo>
                  <a:lnTo>
                    <a:pt x="2983795" y="1865572"/>
                  </a:lnTo>
                  <a:lnTo>
                    <a:pt x="2900912" y="1844904"/>
                  </a:lnTo>
                  <a:lnTo>
                    <a:pt x="2818028" y="1824919"/>
                  </a:lnTo>
                  <a:lnTo>
                    <a:pt x="2735145" y="1804307"/>
                  </a:lnTo>
                  <a:lnTo>
                    <a:pt x="2652262" y="1780023"/>
                  </a:lnTo>
                  <a:lnTo>
                    <a:pt x="2569379" y="1749722"/>
                  </a:lnTo>
                  <a:lnTo>
                    <a:pt x="2486496" y="1716428"/>
                  </a:lnTo>
                  <a:lnTo>
                    <a:pt x="2403612" y="1681864"/>
                  </a:lnTo>
                  <a:lnTo>
                    <a:pt x="2320729" y="1646502"/>
                  </a:lnTo>
                  <a:lnTo>
                    <a:pt x="2237846" y="1610051"/>
                  </a:lnTo>
                  <a:lnTo>
                    <a:pt x="2154963" y="1572595"/>
                  </a:lnTo>
                  <a:lnTo>
                    <a:pt x="2072080" y="1533937"/>
                  </a:lnTo>
                  <a:lnTo>
                    <a:pt x="1989196" y="1493746"/>
                  </a:lnTo>
                  <a:lnTo>
                    <a:pt x="1906313" y="1451622"/>
                  </a:lnTo>
                  <a:lnTo>
                    <a:pt x="1823430" y="1407127"/>
                  </a:lnTo>
                  <a:lnTo>
                    <a:pt x="1740547" y="1359860"/>
                  </a:lnTo>
                  <a:lnTo>
                    <a:pt x="1657664" y="1309936"/>
                  </a:lnTo>
                  <a:lnTo>
                    <a:pt x="1574780" y="1257689"/>
                  </a:lnTo>
                  <a:lnTo>
                    <a:pt x="1491897" y="1203384"/>
                  </a:lnTo>
                  <a:lnTo>
                    <a:pt x="1409014" y="1147276"/>
                  </a:lnTo>
                  <a:lnTo>
                    <a:pt x="1326131" y="1089580"/>
                  </a:lnTo>
                  <a:lnTo>
                    <a:pt x="1243248" y="1030468"/>
                  </a:lnTo>
                  <a:lnTo>
                    <a:pt x="1160364" y="970057"/>
                  </a:lnTo>
                  <a:lnTo>
                    <a:pt x="1077481" y="908423"/>
                  </a:lnTo>
                  <a:lnTo>
                    <a:pt x="994598" y="845603"/>
                  </a:lnTo>
                  <a:lnTo>
                    <a:pt x="911715" y="781615"/>
                  </a:lnTo>
                  <a:lnTo>
                    <a:pt x="828832" y="716459"/>
                  </a:lnTo>
                  <a:lnTo>
                    <a:pt x="745948" y="650132"/>
                  </a:lnTo>
                  <a:lnTo>
                    <a:pt x="663065" y="582625"/>
                  </a:lnTo>
                  <a:lnTo>
                    <a:pt x="580182" y="513933"/>
                  </a:lnTo>
                  <a:lnTo>
                    <a:pt x="497299" y="444052"/>
                  </a:lnTo>
                  <a:lnTo>
                    <a:pt x="414416" y="372982"/>
                  </a:lnTo>
                  <a:lnTo>
                    <a:pt x="331532" y="300726"/>
                  </a:lnTo>
                  <a:lnTo>
                    <a:pt x="248649" y="227289"/>
                  </a:lnTo>
                  <a:lnTo>
                    <a:pt x="165766" y="152681"/>
                  </a:lnTo>
                  <a:lnTo>
                    <a:pt x="82883" y="769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72465" y="2689868"/>
              <a:ext cx="6015395" cy="2521336"/>
            </a:xfrm>
            <a:custGeom>
              <a:avLst/>
              <a:pathLst>
                <a:path w="6015395" h="2521336">
                  <a:moveTo>
                    <a:pt x="0" y="0"/>
                  </a:moveTo>
                  <a:lnTo>
                    <a:pt x="82883" y="112111"/>
                  </a:lnTo>
                  <a:lnTo>
                    <a:pt x="165766" y="221630"/>
                  </a:lnTo>
                  <a:lnTo>
                    <a:pt x="248649" y="328520"/>
                  </a:lnTo>
                  <a:lnTo>
                    <a:pt x="331532" y="432742"/>
                  </a:lnTo>
                  <a:lnTo>
                    <a:pt x="414416" y="534259"/>
                  </a:lnTo>
                  <a:lnTo>
                    <a:pt x="497299" y="633032"/>
                  </a:lnTo>
                  <a:lnTo>
                    <a:pt x="580182" y="729024"/>
                  </a:lnTo>
                  <a:lnTo>
                    <a:pt x="663065" y="822196"/>
                  </a:lnTo>
                  <a:lnTo>
                    <a:pt x="745948" y="912511"/>
                  </a:lnTo>
                  <a:lnTo>
                    <a:pt x="828832" y="999931"/>
                  </a:lnTo>
                  <a:lnTo>
                    <a:pt x="911715" y="1084417"/>
                  </a:lnTo>
                  <a:lnTo>
                    <a:pt x="994598" y="1165932"/>
                  </a:lnTo>
                  <a:lnTo>
                    <a:pt x="1077481" y="1244438"/>
                  </a:lnTo>
                  <a:lnTo>
                    <a:pt x="1160364" y="1319897"/>
                  </a:lnTo>
                  <a:lnTo>
                    <a:pt x="1243248" y="1392271"/>
                  </a:lnTo>
                  <a:lnTo>
                    <a:pt x="1326131" y="1461522"/>
                  </a:lnTo>
                  <a:lnTo>
                    <a:pt x="1409014" y="1527612"/>
                  </a:lnTo>
                  <a:lnTo>
                    <a:pt x="1491897" y="1590503"/>
                  </a:lnTo>
                  <a:lnTo>
                    <a:pt x="1574780" y="1650157"/>
                  </a:lnTo>
                  <a:lnTo>
                    <a:pt x="1657664" y="1706536"/>
                  </a:lnTo>
                  <a:lnTo>
                    <a:pt x="1740547" y="1759602"/>
                  </a:lnTo>
                  <a:lnTo>
                    <a:pt x="1823430" y="1809313"/>
                  </a:lnTo>
                  <a:lnTo>
                    <a:pt x="1906313" y="1855854"/>
                  </a:lnTo>
                  <a:lnTo>
                    <a:pt x="1989196" y="1899641"/>
                  </a:lnTo>
                  <a:lnTo>
                    <a:pt x="2072080" y="1941096"/>
                  </a:lnTo>
                  <a:lnTo>
                    <a:pt x="2154963" y="1980640"/>
                  </a:lnTo>
                  <a:lnTo>
                    <a:pt x="2237846" y="2018696"/>
                  </a:lnTo>
                  <a:lnTo>
                    <a:pt x="2320729" y="2055749"/>
                  </a:lnTo>
                  <a:lnTo>
                    <a:pt x="2403612" y="2092181"/>
                  </a:lnTo>
                  <a:lnTo>
                    <a:pt x="2486496" y="2127332"/>
                  </a:lnTo>
                  <a:lnTo>
                    <a:pt x="2569379" y="2160418"/>
                  </a:lnTo>
                  <a:lnTo>
                    <a:pt x="2652262" y="2190584"/>
                  </a:lnTo>
                  <a:lnTo>
                    <a:pt x="2735145" y="2215719"/>
                  </a:lnTo>
                  <a:lnTo>
                    <a:pt x="2818028" y="2236837"/>
                  </a:lnTo>
                  <a:lnTo>
                    <a:pt x="2900912" y="2256236"/>
                  </a:lnTo>
                  <a:lnTo>
                    <a:pt x="2983795" y="2276214"/>
                  </a:lnTo>
                  <a:lnTo>
                    <a:pt x="3066678" y="2295535"/>
                  </a:lnTo>
                  <a:lnTo>
                    <a:pt x="3149561" y="2312023"/>
                  </a:lnTo>
                  <a:lnTo>
                    <a:pt x="3232444" y="2327331"/>
                  </a:lnTo>
                  <a:lnTo>
                    <a:pt x="3315328" y="2343103"/>
                  </a:lnTo>
                  <a:lnTo>
                    <a:pt x="3398211" y="2358466"/>
                  </a:lnTo>
                  <a:lnTo>
                    <a:pt x="3481094" y="2372325"/>
                  </a:lnTo>
                  <a:lnTo>
                    <a:pt x="3563977" y="2385158"/>
                  </a:lnTo>
                  <a:lnTo>
                    <a:pt x="3646860" y="2397443"/>
                  </a:lnTo>
                  <a:lnTo>
                    <a:pt x="3729744" y="2409635"/>
                  </a:lnTo>
                  <a:lnTo>
                    <a:pt x="3812627" y="2421226"/>
                  </a:lnTo>
                  <a:lnTo>
                    <a:pt x="3895510" y="2431896"/>
                  </a:lnTo>
                  <a:lnTo>
                    <a:pt x="3978393" y="2441740"/>
                  </a:lnTo>
                  <a:lnTo>
                    <a:pt x="4061276" y="2450856"/>
                  </a:lnTo>
                  <a:lnTo>
                    <a:pt x="4144160" y="2459341"/>
                  </a:lnTo>
                  <a:lnTo>
                    <a:pt x="4227043" y="2467290"/>
                  </a:lnTo>
                  <a:lnTo>
                    <a:pt x="4309926" y="2474801"/>
                  </a:lnTo>
                  <a:lnTo>
                    <a:pt x="4392809" y="2481822"/>
                  </a:lnTo>
                  <a:lnTo>
                    <a:pt x="4475692" y="2488276"/>
                  </a:lnTo>
                  <a:lnTo>
                    <a:pt x="4558576" y="2494161"/>
                  </a:lnTo>
                  <a:lnTo>
                    <a:pt x="4641459" y="2499476"/>
                  </a:lnTo>
                  <a:lnTo>
                    <a:pt x="4724342" y="2504218"/>
                  </a:lnTo>
                  <a:lnTo>
                    <a:pt x="4807225" y="2508386"/>
                  </a:lnTo>
                  <a:lnTo>
                    <a:pt x="4890108" y="2511979"/>
                  </a:lnTo>
                  <a:lnTo>
                    <a:pt x="4972992" y="2514993"/>
                  </a:lnTo>
                  <a:lnTo>
                    <a:pt x="5055875" y="2517428"/>
                  </a:lnTo>
                  <a:lnTo>
                    <a:pt x="5138758" y="2519281"/>
                  </a:lnTo>
                  <a:lnTo>
                    <a:pt x="5221641" y="2520552"/>
                  </a:lnTo>
                  <a:lnTo>
                    <a:pt x="5304524" y="2521237"/>
                  </a:lnTo>
                  <a:lnTo>
                    <a:pt x="5387408" y="2521336"/>
                  </a:lnTo>
                  <a:lnTo>
                    <a:pt x="5470291" y="2520845"/>
                  </a:lnTo>
                  <a:lnTo>
                    <a:pt x="5553174" y="2519765"/>
                  </a:lnTo>
                  <a:lnTo>
                    <a:pt x="5636057" y="2518092"/>
                  </a:lnTo>
                  <a:lnTo>
                    <a:pt x="5718940" y="2515825"/>
                  </a:lnTo>
                  <a:lnTo>
                    <a:pt x="5801824" y="2512962"/>
                  </a:lnTo>
                  <a:lnTo>
                    <a:pt x="5884707" y="2509502"/>
                  </a:lnTo>
                  <a:lnTo>
                    <a:pt x="5967590" y="2505442"/>
                  </a:lnTo>
                  <a:lnTo>
                    <a:pt x="6015395" y="250275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072465" y="1367948"/>
              <a:ext cx="6015395" cy="4010511"/>
            </a:xfrm>
            <a:custGeom>
              <a:avLst/>
              <a:pathLst>
                <a:path w="6015395" h="4010511">
                  <a:moveTo>
                    <a:pt x="275382" y="0"/>
                  </a:moveTo>
                  <a:lnTo>
                    <a:pt x="331532" y="123141"/>
                  </a:lnTo>
                  <a:lnTo>
                    <a:pt x="414416" y="299299"/>
                  </a:lnTo>
                  <a:lnTo>
                    <a:pt x="497299" y="469800"/>
                  </a:lnTo>
                  <a:lnTo>
                    <a:pt x="580182" y="634592"/>
                  </a:lnTo>
                  <a:lnTo>
                    <a:pt x="663065" y="793619"/>
                  </a:lnTo>
                  <a:lnTo>
                    <a:pt x="745948" y="946820"/>
                  </a:lnTo>
                  <a:lnTo>
                    <a:pt x="828832" y="1094131"/>
                  </a:lnTo>
                  <a:lnTo>
                    <a:pt x="911715" y="1235487"/>
                  </a:lnTo>
                  <a:lnTo>
                    <a:pt x="994598" y="1370826"/>
                  </a:lnTo>
                  <a:lnTo>
                    <a:pt x="1077481" y="1500094"/>
                  </a:lnTo>
                  <a:lnTo>
                    <a:pt x="1160364" y="1623256"/>
                  </a:lnTo>
                  <a:lnTo>
                    <a:pt x="1243248" y="1740312"/>
                  </a:lnTo>
                  <a:lnTo>
                    <a:pt x="1326131" y="1851305"/>
                  </a:lnTo>
                  <a:lnTo>
                    <a:pt x="1409014" y="1956341"/>
                  </a:lnTo>
                  <a:lnTo>
                    <a:pt x="1491897" y="2055596"/>
                  </a:lnTo>
                  <a:lnTo>
                    <a:pt x="1574780" y="2149310"/>
                  </a:lnTo>
                  <a:lnTo>
                    <a:pt x="1657664" y="2237770"/>
                  </a:lnTo>
                  <a:lnTo>
                    <a:pt x="1740547" y="2321285"/>
                  </a:lnTo>
                  <a:lnTo>
                    <a:pt x="1823430" y="2400163"/>
                  </a:lnTo>
                  <a:lnTo>
                    <a:pt x="1906313" y="2474685"/>
                  </a:lnTo>
                  <a:lnTo>
                    <a:pt x="1989196" y="2544998"/>
                  </a:lnTo>
                  <a:lnTo>
                    <a:pt x="2072080" y="2611220"/>
                  </a:lnTo>
                  <a:lnTo>
                    <a:pt x="2154963" y="2673518"/>
                  </a:lnTo>
                  <a:lnTo>
                    <a:pt x="2237846" y="2732153"/>
                  </a:lnTo>
                  <a:lnTo>
                    <a:pt x="2320729" y="2787268"/>
                  </a:lnTo>
                  <a:lnTo>
                    <a:pt x="2403612" y="2837677"/>
                  </a:lnTo>
                  <a:lnTo>
                    <a:pt x="2486496" y="2883204"/>
                  </a:lnTo>
                  <a:lnTo>
                    <a:pt x="2569379" y="2925056"/>
                  </a:lnTo>
                  <a:lnTo>
                    <a:pt x="2652262" y="2965842"/>
                  </a:lnTo>
                  <a:lnTo>
                    <a:pt x="2735145" y="3002878"/>
                  </a:lnTo>
                  <a:lnTo>
                    <a:pt x="2818028" y="3034496"/>
                  </a:lnTo>
                  <a:lnTo>
                    <a:pt x="2900912" y="3062711"/>
                  </a:lnTo>
                  <a:lnTo>
                    <a:pt x="2983795" y="3091898"/>
                  </a:lnTo>
                  <a:lnTo>
                    <a:pt x="3066678" y="3121336"/>
                  </a:lnTo>
                  <a:lnTo>
                    <a:pt x="3149561" y="3146004"/>
                  </a:lnTo>
                  <a:lnTo>
                    <a:pt x="3232444" y="3167968"/>
                  </a:lnTo>
                  <a:lnTo>
                    <a:pt x="3315328" y="3192271"/>
                  </a:lnTo>
                  <a:lnTo>
                    <a:pt x="3398211" y="3217868"/>
                  </a:lnTo>
                  <a:lnTo>
                    <a:pt x="3481094" y="3240794"/>
                  </a:lnTo>
                  <a:lnTo>
                    <a:pt x="3563977" y="3261628"/>
                  </a:lnTo>
                  <a:lnTo>
                    <a:pt x="3646860" y="3282286"/>
                  </a:lnTo>
                  <a:lnTo>
                    <a:pt x="3729744" y="3305556"/>
                  </a:lnTo>
                  <a:lnTo>
                    <a:pt x="3812627" y="3329723"/>
                  </a:lnTo>
                  <a:lnTo>
                    <a:pt x="3895510" y="3352791"/>
                  </a:lnTo>
                  <a:lnTo>
                    <a:pt x="3978393" y="3374580"/>
                  </a:lnTo>
                  <a:lnTo>
                    <a:pt x="4061276" y="3395124"/>
                  </a:lnTo>
                  <a:lnTo>
                    <a:pt x="4144160" y="3414672"/>
                  </a:lnTo>
                  <a:lnTo>
                    <a:pt x="4227043" y="3433628"/>
                  </a:lnTo>
                  <a:lnTo>
                    <a:pt x="4309926" y="3452439"/>
                  </a:lnTo>
                  <a:lnTo>
                    <a:pt x="4392809" y="3470588"/>
                  </a:lnTo>
                  <a:lnTo>
                    <a:pt x="4475692" y="3487522"/>
                  </a:lnTo>
                  <a:lnTo>
                    <a:pt x="4558576" y="3503168"/>
                  </a:lnTo>
                  <a:lnTo>
                    <a:pt x="4641459" y="3517400"/>
                  </a:lnTo>
                  <a:lnTo>
                    <a:pt x="4724342" y="3530057"/>
                  </a:lnTo>
                  <a:lnTo>
                    <a:pt x="4807225" y="3540952"/>
                  </a:lnTo>
                  <a:lnTo>
                    <a:pt x="4890108" y="3549890"/>
                  </a:lnTo>
                  <a:lnTo>
                    <a:pt x="4972992" y="3556685"/>
                  </a:lnTo>
                  <a:lnTo>
                    <a:pt x="5055875" y="3561168"/>
                  </a:lnTo>
                  <a:lnTo>
                    <a:pt x="5138758" y="3563198"/>
                  </a:lnTo>
                  <a:lnTo>
                    <a:pt x="5221641" y="3562670"/>
                  </a:lnTo>
                  <a:lnTo>
                    <a:pt x="5304524" y="3559511"/>
                  </a:lnTo>
                  <a:lnTo>
                    <a:pt x="5387408" y="3553681"/>
                  </a:lnTo>
                  <a:lnTo>
                    <a:pt x="5470291" y="3545162"/>
                  </a:lnTo>
                  <a:lnTo>
                    <a:pt x="5553174" y="3533961"/>
                  </a:lnTo>
                  <a:lnTo>
                    <a:pt x="5636057" y="3520095"/>
                  </a:lnTo>
                  <a:lnTo>
                    <a:pt x="5718940" y="3503594"/>
                  </a:lnTo>
                  <a:lnTo>
                    <a:pt x="5801824" y="3484491"/>
                  </a:lnTo>
                  <a:lnTo>
                    <a:pt x="5884707" y="3462825"/>
                  </a:lnTo>
                  <a:lnTo>
                    <a:pt x="5967590" y="3438634"/>
                  </a:lnTo>
                  <a:lnTo>
                    <a:pt x="6015395" y="3423246"/>
                  </a:lnTo>
                  <a:lnTo>
                    <a:pt x="6015395" y="4010511"/>
                  </a:lnTo>
                  <a:lnTo>
                    <a:pt x="5239233" y="4010511"/>
                  </a:lnTo>
                  <a:lnTo>
                    <a:pt x="5221641" y="4004369"/>
                  </a:lnTo>
                  <a:lnTo>
                    <a:pt x="5138758" y="3976605"/>
                  </a:lnTo>
                  <a:lnTo>
                    <a:pt x="5055875" y="3949929"/>
                  </a:lnTo>
                  <a:lnTo>
                    <a:pt x="4972992" y="3924227"/>
                  </a:lnTo>
                  <a:lnTo>
                    <a:pt x="4890108" y="3899349"/>
                  </a:lnTo>
                  <a:lnTo>
                    <a:pt x="4807225" y="3875118"/>
                  </a:lnTo>
                  <a:lnTo>
                    <a:pt x="4724342" y="3851339"/>
                  </a:lnTo>
                  <a:lnTo>
                    <a:pt x="4641459" y="3827806"/>
                  </a:lnTo>
                  <a:lnTo>
                    <a:pt x="4558576" y="3804326"/>
                  </a:lnTo>
                  <a:lnTo>
                    <a:pt x="4475692" y="3780727"/>
                  </a:lnTo>
                  <a:lnTo>
                    <a:pt x="4392809" y="3756875"/>
                  </a:lnTo>
                  <a:lnTo>
                    <a:pt x="4309926" y="3732688"/>
                  </a:lnTo>
                  <a:lnTo>
                    <a:pt x="4227043" y="3708149"/>
                  </a:lnTo>
                  <a:lnTo>
                    <a:pt x="4144160" y="3683366"/>
                  </a:lnTo>
                  <a:lnTo>
                    <a:pt x="4061276" y="3658527"/>
                  </a:lnTo>
                  <a:lnTo>
                    <a:pt x="3978393" y="3633770"/>
                  </a:lnTo>
                  <a:lnTo>
                    <a:pt x="3895510" y="3609081"/>
                  </a:lnTo>
                  <a:lnTo>
                    <a:pt x="3812627" y="3584229"/>
                  </a:lnTo>
                  <a:lnTo>
                    <a:pt x="3729744" y="3558768"/>
                  </a:lnTo>
                  <a:lnTo>
                    <a:pt x="3646860" y="3532872"/>
                  </a:lnTo>
                  <a:lnTo>
                    <a:pt x="3563977" y="3507931"/>
                  </a:lnTo>
                  <a:lnTo>
                    <a:pt x="3481094" y="3484109"/>
                  </a:lnTo>
                  <a:lnTo>
                    <a:pt x="3398211" y="3460564"/>
                  </a:lnTo>
                  <a:lnTo>
                    <a:pt x="3315328" y="3435114"/>
                  </a:lnTo>
                  <a:lnTo>
                    <a:pt x="3232444" y="3408016"/>
                  </a:lnTo>
                  <a:lnTo>
                    <a:pt x="3149561" y="3382572"/>
                  </a:lnTo>
                  <a:lnTo>
                    <a:pt x="3066678" y="3357667"/>
                  </a:lnTo>
                  <a:lnTo>
                    <a:pt x="2983795" y="3329178"/>
                  </a:lnTo>
                  <a:lnTo>
                    <a:pt x="2900912" y="3298115"/>
                  </a:lnTo>
                  <a:lnTo>
                    <a:pt x="2818028" y="3268305"/>
                  </a:lnTo>
                  <a:lnTo>
                    <a:pt x="2735145" y="3238063"/>
                  </a:lnTo>
                  <a:lnTo>
                    <a:pt x="2652262" y="3203343"/>
                  </a:lnTo>
                  <a:lnTo>
                    <a:pt x="2569379" y="3162188"/>
                  </a:lnTo>
                  <a:lnTo>
                    <a:pt x="2486496" y="3119770"/>
                  </a:lnTo>
                  <a:lnTo>
                    <a:pt x="2403612" y="3075838"/>
                  </a:lnTo>
                  <a:lnTo>
                    <a:pt x="2320729" y="3028341"/>
                  </a:lnTo>
                  <a:lnTo>
                    <a:pt x="2237846" y="2974865"/>
                  </a:lnTo>
                  <a:lnTo>
                    <a:pt x="2154963" y="2917860"/>
                  </a:lnTo>
                  <a:lnTo>
                    <a:pt x="2072080" y="2857973"/>
                  </a:lnTo>
                  <a:lnTo>
                    <a:pt x="1989196" y="2795189"/>
                  </a:lnTo>
                  <a:lnTo>
                    <a:pt x="1906313" y="2729398"/>
                  </a:lnTo>
                  <a:lnTo>
                    <a:pt x="1823430" y="2660441"/>
                  </a:lnTo>
                  <a:lnTo>
                    <a:pt x="1740547" y="2588210"/>
                  </a:lnTo>
                  <a:lnTo>
                    <a:pt x="1657664" y="2513244"/>
                  </a:lnTo>
                  <a:lnTo>
                    <a:pt x="1574780" y="2436022"/>
                  </a:lnTo>
                  <a:lnTo>
                    <a:pt x="1491897" y="2356859"/>
                  </a:lnTo>
                  <a:lnTo>
                    <a:pt x="1409014" y="2276051"/>
                  </a:lnTo>
                  <a:lnTo>
                    <a:pt x="1326131" y="2193848"/>
                  </a:lnTo>
                  <a:lnTo>
                    <a:pt x="1243248" y="2110431"/>
                  </a:lnTo>
                  <a:lnTo>
                    <a:pt x="1160364" y="2025916"/>
                  </a:lnTo>
                  <a:lnTo>
                    <a:pt x="1077481" y="1940355"/>
                  </a:lnTo>
                  <a:lnTo>
                    <a:pt x="994598" y="1853755"/>
                  </a:lnTo>
                  <a:lnTo>
                    <a:pt x="911715" y="1766089"/>
                  </a:lnTo>
                  <a:lnTo>
                    <a:pt x="828832" y="1677312"/>
                  </a:lnTo>
                  <a:lnTo>
                    <a:pt x="745948" y="1587371"/>
                  </a:lnTo>
                  <a:lnTo>
                    <a:pt x="663065" y="1496207"/>
                  </a:lnTo>
                  <a:lnTo>
                    <a:pt x="580182" y="1403766"/>
                  </a:lnTo>
                  <a:lnTo>
                    <a:pt x="497299" y="1309995"/>
                  </a:lnTo>
                  <a:lnTo>
                    <a:pt x="414416" y="1214846"/>
                  </a:lnTo>
                  <a:lnTo>
                    <a:pt x="331532" y="1118275"/>
                  </a:lnTo>
                  <a:lnTo>
                    <a:pt x="248649" y="1020243"/>
                  </a:lnTo>
                  <a:lnTo>
                    <a:pt x="165766" y="920715"/>
                  </a:lnTo>
                  <a:lnTo>
                    <a:pt x="82883" y="819659"/>
                  </a:lnTo>
                  <a:lnTo>
                    <a:pt x="0" y="71704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347847" y="1367948"/>
              <a:ext cx="5740013" cy="3563198"/>
            </a:xfrm>
            <a:custGeom>
              <a:avLst/>
              <a:pathLst>
                <a:path w="5740013" h="3563198">
                  <a:moveTo>
                    <a:pt x="0" y="0"/>
                  </a:moveTo>
                  <a:lnTo>
                    <a:pt x="56150" y="123141"/>
                  </a:lnTo>
                  <a:lnTo>
                    <a:pt x="139033" y="299299"/>
                  </a:lnTo>
                  <a:lnTo>
                    <a:pt x="221916" y="469800"/>
                  </a:lnTo>
                  <a:lnTo>
                    <a:pt x="304799" y="634592"/>
                  </a:lnTo>
                  <a:lnTo>
                    <a:pt x="387683" y="793619"/>
                  </a:lnTo>
                  <a:lnTo>
                    <a:pt x="470566" y="946820"/>
                  </a:lnTo>
                  <a:lnTo>
                    <a:pt x="553449" y="1094131"/>
                  </a:lnTo>
                  <a:lnTo>
                    <a:pt x="636332" y="1235487"/>
                  </a:lnTo>
                  <a:lnTo>
                    <a:pt x="719215" y="1370826"/>
                  </a:lnTo>
                  <a:lnTo>
                    <a:pt x="802099" y="1500094"/>
                  </a:lnTo>
                  <a:lnTo>
                    <a:pt x="884982" y="1623256"/>
                  </a:lnTo>
                  <a:lnTo>
                    <a:pt x="967865" y="1740312"/>
                  </a:lnTo>
                  <a:lnTo>
                    <a:pt x="1050748" y="1851305"/>
                  </a:lnTo>
                  <a:lnTo>
                    <a:pt x="1133631" y="1956341"/>
                  </a:lnTo>
                  <a:lnTo>
                    <a:pt x="1216515" y="2055596"/>
                  </a:lnTo>
                  <a:lnTo>
                    <a:pt x="1299398" y="2149310"/>
                  </a:lnTo>
                  <a:lnTo>
                    <a:pt x="1382281" y="2237770"/>
                  </a:lnTo>
                  <a:lnTo>
                    <a:pt x="1465164" y="2321285"/>
                  </a:lnTo>
                  <a:lnTo>
                    <a:pt x="1548048" y="2400163"/>
                  </a:lnTo>
                  <a:lnTo>
                    <a:pt x="1630931" y="2474685"/>
                  </a:lnTo>
                  <a:lnTo>
                    <a:pt x="1713814" y="2544998"/>
                  </a:lnTo>
                  <a:lnTo>
                    <a:pt x="1796697" y="2611220"/>
                  </a:lnTo>
                  <a:lnTo>
                    <a:pt x="1879580" y="2673518"/>
                  </a:lnTo>
                  <a:lnTo>
                    <a:pt x="1962464" y="2732153"/>
                  </a:lnTo>
                  <a:lnTo>
                    <a:pt x="2045347" y="2787268"/>
                  </a:lnTo>
                  <a:lnTo>
                    <a:pt x="2128230" y="2837677"/>
                  </a:lnTo>
                  <a:lnTo>
                    <a:pt x="2211113" y="2883204"/>
                  </a:lnTo>
                  <a:lnTo>
                    <a:pt x="2293996" y="2925056"/>
                  </a:lnTo>
                  <a:lnTo>
                    <a:pt x="2376880" y="2965842"/>
                  </a:lnTo>
                  <a:lnTo>
                    <a:pt x="2459763" y="3002878"/>
                  </a:lnTo>
                  <a:lnTo>
                    <a:pt x="2542646" y="3034496"/>
                  </a:lnTo>
                  <a:lnTo>
                    <a:pt x="2625529" y="3062711"/>
                  </a:lnTo>
                  <a:lnTo>
                    <a:pt x="2708412" y="3091898"/>
                  </a:lnTo>
                  <a:lnTo>
                    <a:pt x="2791296" y="3121336"/>
                  </a:lnTo>
                  <a:lnTo>
                    <a:pt x="2874179" y="3146004"/>
                  </a:lnTo>
                  <a:lnTo>
                    <a:pt x="2957062" y="3167968"/>
                  </a:lnTo>
                  <a:lnTo>
                    <a:pt x="3039945" y="3192271"/>
                  </a:lnTo>
                  <a:lnTo>
                    <a:pt x="3122828" y="3217868"/>
                  </a:lnTo>
                  <a:lnTo>
                    <a:pt x="3205712" y="3240794"/>
                  </a:lnTo>
                  <a:lnTo>
                    <a:pt x="3288595" y="3261628"/>
                  </a:lnTo>
                  <a:lnTo>
                    <a:pt x="3371478" y="3282286"/>
                  </a:lnTo>
                  <a:lnTo>
                    <a:pt x="3454361" y="3305556"/>
                  </a:lnTo>
                  <a:lnTo>
                    <a:pt x="3537244" y="3329723"/>
                  </a:lnTo>
                  <a:lnTo>
                    <a:pt x="3620128" y="3352791"/>
                  </a:lnTo>
                  <a:lnTo>
                    <a:pt x="3703011" y="3374580"/>
                  </a:lnTo>
                  <a:lnTo>
                    <a:pt x="3785894" y="3395124"/>
                  </a:lnTo>
                  <a:lnTo>
                    <a:pt x="3868777" y="3414672"/>
                  </a:lnTo>
                  <a:lnTo>
                    <a:pt x="3951660" y="3433628"/>
                  </a:lnTo>
                  <a:lnTo>
                    <a:pt x="4034544" y="3452439"/>
                  </a:lnTo>
                  <a:lnTo>
                    <a:pt x="4117427" y="3470588"/>
                  </a:lnTo>
                  <a:lnTo>
                    <a:pt x="4200310" y="3487522"/>
                  </a:lnTo>
                  <a:lnTo>
                    <a:pt x="4283193" y="3503168"/>
                  </a:lnTo>
                  <a:lnTo>
                    <a:pt x="4366076" y="3517400"/>
                  </a:lnTo>
                  <a:lnTo>
                    <a:pt x="4448960" y="3530057"/>
                  </a:lnTo>
                  <a:lnTo>
                    <a:pt x="4531843" y="3540952"/>
                  </a:lnTo>
                  <a:lnTo>
                    <a:pt x="4614726" y="3549890"/>
                  </a:lnTo>
                  <a:lnTo>
                    <a:pt x="4697609" y="3556685"/>
                  </a:lnTo>
                  <a:lnTo>
                    <a:pt x="4780492" y="3561168"/>
                  </a:lnTo>
                  <a:lnTo>
                    <a:pt x="4863376" y="3563198"/>
                  </a:lnTo>
                  <a:lnTo>
                    <a:pt x="4946259" y="3562670"/>
                  </a:lnTo>
                  <a:lnTo>
                    <a:pt x="5029142" y="3559511"/>
                  </a:lnTo>
                  <a:lnTo>
                    <a:pt x="5112025" y="3553681"/>
                  </a:lnTo>
                  <a:lnTo>
                    <a:pt x="5194908" y="3545162"/>
                  </a:lnTo>
                  <a:lnTo>
                    <a:pt x="5277792" y="3533961"/>
                  </a:lnTo>
                  <a:lnTo>
                    <a:pt x="5360675" y="3520095"/>
                  </a:lnTo>
                  <a:lnTo>
                    <a:pt x="5443558" y="3503594"/>
                  </a:lnTo>
                  <a:lnTo>
                    <a:pt x="5526441" y="3484491"/>
                  </a:lnTo>
                  <a:lnTo>
                    <a:pt x="5609324" y="3462825"/>
                  </a:lnTo>
                  <a:lnTo>
                    <a:pt x="5692208" y="3438634"/>
                  </a:lnTo>
                  <a:lnTo>
                    <a:pt x="5740013" y="34232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072465" y="2084995"/>
              <a:ext cx="5239233" cy="3293464"/>
            </a:xfrm>
            <a:custGeom>
              <a:avLst/>
              <a:pathLst>
                <a:path w="5239233" h="3293464">
                  <a:moveTo>
                    <a:pt x="5239233" y="3293464"/>
                  </a:moveTo>
                  <a:lnTo>
                    <a:pt x="5221641" y="3287323"/>
                  </a:lnTo>
                  <a:lnTo>
                    <a:pt x="5138758" y="3259558"/>
                  </a:lnTo>
                  <a:lnTo>
                    <a:pt x="5055875" y="3232882"/>
                  </a:lnTo>
                  <a:lnTo>
                    <a:pt x="4972992" y="3207180"/>
                  </a:lnTo>
                  <a:lnTo>
                    <a:pt x="4890108" y="3182302"/>
                  </a:lnTo>
                  <a:lnTo>
                    <a:pt x="4807225" y="3158072"/>
                  </a:lnTo>
                  <a:lnTo>
                    <a:pt x="4724342" y="3134292"/>
                  </a:lnTo>
                  <a:lnTo>
                    <a:pt x="4641459" y="3110759"/>
                  </a:lnTo>
                  <a:lnTo>
                    <a:pt x="4558576" y="3087279"/>
                  </a:lnTo>
                  <a:lnTo>
                    <a:pt x="4475692" y="3063680"/>
                  </a:lnTo>
                  <a:lnTo>
                    <a:pt x="4392809" y="3039828"/>
                  </a:lnTo>
                  <a:lnTo>
                    <a:pt x="4309926" y="3015641"/>
                  </a:lnTo>
                  <a:lnTo>
                    <a:pt x="4227043" y="2991103"/>
                  </a:lnTo>
                  <a:lnTo>
                    <a:pt x="4144160" y="2966319"/>
                  </a:lnTo>
                  <a:lnTo>
                    <a:pt x="4061276" y="2941480"/>
                  </a:lnTo>
                  <a:lnTo>
                    <a:pt x="3978393" y="2916723"/>
                  </a:lnTo>
                  <a:lnTo>
                    <a:pt x="3895510" y="2892034"/>
                  </a:lnTo>
                  <a:lnTo>
                    <a:pt x="3812627" y="2867182"/>
                  </a:lnTo>
                  <a:lnTo>
                    <a:pt x="3729744" y="2841721"/>
                  </a:lnTo>
                  <a:lnTo>
                    <a:pt x="3646860" y="2815825"/>
                  </a:lnTo>
                  <a:lnTo>
                    <a:pt x="3563977" y="2790884"/>
                  </a:lnTo>
                  <a:lnTo>
                    <a:pt x="3481094" y="2767062"/>
                  </a:lnTo>
                  <a:lnTo>
                    <a:pt x="3398211" y="2743517"/>
                  </a:lnTo>
                  <a:lnTo>
                    <a:pt x="3315328" y="2718067"/>
                  </a:lnTo>
                  <a:lnTo>
                    <a:pt x="3232444" y="2690969"/>
                  </a:lnTo>
                  <a:lnTo>
                    <a:pt x="3149561" y="2665525"/>
                  </a:lnTo>
                  <a:lnTo>
                    <a:pt x="3066678" y="2640620"/>
                  </a:lnTo>
                  <a:lnTo>
                    <a:pt x="2983795" y="2612131"/>
                  </a:lnTo>
                  <a:lnTo>
                    <a:pt x="2900912" y="2581068"/>
                  </a:lnTo>
                  <a:lnTo>
                    <a:pt x="2818028" y="2551258"/>
                  </a:lnTo>
                  <a:lnTo>
                    <a:pt x="2735145" y="2521016"/>
                  </a:lnTo>
                  <a:lnTo>
                    <a:pt x="2652262" y="2486296"/>
                  </a:lnTo>
                  <a:lnTo>
                    <a:pt x="2569379" y="2445141"/>
                  </a:lnTo>
                  <a:lnTo>
                    <a:pt x="2486496" y="2402723"/>
                  </a:lnTo>
                  <a:lnTo>
                    <a:pt x="2403612" y="2358791"/>
                  </a:lnTo>
                  <a:lnTo>
                    <a:pt x="2320729" y="2311294"/>
                  </a:lnTo>
                  <a:lnTo>
                    <a:pt x="2237846" y="2257818"/>
                  </a:lnTo>
                  <a:lnTo>
                    <a:pt x="2154963" y="2200813"/>
                  </a:lnTo>
                  <a:lnTo>
                    <a:pt x="2072080" y="2140927"/>
                  </a:lnTo>
                  <a:lnTo>
                    <a:pt x="1989196" y="2078142"/>
                  </a:lnTo>
                  <a:lnTo>
                    <a:pt x="1906313" y="2012351"/>
                  </a:lnTo>
                  <a:lnTo>
                    <a:pt x="1823430" y="1943394"/>
                  </a:lnTo>
                  <a:lnTo>
                    <a:pt x="1740547" y="1871163"/>
                  </a:lnTo>
                  <a:lnTo>
                    <a:pt x="1657664" y="1796197"/>
                  </a:lnTo>
                  <a:lnTo>
                    <a:pt x="1574780" y="1718975"/>
                  </a:lnTo>
                  <a:lnTo>
                    <a:pt x="1491897" y="1639812"/>
                  </a:lnTo>
                  <a:lnTo>
                    <a:pt x="1409014" y="1559004"/>
                  </a:lnTo>
                  <a:lnTo>
                    <a:pt x="1326131" y="1476801"/>
                  </a:lnTo>
                  <a:lnTo>
                    <a:pt x="1243248" y="1393384"/>
                  </a:lnTo>
                  <a:lnTo>
                    <a:pt x="1160364" y="1308869"/>
                  </a:lnTo>
                  <a:lnTo>
                    <a:pt x="1077481" y="1223308"/>
                  </a:lnTo>
                  <a:lnTo>
                    <a:pt x="994598" y="1136708"/>
                  </a:lnTo>
                  <a:lnTo>
                    <a:pt x="911715" y="1049042"/>
                  </a:lnTo>
                  <a:lnTo>
                    <a:pt x="828832" y="960265"/>
                  </a:lnTo>
                  <a:lnTo>
                    <a:pt x="745948" y="870324"/>
                  </a:lnTo>
                  <a:lnTo>
                    <a:pt x="663065" y="779160"/>
                  </a:lnTo>
                  <a:lnTo>
                    <a:pt x="580182" y="686719"/>
                  </a:lnTo>
                  <a:lnTo>
                    <a:pt x="497299" y="592948"/>
                  </a:lnTo>
                  <a:lnTo>
                    <a:pt x="414416" y="497799"/>
                  </a:lnTo>
                  <a:lnTo>
                    <a:pt x="331532" y="401228"/>
                  </a:lnTo>
                  <a:lnTo>
                    <a:pt x="248649" y="303196"/>
                  </a:lnTo>
                  <a:lnTo>
                    <a:pt x="165766" y="203668"/>
                  </a:lnTo>
                  <a:lnTo>
                    <a:pt x="82883" y="10261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72465" y="1407887"/>
              <a:ext cx="6015395" cy="3837566"/>
            </a:xfrm>
            <a:custGeom>
              <a:avLst/>
              <a:pathLst>
                <a:path w="6015395" h="3837566">
                  <a:moveTo>
                    <a:pt x="0" y="0"/>
                  </a:moveTo>
                  <a:lnTo>
                    <a:pt x="82883" y="150480"/>
                  </a:lnTo>
                  <a:lnTo>
                    <a:pt x="165766" y="297438"/>
                  </a:lnTo>
                  <a:lnTo>
                    <a:pt x="248649" y="440869"/>
                  </a:lnTo>
                  <a:lnTo>
                    <a:pt x="331532" y="580769"/>
                  </a:lnTo>
                  <a:lnTo>
                    <a:pt x="414416" y="717133"/>
                  </a:lnTo>
                  <a:lnTo>
                    <a:pt x="497299" y="849959"/>
                  </a:lnTo>
                  <a:lnTo>
                    <a:pt x="580182" y="979240"/>
                  </a:lnTo>
                  <a:lnTo>
                    <a:pt x="663065" y="1104974"/>
                  </a:lnTo>
                  <a:lnTo>
                    <a:pt x="745948" y="1227156"/>
                  </a:lnTo>
                  <a:lnTo>
                    <a:pt x="828832" y="1345783"/>
                  </a:lnTo>
                  <a:lnTo>
                    <a:pt x="911715" y="1460849"/>
                  </a:lnTo>
                  <a:lnTo>
                    <a:pt x="994598" y="1572351"/>
                  </a:lnTo>
                  <a:lnTo>
                    <a:pt x="1077481" y="1680285"/>
                  </a:lnTo>
                  <a:lnTo>
                    <a:pt x="1160364" y="1784647"/>
                  </a:lnTo>
                  <a:lnTo>
                    <a:pt x="1243248" y="1885432"/>
                  </a:lnTo>
                  <a:lnTo>
                    <a:pt x="1326131" y="1982637"/>
                  </a:lnTo>
                  <a:lnTo>
                    <a:pt x="1409014" y="2076257"/>
                  </a:lnTo>
                  <a:lnTo>
                    <a:pt x="1491897" y="2166289"/>
                  </a:lnTo>
                  <a:lnTo>
                    <a:pt x="1574780" y="2252727"/>
                  </a:lnTo>
                  <a:lnTo>
                    <a:pt x="1657664" y="2335568"/>
                  </a:lnTo>
                  <a:lnTo>
                    <a:pt x="1740547" y="2414808"/>
                  </a:lnTo>
                  <a:lnTo>
                    <a:pt x="1823430" y="2490363"/>
                  </a:lnTo>
                  <a:lnTo>
                    <a:pt x="1906313" y="2562102"/>
                  </a:lnTo>
                  <a:lnTo>
                    <a:pt x="1989196" y="2630155"/>
                  </a:lnTo>
                  <a:lnTo>
                    <a:pt x="2072080" y="2694658"/>
                  </a:lnTo>
                  <a:lnTo>
                    <a:pt x="2154963" y="2755750"/>
                  </a:lnTo>
                  <a:lnTo>
                    <a:pt x="2237846" y="2813570"/>
                  </a:lnTo>
                  <a:lnTo>
                    <a:pt x="2320729" y="2867866"/>
                  </a:lnTo>
                  <a:lnTo>
                    <a:pt x="2403612" y="2916819"/>
                  </a:lnTo>
                  <a:lnTo>
                    <a:pt x="2486496" y="2961548"/>
                  </a:lnTo>
                  <a:lnTo>
                    <a:pt x="2569379" y="3003683"/>
                  </a:lnTo>
                  <a:lnTo>
                    <a:pt x="2652262" y="3044654"/>
                  </a:lnTo>
                  <a:lnTo>
                    <a:pt x="2735145" y="3080532"/>
                  </a:lnTo>
                  <a:lnTo>
                    <a:pt x="2818028" y="3111462"/>
                  </a:lnTo>
                  <a:lnTo>
                    <a:pt x="2900912" y="3140474"/>
                  </a:lnTo>
                  <a:lnTo>
                    <a:pt x="2983795" y="3170599"/>
                  </a:lnTo>
                  <a:lnTo>
                    <a:pt x="3066678" y="3199563"/>
                  </a:lnTo>
                  <a:lnTo>
                    <a:pt x="3149561" y="3224349"/>
                  </a:lnTo>
                  <a:lnTo>
                    <a:pt x="3232444" y="3248053"/>
                  </a:lnTo>
                  <a:lnTo>
                    <a:pt x="3315328" y="3273754"/>
                  </a:lnTo>
                  <a:lnTo>
                    <a:pt x="3398211" y="3299277"/>
                  </a:lnTo>
                  <a:lnTo>
                    <a:pt x="3481094" y="3322513"/>
                  </a:lnTo>
                  <a:lnTo>
                    <a:pt x="3563977" y="3344840"/>
                  </a:lnTo>
                  <a:lnTo>
                    <a:pt x="3646860" y="3367640"/>
                  </a:lnTo>
                  <a:lnTo>
                    <a:pt x="3729744" y="3392223"/>
                  </a:lnTo>
                  <a:lnTo>
                    <a:pt x="3812627" y="3417037"/>
                  </a:lnTo>
                  <a:lnTo>
                    <a:pt x="3895510" y="3440997"/>
                  </a:lnTo>
                  <a:lnTo>
                    <a:pt x="3978393" y="3464236"/>
                  </a:lnTo>
                  <a:lnTo>
                    <a:pt x="4061276" y="3486887"/>
                  </a:lnTo>
                  <a:lnTo>
                    <a:pt x="4144160" y="3509080"/>
                  </a:lnTo>
                  <a:lnTo>
                    <a:pt x="4227043" y="3530950"/>
                  </a:lnTo>
                  <a:lnTo>
                    <a:pt x="4309926" y="3552624"/>
                  </a:lnTo>
                  <a:lnTo>
                    <a:pt x="4392809" y="3573792"/>
                  </a:lnTo>
                  <a:lnTo>
                    <a:pt x="4475692" y="3594185"/>
                  </a:lnTo>
                  <a:lnTo>
                    <a:pt x="4558576" y="3613808"/>
                  </a:lnTo>
                  <a:lnTo>
                    <a:pt x="4641459" y="3632664"/>
                  </a:lnTo>
                  <a:lnTo>
                    <a:pt x="4724342" y="3650759"/>
                  </a:lnTo>
                  <a:lnTo>
                    <a:pt x="4807225" y="3668096"/>
                  </a:lnTo>
                  <a:lnTo>
                    <a:pt x="4890108" y="3684681"/>
                  </a:lnTo>
                  <a:lnTo>
                    <a:pt x="4972992" y="3700517"/>
                  </a:lnTo>
                  <a:lnTo>
                    <a:pt x="5055875" y="3715610"/>
                  </a:lnTo>
                  <a:lnTo>
                    <a:pt x="5138758" y="3729963"/>
                  </a:lnTo>
                  <a:lnTo>
                    <a:pt x="5221641" y="3743581"/>
                  </a:lnTo>
                  <a:lnTo>
                    <a:pt x="5304524" y="3756469"/>
                  </a:lnTo>
                  <a:lnTo>
                    <a:pt x="5387408" y="3768630"/>
                  </a:lnTo>
                  <a:lnTo>
                    <a:pt x="5470291" y="3780070"/>
                  </a:lnTo>
                  <a:lnTo>
                    <a:pt x="5553174" y="3790794"/>
                  </a:lnTo>
                  <a:lnTo>
                    <a:pt x="5636057" y="3800804"/>
                  </a:lnTo>
                  <a:lnTo>
                    <a:pt x="5718940" y="3810106"/>
                  </a:lnTo>
                  <a:lnTo>
                    <a:pt x="5801824" y="3818705"/>
                  </a:lnTo>
                  <a:lnTo>
                    <a:pt x="5884707" y="3826604"/>
                  </a:lnTo>
                  <a:lnTo>
                    <a:pt x="5967590" y="3833809"/>
                  </a:lnTo>
                  <a:lnTo>
                    <a:pt x="6015395" y="383756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072465" y="2938042"/>
              <a:ext cx="6015395" cy="2440417"/>
            </a:xfrm>
            <a:custGeom>
              <a:avLst/>
              <a:pathLst>
                <a:path w="6015395" h="2440417">
                  <a:moveTo>
                    <a:pt x="0" y="0"/>
                  </a:moveTo>
                  <a:lnTo>
                    <a:pt x="82883" y="70720"/>
                  </a:lnTo>
                  <a:lnTo>
                    <a:pt x="165766" y="139594"/>
                  </a:lnTo>
                  <a:lnTo>
                    <a:pt x="248649" y="206593"/>
                  </a:lnTo>
                  <a:lnTo>
                    <a:pt x="331532" y="271687"/>
                  </a:lnTo>
                  <a:lnTo>
                    <a:pt x="414416" y="334843"/>
                  </a:lnTo>
                  <a:lnTo>
                    <a:pt x="497299" y="396022"/>
                  </a:lnTo>
                  <a:lnTo>
                    <a:pt x="580182" y="455182"/>
                  </a:lnTo>
                  <a:lnTo>
                    <a:pt x="663065" y="512275"/>
                  </a:lnTo>
                  <a:lnTo>
                    <a:pt x="745948" y="567250"/>
                  </a:lnTo>
                  <a:lnTo>
                    <a:pt x="828832" y="620050"/>
                  </a:lnTo>
                  <a:lnTo>
                    <a:pt x="911715" y="670620"/>
                  </a:lnTo>
                  <a:lnTo>
                    <a:pt x="994598" y="718906"/>
                  </a:lnTo>
                  <a:lnTo>
                    <a:pt x="1077481" y="764863"/>
                  </a:lnTo>
                  <a:lnTo>
                    <a:pt x="1160364" y="808467"/>
                  </a:lnTo>
                  <a:lnTo>
                    <a:pt x="1243248" y="849727"/>
                  </a:lnTo>
                  <a:lnTo>
                    <a:pt x="1326131" y="888702"/>
                  </a:lnTo>
                  <a:lnTo>
                    <a:pt x="1409014" y="925513"/>
                  </a:lnTo>
                  <a:lnTo>
                    <a:pt x="1491897" y="960356"/>
                  </a:lnTo>
                  <a:lnTo>
                    <a:pt x="1574780" y="993491"/>
                  </a:lnTo>
                  <a:lnTo>
                    <a:pt x="1657664" y="1025232"/>
                  </a:lnTo>
                  <a:lnTo>
                    <a:pt x="1740547" y="1055911"/>
                  </a:lnTo>
                  <a:lnTo>
                    <a:pt x="1823430" y="1086070"/>
                  </a:lnTo>
                  <a:lnTo>
                    <a:pt x="1906313" y="1116307"/>
                  </a:lnTo>
                  <a:lnTo>
                    <a:pt x="1989196" y="1146395"/>
                  </a:lnTo>
                  <a:lnTo>
                    <a:pt x="2072080" y="1176045"/>
                  </a:lnTo>
                  <a:lnTo>
                    <a:pt x="2154963" y="1205020"/>
                  </a:lnTo>
                  <a:lnTo>
                    <a:pt x="2237846" y="1233184"/>
                  </a:lnTo>
                  <a:lnTo>
                    <a:pt x="2320729" y="1261100"/>
                  </a:lnTo>
                  <a:lnTo>
                    <a:pt x="2403612" y="1291387"/>
                  </a:lnTo>
                  <a:lnTo>
                    <a:pt x="2486496" y="1321676"/>
                  </a:lnTo>
                  <a:lnTo>
                    <a:pt x="2569379" y="1349977"/>
                  </a:lnTo>
                  <a:lnTo>
                    <a:pt x="2652262" y="1375999"/>
                  </a:lnTo>
                  <a:lnTo>
                    <a:pt x="2735145" y="1400897"/>
                  </a:lnTo>
                  <a:lnTo>
                    <a:pt x="2818028" y="1423750"/>
                  </a:lnTo>
                  <a:lnTo>
                    <a:pt x="2900912" y="1444339"/>
                  </a:lnTo>
                  <a:lnTo>
                    <a:pt x="2983795" y="1464906"/>
                  </a:lnTo>
                  <a:lnTo>
                    <a:pt x="3066678" y="1485579"/>
                  </a:lnTo>
                  <a:lnTo>
                    <a:pt x="3149561" y="1503104"/>
                  </a:lnTo>
                  <a:lnTo>
                    <a:pt x="3232444" y="1518301"/>
                  </a:lnTo>
                  <a:lnTo>
                    <a:pt x="3315328" y="1535108"/>
                  </a:lnTo>
                  <a:lnTo>
                    <a:pt x="3398211" y="1553473"/>
                  </a:lnTo>
                  <a:lnTo>
                    <a:pt x="3481094" y="1570035"/>
                  </a:lnTo>
                  <a:lnTo>
                    <a:pt x="3563977" y="1584511"/>
                  </a:lnTo>
                  <a:lnTo>
                    <a:pt x="3646860" y="1598014"/>
                  </a:lnTo>
                  <a:lnTo>
                    <a:pt x="3729744" y="1612606"/>
                  </a:lnTo>
                  <a:lnTo>
                    <a:pt x="3812627" y="1627316"/>
                  </a:lnTo>
                  <a:lnTo>
                    <a:pt x="3895510" y="1640774"/>
                  </a:lnTo>
                  <a:lnTo>
                    <a:pt x="3978393" y="1652842"/>
                  </a:lnTo>
                  <a:lnTo>
                    <a:pt x="4061276" y="1663609"/>
                  </a:lnTo>
                  <a:lnTo>
                    <a:pt x="4144160" y="1673389"/>
                  </a:lnTo>
                  <a:lnTo>
                    <a:pt x="4227043" y="1682655"/>
                  </a:lnTo>
                  <a:lnTo>
                    <a:pt x="4309926" y="1691929"/>
                  </a:lnTo>
                  <a:lnTo>
                    <a:pt x="4392809" y="1700961"/>
                  </a:lnTo>
                  <a:lnTo>
                    <a:pt x="4475692" y="1709342"/>
                  </a:lnTo>
                  <a:lnTo>
                    <a:pt x="4558576" y="1716985"/>
                  </a:lnTo>
                  <a:lnTo>
                    <a:pt x="4641459" y="1723747"/>
                  </a:lnTo>
                  <a:lnTo>
                    <a:pt x="4724342" y="1729446"/>
                  </a:lnTo>
                  <a:lnTo>
                    <a:pt x="4807225" y="1733878"/>
                  </a:lnTo>
                  <a:lnTo>
                    <a:pt x="4890108" y="1736826"/>
                  </a:lnTo>
                  <a:lnTo>
                    <a:pt x="4972992" y="1738084"/>
                  </a:lnTo>
                  <a:lnTo>
                    <a:pt x="5055875" y="1737462"/>
                  </a:lnTo>
                  <a:lnTo>
                    <a:pt x="5138758" y="1734805"/>
                  </a:lnTo>
                  <a:lnTo>
                    <a:pt x="5221641" y="1729989"/>
                  </a:lnTo>
                  <a:lnTo>
                    <a:pt x="5304524" y="1722926"/>
                  </a:lnTo>
                  <a:lnTo>
                    <a:pt x="5387408" y="1713562"/>
                  </a:lnTo>
                  <a:lnTo>
                    <a:pt x="5470291" y="1701868"/>
                  </a:lnTo>
                  <a:lnTo>
                    <a:pt x="5553174" y="1687838"/>
                  </a:lnTo>
                  <a:lnTo>
                    <a:pt x="5636057" y="1671479"/>
                  </a:lnTo>
                  <a:lnTo>
                    <a:pt x="5718940" y="1652810"/>
                  </a:lnTo>
                  <a:lnTo>
                    <a:pt x="5801824" y="1631855"/>
                  </a:lnTo>
                  <a:lnTo>
                    <a:pt x="5884707" y="1608641"/>
                  </a:lnTo>
                  <a:lnTo>
                    <a:pt x="5967590" y="1583196"/>
                  </a:lnTo>
                  <a:lnTo>
                    <a:pt x="6015395" y="1567250"/>
                  </a:lnTo>
                  <a:lnTo>
                    <a:pt x="6015395" y="2440417"/>
                  </a:lnTo>
                  <a:lnTo>
                    <a:pt x="5860180" y="2440417"/>
                  </a:lnTo>
                  <a:lnTo>
                    <a:pt x="5801824" y="2413285"/>
                  </a:lnTo>
                  <a:lnTo>
                    <a:pt x="5718940" y="2376386"/>
                  </a:lnTo>
                  <a:lnTo>
                    <a:pt x="5636057" y="2341163"/>
                  </a:lnTo>
                  <a:lnTo>
                    <a:pt x="5553174" y="2307656"/>
                  </a:lnTo>
                  <a:lnTo>
                    <a:pt x="5470291" y="2275896"/>
                  </a:lnTo>
                  <a:lnTo>
                    <a:pt x="5387408" y="2245905"/>
                  </a:lnTo>
                  <a:lnTo>
                    <a:pt x="5304524" y="2217691"/>
                  </a:lnTo>
                  <a:lnTo>
                    <a:pt x="5221641" y="2191241"/>
                  </a:lnTo>
                  <a:lnTo>
                    <a:pt x="5138758" y="2166513"/>
                  </a:lnTo>
                  <a:lnTo>
                    <a:pt x="5055875" y="2143434"/>
                  </a:lnTo>
                  <a:lnTo>
                    <a:pt x="4972992" y="2121895"/>
                  </a:lnTo>
                  <a:lnTo>
                    <a:pt x="4890108" y="2101754"/>
                  </a:lnTo>
                  <a:lnTo>
                    <a:pt x="4807225" y="2082837"/>
                  </a:lnTo>
                  <a:lnTo>
                    <a:pt x="4724342" y="2064951"/>
                  </a:lnTo>
                  <a:lnTo>
                    <a:pt x="4641459" y="2047894"/>
                  </a:lnTo>
                  <a:lnTo>
                    <a:pt x="4558576" y="2031475"/>
                  </a:lnTo>
                  <a:lnTo>
                    <a:pt x="4475692" y="2015526"/>
                  </a:lnTo>
                  <a:lnTo>
                    <a:pt x="4392809" y="1999921"/>
                  </a:lnTo>
                  <a:lnTo>
                    <a:pt x="4309926" y="1984584"/>
                  </a:lnTo>
                  <a:lnTo>
                    <a:pt x="4227043" y="1969329"/>
                  </a:lnTo>
                  <a:lnTo>
                    <a:pt x="4144160" y="1953978"/>
                  </a:lnTo>
                  <a:lnTo>
                    <a:pt x="4061276" y="1938672"/>
                  </a:lnTo>
                  <a:lnTo>
                    <a:pt x="3978393" y="1923505"/>
                  </a:lnTo>
                  <a:lnTo>
                    <a:pt x="3895510" y="1908408"/>
                  </a:lnTo>
                  <a:lnTo>
                    <a:pt x="3812627" y="1893088"/>
                  </a:lnTo>
                  <a:lnTo>
                    <a:pt x="3729744" y="1877027"/>
                  </a:lnTo>
                  <a:lnTo>
                    <a:pt x="3646860" y="1859693"/>
                  </a:lnTo>
                  <a:lnTo>
                    <a:pt x="3563977" y="1841717"/>
                  </a:lnTo>
                  <a:lnTo>
                    <a:pt x="3481094" y="1824121"/>
                  </a:lnTo>
                  <a:lnTo>
                    <a:pt x="3398211" y="1806912"/>
                  </a:lnTo>
                  <a:lnTo>
                    <a:pt x="3315328" y="1788701"/>
                  </a:lnTo>
                  <a:lnTo>
                    <a:pt x="3232444" y="1768975"/>
                  </a:lnTo>
                  <a:lnTo>
                    <a:pt x="3149561" y="1750144"/>
                  </a:lnTo>
                  <a:lnTo>
                    <a:pt x="3066678" y="1732372"/>
                  </a:lnTo>
                  <a:lnTo>
                    <a:pt x="2983795" y="1712690"/>
                  </a:lnTo>
                  <a:lnTo>
                    <a:pt x="2900912" y="1690163"/>
                  </a:lnTo>
                  <a:lnTo>
                    <a:pt x="2818028" y="1667909"/>
                  </a:lnTo>
                  <a:lnTo>
                    <a:pt x="2735145" y="1646493"/>
                  </a:lnTo>
                  <a:lnTo>
                    <a:pt x="2652262" y="1624014"/>
                  </a:lnTo>
                  <a:lnTo>
                    <a:pt x="2569379" y="1597607"/>
                  </a:lnTo>
                  <a:lnTo>
                    <a:pt x="2486496" y="1568714"/>
                  </a:lnTo>
                  <a:lnTo>
                    <a:pt x="2403612" y="1540091"/>
                  </a:lnTo>
                  <a:lnTo>
                    <a:pt x="2320729" y="1512845"/>
                  </a:lnTo>
                  <a:lnTo>
                    <a:pt x="2237846" y="1486639"/>
                  </a:lnTo>
                  <a:lnTo>
                    <a:pt x="2154963" y="1460179"/>
                  </a:lnTo>
                  <a:lnTo>
                    <a:pt x="2072080" y="1433721"/>
                  </a:lnTo>
                  <a:lnTo>
                    <a:pt x="1989196" y="1407661"/>
                  </a:lnTo>
                  <a:lnTo>
                    <a:pt x="1906313" y="1382296"/>
                  </a:lnTo>
                  <a:lnTo>
                    <a:pt x="1823430" y="1357870"/>
                  </a:lnTo>
                  <a:lnTo>
                    <a:pt x="1740547" y="1334652"/>
                  </a:lnTo>
                  <a:lnTo>
                    <a:pt x="1657664" y="1312901"/>
                  </a:lnTo>
                  <a:lnTo>
                    <a:pt x="1574780" y="1292896"/>
                  </a:lnTo>
                  <a:lnTo>
                    <a:pt x="1491897" y="1274955"/>
                  </a:lnTo>
                  <a:lnTo>
                    <a:pt x="1409014" y="1259376"/>
                  </a:lnTo>
                  <a:lnTo>
                    <a:pt x="1326131" y="1246408"/>
                  </a:lnTo>
                  <a:lnTo>
                    <a:pt x="1243248" y="1236230"/>
                  </a:lnTo>
                  <a:lnTo>
                    <a:pt x="1160364" y="1228951"/>
                  </a:lnTo>
                  <a:lnTo>
                    <a:pt x="1077481" y="1224613"/>
                  </a:lnTo>
                  <a:lnTo>
                    <a:pt x="994598" y="1223212"/>
                  </a:lnTo>
                  <a:lnTo>
                    <a:pt x="911715" y="1224710"/>
                  </a:lnTo>
                  <a:lnTo>
                    <a:pt x="828832" y="1229047"/>
                  </a:lnTo>
                  <a:lnTo>
                    <a:pt x="745948" y="1236156"/>
                  </a:lnTo>
                  <a:lnTo>
                    <a:pt x="663065" y="1245965"/>
                  </a:lnTo>
                  <a:lnTo>
                    <a:pt x="580182" y="1258405"/>
                  </a:lnTo>
                  <a:lnTo>
                    <a:pt x="497299" y="1273411"/>
                  </a:lnTo>
                  <a:lnTo>
                    <a:pt x="414416" y="1290919"/>
                  </a:lnTo>
                  <a:lnTo>
                    <a:pt x="331532" y="1310873"/>
                  </a:lnTo>
                  <a:lnTo>
                    <a:pt x="248649" y="1333222"/>
                  </a:lnTo>
                  <a:lnTo>
                    <a:pt x="165766" y="1357915"/>
                  </a:lnTo>
                  <a:lnTo>
                    <a:pt x="82883" y="1384909"/>
                  </a:lnTo>
                  <a:lnTo>
                    <a:pt x="0" y="141416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72465" y="2938042"/>
              <a:ext cx="6015395" cy="1738084"/>
            </a:xfrm>
            <a:custGeom>
              <a:avLst/>
              <a:pathLst>
                <a:path w="6015395" h="1738084">
                  <a:moveTo>
                    <a:pt x="0" y="0"/>
                  </a:moveTo>
                  <a:lnTo>
                    <a:pt x="82883" y="70720"/>
                  </a:lnTo>
                  <a:lnTo>
                    <a:pt x="165766" y="139594"/>
                  </a:lnTo>
                  <a:lnTo>
                    <a:pt x="248649" y="206593"/>
                  </a:lnTo>
                  <a:lnTo>
                    <a:pt x="331532" y="271687"/>
                  </a:lnTo>
                  <a:lnTo>
                    <a:pt x="414416" y="334843"/>
                  </a:lnTo>
                  <a:lnTo>
                    <a:pt x="497299" y="396022"/>
                  </a:lnTo>
                  <a:lnTo>
                    <a:pt x="580182" y="455182"/>
                  </a:lnTo>
                  <a:lnTo>
                    <a:pt x="663065" y="512275"/>
                  </a:lnTo>
                  <a:lnTo>
                    <a:pt x="745948" y="567250"/>
                  </a:lnTo>
                  <a:lnTo>
                    <a:pt x="828832" y="620050"/>
                  </a:lnTo>
                  <a:lnTo>
                    <a:pt x="911715" y="670620"/>
                  </a:lnTo>
                  <a:lnTo>
                    <a:pt x="994598" y="718906"/>
                  </a:lnTo>
                  <a:lnTo>
                    <a:pt x="1077481" y="764863"/>
                  </a:lnTo>
                  <a:lnTo>
                    <a:pt x="1160364" y="808467"/>
                  </a:lnTo>
                  <a:lnTo>
                    <a:pt x="1243248" y="849727"/>
                  </a:lnTo>
                  <a:lnTo>
                    <a:pt x="1326131" y="888702"/>
                  </a:lnTo>
                  <a:lnTo>
                    <a:pt x="1409014" y="925513"/>
                  </a:lnTo>
                  <a:lnTo>
                    <a:pt x="1491897" y="960356"/>
                  </a:lnTo>
                  <a:lnTo>
                    <a:pt x="1574780" y="993491"/>
                  </a:lnTo>
                  <a:lnTo>
                    <a:pt x="1657664" y="1025232"/>
                  </a:lnTo>
                  <a:lnTo>
                    <a:pt x="1740547" y="1055911"/>
                  </a:lnTo>
                  <a:lnTo>
                    <a:pt x="1823430" y="1086070"/>
                  </a:lnTo>
                  <a:lnTo>
                    <a:pt x="1906313" y="1116307"/>
                  </a:lnTo>
                  <a:lnTo>
                    <a:pt x="1989196" y="1146395"/>
                  </a:lnTo>
                  <a:lnTo>
                    <a:pt x="2072080" y="1176045"/>
                  </a:lnTo>
                  <a:lnTo>
                    <a:pt x="2154963" y="1205020"/>
                  </a:lnTo>
                  <a:lnTo>
                    <a:pt x="2237846" y="1233184"/>
                  </a:lnTo>
                  <a:lnTo>
                    <a:pt x="2320729" y="1261100"/>
                  </a:lnTo>
                  <a:lnTo>
                    <a:pt x="2403612" y="1291387"/>
                  </a:lnTo>
                  <a:lnTo>
                    <a:pt x="2486496" y="1321676"/>
                  </a:lnTo>
                  <a:lnTo>
                    <a:pt x="2569379" y="1349977"/>
                  </a:lnTo>
                  <a:lnTo>
                    <a:pt x="2652262" y="1375999"/>
                  </a:lnTo>
                  <a:lnTo>
                    <a:pt x="2735145" y="1400897"/>
                  </a:lnTo>
                  <a:lnTo>
                    <a:pt x="2818028" y="1423750"/>
                  </a:lnTo>
                  <a:lnTo>
                    <a:pt x="2900912" y="1444339"/>
                  </a:lnTo>
                  <a:lnTo>
                    <a:pt x="2983795" y="1464906"/>
                  </a:lnTo>
                  <a:lnTo>
                    <a:pt x="3066678" y="1485579"/>
                  </a:lnTo>
                  <a:lnTo>
                    <a:pt x="3149561" y="1503104"/>
                  </a:lnTo>
                  <a:lnTo>
                    <a:pt x="3232444" y="1518301"/>
                  </a:lnTo>
                  <a:lnTo>
                    <a:pt x="3315328" y="1535108"/>
                  </a:lnTo>
                  <a:lnTo>
                    <a:pt x="3398211" y="1553473"/>
                  </a:lnTo>
                  <a:lnTo>
                    <a:pt x="3481094" y="1570035"/>
                  </a:lnTo>
                  <a:lnTo>
                    <a:pt x="3563977" y="1584511"/>
                  </a:lnTo>
                  <a:lnTo>
                    <a:pt x="3646860" y="1598014"/>
                  </a:lnTo>
                  <a:lnTo>
                    <a:pt x="3729744" y="1612606"/>
                  </a:lnTo>
                  <a:lnTo>
                    <a:pt x="3812627" y="1627316"/>
                  </a:lnTo>
                  <a:lnTo>
                    <a:pt x="3895510" y="1640774"/>
                  </a:lnTo>
                  <a:lnTo>
                    <a:pt x="3978393" y="1652842"/>
                  </a:lnTo>
                  <a:lnTo>
                    <a:pt x="4061276" y="1663609"/>
                  </a:lnTo>
                  <a:lnTo>
                    <a:pt x="4144160" y="1673389"/>
                  </a:lnTo>
                  <a:lnTo>
                    <a:pt x="4227043" y="1682655"/>
                  </a:lnTo>
                  <a:lnTo>
                    <a:pt x="4309926" y="1691929"/>
                  </a:lnTo>
                  <a:lnTo>
                    <a:pt x="4392809" y="1700961"/>
                  </a:lnTo>
                  <a:lnTo>
                    <a:pt x="4475692" y="1709342"/>
                  </a:lnTo>
                  <a:lnTo>
                    <a:pt x="4558576" y="1716985"/>
                  </a:lnTo>
                  <a:lnTo>
                    <a:pt x="4641459" y="1723747"/>
                  </a:lnTo>
                  <a:lnTo>
                    <a:pt x="4724342" y="1729446"/>
                  </a:lnTo>
                  <a:lnTo>
                    <a:pt x="4807225" y="1733878"/>
                  </a:lnTo>
                  <a:lnTo>
                    <a:pt x="4890108" y="1736826"/>
                  </a:lnTo>
                  <a:lnTo>
                    <a:pt x="4972992" y="1738084"/>
                  </a:lnTo>
                  <a:lnTo>
                    <a:pt x="5055875" y="1737462"/>
                  </a:lnTo>
                  <a:lnTo>
                    <a:pt x="5138758" y="1734805"/>
                  </a:lnTo>
                  <a:lnTo>
                    <a:pt x="5221641" y="1729989"/>
                  </a:lnTo>
                  <a:lnTo>
                    <a:pt x="5304524" y="1722926"/>
                  </a:lnTo>
                  <a:lnTo>
                    <a:pt x="5387408" y="1713562"/>
                  </a:lnTo>
                  <a:lnTo>
                    <a:pt x="5470291" y="1701868"/>
                  </a:lnTo>
                  <a:lnTo>
                    <a:pt x="5553174" y="1687838"/>
                  </a:lnTo>
                  <a:lnTo>
                    <a:pt x="5636057" y="1671479"/>
                  </a:lnTo>
                  <a:lnTo>
                    <a:pt x="5718940" y="1652810"/>
                  </a:lnTo>
                  <a:lnTo>
                    <a:pt x="5801824" y="1631855"/>
                  </a:lnTo>
                  <a:lnTo>
                    <a:pt x="5884707" y="1608641"/>
                  </a:lnTo>
                  <a:lnTo>
                    <a:pt x="5967590" y="1583196"/>
                  </a:lnTo>
                  <a:lnTo>
                    <a:pt x="6015395" y="15672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72465" y="4161255"/>
              <a:ext cx="5860180" cy="1217204"/>
            </a:xfrm>
            <a:custGeom>
              <a:avLst/>
              <a:pathLst>
                <a:path w="5860180" h="1217204">
                  <a:moveTo>
                    <a:pt x="5860180" y="1217204"/>
                  </a:moveTo>
                  <a:lnTo>
                    <a:pt x="5801824" y="1190073"/>
                  </a:lnTo>
                  <a:lnTo>
                    <a:pt x="5718940" y="1153173"/>
                  </a:lnTo>
                  <a:lnTo>
                    <a:pt x="5636057" y="1117951"/>
                  </a:lnTo>
                  <a:lnTo>
                    <a:pt x="5553174" y="1084443"/>
                  </a:lnTo>
                  <a:lnTo>
                    <a:pt x="5470291" y="1052683"/>
                  </a:lnTo>
                  <a:lnTo>
                    <a:pt x="5387408" y="1022692"/>
                  </a:lnTo>
                  <a:lnTo>
                    <a:pt x="5304524" y="994479"/>
                  </a:lnTo>
                  <a:lnTo>
                    <a:pt x="5221641" y="968028"/>
                  </a:lnTo>
                  <a:lnTo>
                    <a:pt x="5138758" y="943300"/>
                  </a:lnTo>
                  <a:lnTo>
                    <a:pt x="5055875" y="920221"/>
                  </a:lnTo>
                  <a:lnTo>
                    <a:pt x="4972992" y="898683"/>
                  </a:lnTo>
                  <a:lnTo>
                    <a:pt x="4890108" y="878542"/>
                  </a:lnTo>
                  <a:lnTo>
                    <a:pt x="4807225" y="859625"/>
                  </a:lnTo>
                  <a:lnTo>
                    <a:pt x="4724342" y="841738"/>
                  </a:lnTo>
                  <a:lnTo>
                    <a:pt x="4641459" y="824681"/>
                  </a:lnTo>
                  <a:lnTo>
                    <a:pt x="4558576" y="808262"/>
                  </a:lnTo>
                  <a:lnTo>
                    <a:pt x="4475692" y="792314"/>
                  </a:lnTo>
                  <a:lnTo>
                    <a:pt x="4392809" y="776708"/>
                  </a:lnTo>
                  <a:lnTo>
                    <a:pt x="4309926" y="761372"/>
                  </a:lnTo>
                  <a:lnTo>
                    <a:pt x="4227043" y="746117"/>
                  </a:lnTo>
                  <a:lnTo>
                    <a:pt x="4144160" y="730765"/>
                  </a:lnTo>
                  <a:lnTo>
                    <a:pt x="4061276" y="715460"/>
                  </a:lnTo>
                  <a:lnTo>
                    <a:pt x="3978393" y="700293"/>
                  </a:lnTo>
                  <a:lnTo>
                    <a:pt x="3895510" y="685196"/>
                  </a:lnTo>
                  <a:lnTo>
                    <a:pt x="3812627" y="669875"/>
                  </a:lnTo>
                  <a:lnTo>
                    <a:pt x="3729744" y="653814"/>
                  </a:lnTo>
                  <a:lnTo>
                    <a:pt x="3646860" y="636480"/>
                  </a:lnTo>
                  <a:lnTo>
                    <a:pt x="3563977" y="618505"/>
                  </a:lnTo>
                  <a:lnTo>
                    <a:pt x="3481094" y="600908"/>
                  </a:lnTo>
                  <a:lnTo>
                    <a:pt x="3398211" y="583699"/>
                  </a:lnTo>
                  <a:lnTo>
                    <a:pt x="3315328" y="565488"/>
                  </a:lnTo>
                  <a:lnTo>
                    <a:pt x="3232444" y="545762"/>
                  </a:lnTo>
                  <a:lnTo>
                    <a:pt x="3149561" y="526931"/>
                  </a:lnTo>
                  <a:lnTo>
                    <a:pt x="3066678" y="509160"/>
                  </a:lnTo>
                  <a:lnTo>
                    <a:pt x="2983795" y="489477"/>
                  </a:lnTo>
                  <a:lnTo>
                    <a:pt x="2900912" y="466950"/>
                  </a:lnTo>
                  <a:lnTo>
                    <a:pt x="2818028" y="444696"/>
                  </a:lnTo>
                  <a:lnTo>
                    <a:pt x="2735145" y="423280"/>
                  </a:lnTo>
                  <a:lnTo>
                    <a:pt x="2652262" y="400801"/>
                  </a:lnTo>
                  <a:lnTo>
                    <a:pt x="2569379" y="374394"/>
                  </a:lnTo>
                  <a:lnTo>
                    <a:pt x="2486496" y="345501"/>
                  </a:lnTo>
                  <a:lnTo>
                    <a:pt x="2403612" y="316878"/>
                  </a:lnTo>
                  <a:lnTo>
                    <a:pt x="2320729" y="289632"/>
                  </a:lnTo>
                  <a:lnTo>
                    <a:pt x="2237846" y="263426"/>
                  </a:lnTo>
                  <a:lnTo>
                    <a:pt x="2154963" y="236966"/>
                  </a:lnTo>
                  <a:lnTo>
                    <a:pt x="2072080" y="210508"/>
                  </a:lnTo>
                  <a:lnTo>
                    <a:pt x="1989196" y="184449"/>
                  </a:lnTo>
                  <a:lnTo>
                    <a:pt x="1906313" y="159083"/>
                  </a:lnTo>
                  <a:lnTo>
                    <a:pt x="1823430" y="134657"/>
                  </a:lnTo>
                  <a:lnTo>
                    <a:pt x="1740547" y="111439"/>
                  </a:lnTo>
                  <a:lnTo>
                    <a:pt x="1657664" y="89688"/>
                  </a:lnTo>
                  <a:lnTo>
                    <a:pt x="1574780" y="69683"/>
                  </a:lnTo>
                  <a:lnTo>
                    <a:pt x="1491897" y="51742"/>
                  </a:lnTo>
                  <a:lnTo>
                    <a:pt x="1409014" y="36164"/>
                  </a:lnTo>
                  <a:lnTo>
                    <a:pt x="1326131" y="23195"/>
                  </a:lnTo>
                  <a:lnTo>
                    <a:pt x="1243248" y="13018"/>
                  </a:lnTo>
                  <a:lnTo>
                    <a:pt x="1160364" y="5738"/>
                  </a:lnTo>
                  <a:lnTo>
                    <a:pt x="1077481" y="1400"/>
                  </a:lnTo>
                  <a:lnTo>
                    <a:pt x="994598" y="0"/>
                  </a:lnTo>
                  <a:lnTo>
                    <a:pt x="911715" y="1497"/>
                  </a:lnTo>
                  <a:lnTo>
                    <a:pt x="828832" y="5834"/>
                  </a:lnTo>
                  <a:lnTo>
                    <a:pt x="745948" y="12943"/>
                  </a:lnTo>
                  <a:lnTo>
                    <a:pt x="663065" y="22752"/>
                  </a:lnTo>
                  <a:lnTo>
                    <a:pt x="580182" y="35193"/>
                  </a:lnTo>
                  <a:lnTo>
                    <a:pt x="497299" y="50198"/>
                  </a:lnTo>
                  <a:lnTo>
                    <a:pt x="414416" y="67706"/>
                  </a:lnTo>
                  <a:lnTo>
                    <a:pt x="331532" y="87661"/>
                  </a:lnTo>
                  <a:lnTo>
                    <a:pt x="248649" y="110009"/>
                  </a:lnTo>
                  <a:lnTo>
                    <a:pt x="165766" y="134702"/>
                  </a:lnTo>
                  <a:lnTo>
                    <a:pt x="82883" y="161697"/>
                  </a:lnTo>
                  <a:lnTo>
                    <a:pt x="0" y="1909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72465" y="3645124"/>
              <a:ext cx="6015395" cy="1334536"/>
            </a:xfrm>
            <a:custGeom>
              <a:avLst/>
              <a:pathLst>
                <a:path w="6015395" h="1334536">
                  <a:moveTo>
                    <a:pt x="0" y="0"/>
                  </a:moveTo>
                  <a:lnTo>
                    <a:pt x="82883" y="20733"/>
                  </a:lnTo>
                  <a:lnTo>
                    <a:pt x="165766" y="41673"/>
                  </a:lnTo>
                  <a:lnTo>
                    <a:pt x="248649" y="62825"/>
                  </a:lnTo>
                  <a:lnTo>
                    <a:pt x="331532" y="84199"/>
                  </a:lnTo>
                  <a:lnTo>
                    <a:pt x="414416" y="105799"/>
                  </a:lnTo>
                  <a:lnTo>
                    <a:pt x="497299" y="127635"/>
                  </a:lnTo>
                  <a:lnTo>
                    <a:pt x="580182" y="149712"/>
                  </a:lnTo>
                  <a:lnTo>
                    <a:pt x="663065" y="172038"/>
                  </a:lnTo>
                  <a:lnTo>
                    <a:pt x="745948" y="194621"/>
                  </a:lnTo>
                  <a:lnTo>
                    <a:pt x="828832" y="217467"/>
                  </a:lnTo>
                  <a:lnTo>
                    <a:pt x="911715" y="240583"/>
                  </a:lnTo>
                  <a:lnTo>
                    <a:pt x="994598" y="263977"/>
                  </a:lnTo>
                  <a:lnTo>
                    <a:pt x="1077481" y="287656"/>
                  </a:lnTo>
                  <a:lnTo>
                    <a:pt x="1160364" y="311627"/>
                  </a:lnTo>
                  <a:lnTo>
                    <a:pt x="1243248" y="335897"/>
                  </a:lnTo>
                  <a:lnTo>
                    <a:pt x="1326131" y="360473"/>
                  </a:lnTo>
                  <a:lnTo>
                    <a:pt x="1409014" y="385363"/>
                  </a:lnTo>
                  <a:lnTo>
                    <a:pt x="1491897" y="410573"/>
                  </a:lnTo>
                  <a:lnTo>
                    <a:pt x="1574780" y="436112"/>
                  </a:lnTo>
                  <a:lnTo>
                    <a:pt x="1657664" y="461985"/>
                  </a:lnTo>
                  <a:lnTo>
                    <a:pt x="1740547" y="488200"/>
                  </a:lnTo>
                  <a:lnTo>
                    <a:pt x="1823430" y="514888"/>
                  </a:lnTo>
                  <a:lnTo>
                    <a:pt x="1906313" y="542220"/>
                  </a:lnTo>
                  <a:lnTo>
                    <a:pt x="1989196" y="569946"/>
                  </a:lnTo>
                  <a:lnTo>
                    <a:pt x="2072080" y="597801"/>
                  </a:lnTo>
                  <a:lnTo>
                    <a:pt x="2154963" y="625518"/>
                  </a:lnTo>
                  <a:lnTo>
                    <a:pt x="2237846" y="652830"/>
                  </a:lnTo>
                  <a:lnTo>
                    <a:pt x="2320729" y="679891"/>
                  </a:lnTo>
                  <a:lnTo>
                    <a:pt x="2403612" y="708657"/>
                  </a:lnTo>
                  <a:lnTo>
                    <a:pt x="2486496" y="738113"/>
                  </a:lnTo>
                  <a:lnTo>
                    <a:pt x="2569379" y="766710"/>
                  </a:lnTo>
                  <a:lnTo>
                    <a:pt x="2652262" y="792925"/>
                  </a:lnTo>
                  <a:lnTo>
                    <a:pt x="2735145" y="816613"/>
                  </a:lnTo>
                  <a:lnTo>
                    <a:pt x="2818028" y="838748"/>
                  </a:lnTo>
                  <a:lnTo>
                    <a:pt x="2900912" y="860169"/>
                  </a:lnTo>
                  <a:lnTo>
                    <a:pt x="2983795" y="881716"/>
                  </a:lnTo>
                  <a:lnTo>
                    <a:pt x="3066678" y="901894"/>
                  </a:lnTo>
                  <a:lnTo>
                    <a:pt x="3149561" y="919542"/>
                  </a:lnTo>
                  <a:lnTo>
                    <a:pt x="3232444" y="936557"/>
                  </a:lnTo>
                  <a:lnTo>
                    <a:pt x="3315328" y="954823"/>
                  </a:lnTo>
                  <a:lnTo>
                    <a:pt x="3398211" y="973111"/>
                  </a:lnTo>
                  <a:lnTo>
                    <a:pt x="3481094" y="989996"/>
                  </a:lnTo>
                  <a:lnTo>
                    <a:pt x="3563977" y="1006032"/>
                  </a:lnTo>
                  <a:lnTo>
                    <a:pt x="3646860" y="1021772"/>
                  </a:lnTo>
                  <a:lnTo>
                    <a:pt x="3729744" y="1037735"/>
                  </a:lnTo>
                  <a:lnTo>
                    <a:pt x="3812627" y="1053120"/>
                  </a:lnTo>
                  <a:lnTo>
                    <a:pt x="3895510" y="1067509"/>
                  </a:lnTo>
                  <a:lnTo>
                    <a:pt x="3978393" y="1081092"/>
                  </a:lnTo>
                  <a:lnTo>
                    <a:pt x="4061276" y="1094059"/>
                  </a:lnTo>
                  <a:lnTo>
                    <a:pt x="4144160" y="1106602"/>
                  </a:lnTo>
                  <a:lnTo>
                    <a:pt x="4227043" y="1118910"/>
                  </a:lnTo>
                  <a:lnTo>
                    <a:pt x="4309926" y="1131175"/>
                  </a:lnTo>
                  <a:lnTo>
                    <a:pt x="4392809" y="1143359"/>
                  </a:lnTo>
                  <a:lnTo>
                    <a:pt x="4475692" y="1155352"/>
                  </a:lnTo>
                  <a:lnTo>
                    <a:pt x="4558576" y="1167148"/>
                  </a:lnTo>
                  <a:lnTo>
                    <a:pt x="4641459" y="1178738"/>
                  </a:lnTo>
                  <a:lnTo>
                    <a:pt x="4724342" y="1190117"/>
                  </a:lnTo>
                  <a:lnTo>
                    <a:pt x="4807225" y="1201276"/>
                  </a:lnTo>
                  <a:lnTo>
                    <a:pt x="4890108" y="1212209"/>
                  </a:lnTo>
                  <a:lnTo>
                    <a:pt x="4972992" y="1222908"/>
                  </a:lnTo>
                  <a:lnTo>
                    <a:pt x="5055875" y="1233366"/>
                  </a:lnTo>
                  <a:lnTo>
                    <a:pt x="5138758" y="1243577"/>
                  </a:lnTo>
                  <a:lnTo>
                    <a:pt x="5221641" y="1253533"/>
                  </a:lnTo>
                  <a:lnTo>
                    <a:pt x="5304524" y="1263227"/>
                  </a:lnTo>
                  <a:lnTo>
                    <a:pt x="5387408" y="1272652"/>
                  </a:lnTo>
                  <a:lnTo>
                    <a:pt x="5470291" y="1281800"/>
                  </a:lnTo>
                  <a:lnTo>
                    <a:pt x="5553174" y="1290665"/>
                  </a:lnTo>
                  <a:lnTo>
                    <a:pt x="5636057" y="1299240"/>
                  </a:lnTo>
                  <a:lnTo>
                    <a:pt x="5718940" y="1307516"/>
                  </a:lnTo>
                  <a:lnTo>
                    <a:pt x="5801824" y="1315489"/>
                  </a:lnTo>
                  <a:lnTo>
                    <a:pt x="5884707" y="1323149"/>
                  </a:lnTo>
                  <a:lnTo>
                    <a:pt x="5967590" y="1330490"/>
                  </a:lnTo>
                  <a:lnTo>
                    <a:pt x="6015395" y="133453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072465" y="2716304"/>
              <a:ext cx="6015395" cy="2662155"/>
            </a:xfrm>
            <a:custGeom>
              <a:avLst/>
              <a:pathLst>
                <a:path w="6015395" h="2662155">
                  <a:moveTo>
                    <a:pt x="0" y="0"/>
                  </a:moveTo>
                  <a:lnTo>
                    <a:pt x="82883" y="89806"/>
                  </a:lnTo>
                  <a:lnTo>
                    <a:pt x="165766" y="177200"/>
                  </a:lnTo>
                  <a:lnTo>
                    <a:pt x="248649" y="262163"/>
                  </a:lnTo>
                  <a:lnTo>
                    <a:pt x="331532" y="344675"/>
                  </a:lnTo>
                  <a:lnTo>
                    <a:pt x="414416" y="424713"/>
                  </a:lnTo>
                  <a:lnTo>
                    <a:pt x="497299" y="502250"/>
                  </a:lnTo>
                  <a:lnTo>
                    <a:pt x="580182" y="577253"/>
                  </a:lnTo>
                  <a:lnTo>
                    <a:pt x="663065" y="649687"/>
                  </a:lnTo>
                  <a:lnTo>
                    <a:pt x="745948" y="719512"/>
                  </a:lnTo>
                  <a:lnTo>
                    <a:pt x="828832" y="786683"/>
                  </a:lnTo>
                  <a:lnTo>
                    <a:pt x="911715" y="851156"/>
                  </a:lnTo>
                  <a:lnTo>
                    <a:pt x="994598" y="912889"/>
                  </a:lnTo>
                  <a:lnTo>
                    <a:pt x="1077481" y="971849"/>
                  </a:lnTo>
                  <a:lnTo>
                    <a:pt x="1160364" y="1028022"/>
                  </a:lnTo>
                  <a:lnTo>
                    <a:pt x="1243248" y="1081423"/>
                  </a:lnTo>
                  <a:lnTo>
                    <a:pt x="1326131" y="1132116"/>
                  </a:lnTo>
                  <a:lnTo>
                    <a:pt x="1409014" y="1180225"/>
                  </a:lnTo>
                  <a:lnTo>
                    <a:pt x="1491897" y="1225938"/>
                  </a:lnTo>
                  <a:lnTo>
                    <a:pt x="1574780" y="1269510"/>
                  </a:lnTo>
                  <a:lnTo>
                    <a:pt x="1657664" y="1311243"/>
                  </a:lnTo>
                  <a:lnTo>
                    <a:pt x="1740547" y="1351455"/>
                  </a:lnTo>
                  <a:lnTo>
                    <a:pt x="1823430" y="1390638"/>
                  </a:lnTo>
                  <a:lnTo>
                    <a:pt x="1906313" y="1429273"/>
                  </a:lnTo>
                  <a:lnTo>
                    <a:pt x="1989196" y="1467090"/>
                  </a:lnTo>
                  <a:lnTo>
                    <a:pt x="2072080" y="1503767"/>
                  </a:lnTo>
                  <a:lnTo>
                    <a:pt x="2154963" y="1539030"/>
                  </a:lnTo>
                  <a:lnTo>
                    <a:pt x="2237846" y="1572697"/>
                  </a:lnTo>
                  <a:lnTo>
                    <a:pt x="2320729" y="1605170"/>
                  </a:lnTo>
                  <a:lnTo>
                    <a:pt x="2403612" y="1638514"/>
                  </a:lnTo>
                  <a:lnTo>
                    <a:pt x="2486496" y="1670758"/>
                  </a:lnTo>
                  <a:lnTo>
                    <a:pt x="2569379" y="1700387"/>
                  </a:lnTo>
                  <a:lnTo>
                    <a:pt x="2652262" y="1727441"/>
                  </a:lnTo>
                  <a:lnTo>
                    <a:pt x="2735145" y="1752202"/>
                  </a:lnTo>
                  <a:lnTo>
                    <a:pt x="2818028" y="1773850"/>
                  </a:lnTo>
                  <a:lnTo>
                    <a:pt x="2900912" y="1792811"/>
                  </a:lnTo>
                  <a:lnTo>
                    <a:pt x="2983795" y="1811824"/>
                  </a:lnTo>
                  <a:lnTo>
                    <a:pt x="3066678" y="1828783"/>
                  </a:lnTo>
                  <a:lnTo>
                    <a:pt x="3149561" y="1839612"/>
                  </a:lnTo>
                  <a:lnTo>
                    <a:pt x="3232444" y="1848230"/>
                  </a:lnTo>
                  <a:lnTo>
                    <a:pt x="3315328" y="1861462"/>
                  </a:lnTo>
                  <a:lnTo>
                    <a:pt x="3398211" y="1877601"/>
                  </a:lnTo>
                  <a:lnTo>
                    <a:pt x="3481094" y="1891427"/>
                  </a:lnTo>
                  <a:lnTo>
                    <a:pt x="3563977" y="1903595"/>
                  </a:lnTo>
                  <a:lnTo>
                    <a:pt x="3646860" y="1916070"/>
                  </a:lnTo>
                  <a:lnTo>
                    <a:pt x="3729744" y="1931664"/>
                  </a:lnTo>
                  <a:lnTo>
                    <a:pt x="3812627" y="1948654"/>
                  </a:lnTo>
                  <a:lnTo>
                    <a:pt x="3895510" y="1965024"/>
                  </a:lnTo>
                  <a:lnTo>
                    <a:pt x="3978393" y="1980580"/>
                  </a:lnTo>
                  <a:lnTo>
                    <a:pt x="4061276" y="1995337"/>
                  </a:lnTo>
                  <a:lnTo>
                    <a:pt x="4144160" y="2009521"/>
                  </a:lnTo>
                  <a:lnTo>
                    <a:pt x="4227043" y="2023511"/>
                  </a:lnTo>
                  <a:lnTo>
                    <a:pt x="4309926" y="2037725"/>
                  </a:lnTo>
                  <a:lnTo>
                    <a:pt x="4392809" y="2051736"/>
                  </a:lnTo>
                  <a:lnTo>
                    <a:pt x="4475692" y="2065060"/>
                  </a:lnTo>
                  <a:lnTo>
                    <a:pt x="4558576" y="2077623"/>
                  </a:lnTo>
                  <a:lnTo>
                    <a:pt x="4641459" y="2089300"/>
                  </a:lnTo>
                  <a:lnTo>
                    <a:pt x="4724342" y="2099929"/>
                  </a:lnTo>
                  <a:lnTo>
                    <a:pt x="4807225" y="2109327"/>
                  </a:lnTo>
                  <a:lnTo>
                    <a:pt x="4890108" y="2117299"/>
                  </a:lnTo>
                  <a:lnTo>
                    <a:pt x="4972992" y="2123660"/>
                  </a:lnTo>
                  <a:lnTo>
                    <a:pt x="5055875" y="2128242"/>
                  </a:lnTo>
                  <a:lnTo>
                    <a:pt x="5138758" y="2130906"/>
                  </a:lnTo>
                  <a:lnTo>
                    <a:pt x="5221641" y="2131545"/>
                  </a:lnTo>
                  <a:lnTo>
                    <a:pt x="5304524" y="2130086"/>
                  </a:lnTo>
                  <a:lnTo>
                    <a:pt x="5387408" y="2126485"/>
                  </a:lnTo>
                  <a:lnTo>
                    <a:pt x="5470291" y="2120725"/>
                  </a:lnTo>
                  <a:lnTo>
                    <a:pt x="5553174" y="2112807"/>
                  </a:lnTo>
                  <a:lnTo>
                    <a:pt x="5636057" y="2102747"/>
                  </a:lnTo>
                  <a:lnTo>
                    <a:pt x="5718940" y="2090571"/>
                  </a:lnTo>
                  <a:lnTo>
                    <a:pt x="5801824" y="2076310"/>
                  </a:lnTo>
                  <a:lnTo>
                    <a:pt x="5884707" y="2059997"/>
                  </a:lnTo>
                  <a:lnTo>
                    <a:pt x="5967590" y="2041668"/>
                  </a:lnTo>
                  <a:lnTo>
                    <a:pt x="6015395" y="2029952"/>
                  </a:lnTo>
                  <a:lnTo>
                    <a:pt x="6015395" y="2662155"/>
                  </a:lnTo>
                  <a:lnTo>
                    <a:pt x="5478882" y="2662155"/>
                  </a:lnTo>
                  <a:lnTo>
                    <a:pt x="5470291" y="2658529"/>
                  </a:lnTo>
                  <a:lnTo>
                    <a:pt x="5387408" y="2625235"/>
                  </a:lnTo>
                  <a:lnTo>
                    <a:pt x="5304524" y="2593629"/>
                  </a:lnTo>
                  <a:lnTo>
                    <a:pt x="5221641" y="2563690"/>
                  </a:lnTo>
                  <a:lnTo>
                    <a:pt x="5138758" y="2535371"/>
                  </a:lnTo>
                  <a:lnTo>
                    <a:pt x="5055875" y="2508595"/>
                  </a:lnTo>
                  <a:lnTo>
                    <a:pt x="4972992" y="2483251"/>
                  </a:lnTo>
                  <a:lnTo>
                    <a:pt x="4890108" y="2459199"/>
                  </a:lnTo>
                  <a:lnTo>
                    <a:pt x="4807225" y="2436265"/>
                  </a:lnTo>
                  <a:lnTo>
                    <a:pt x="4724342" y="2414261"/>
                  </a:lnTo>
                  <a:lnTo>
                    <a:pt x="4641459" y="2392991"/>
                  </a:lnTo>
                  <a:lnTo>
                    <a:pt x="4558576" y="2372267"/>
                  </a:lnTo>
                  <a:lnTo>
                    <a:pt x="4475692" y="2351922"/>
                  </a:lnTo>
                  <a:lnTo>
                    <a:pt x="4392809" y="2331830"/>
                  </a:lnTo>
                  <a:lnTo>
                    <a:pt x="4309926" y="2311912"/>
                  </a:lnTo>
                  <a:lnTo>
                    <a:pt x="4227043" y="2292094"/>
                  </a:lnTo>
                  <a:lnTo>
                    <a:pt x="4144160" y="2272404"/>
                  </a:lnTo>
                  <a:lnTo>
                    <a:pt x="4061276" y="2253042"/>
                  </a:lnTo>
                  <a:lnTo>
                    <a:pt x="3978393" y="2234163"/>
                  </a:lnTo>
                  <a:lnTo>
                    <a:pt x="3895510" y="2215770"/>
                  </a:lnTo>
                  <a:lnTo>
                    <a:pt x="3812627" y="2197655"/>
                  </a:lnTo>
                  <a:lnTo>
                    <a:pt x="3729744" y="2179399"/>
                  </a:lnTo>
                  <a:lnTo>
                    <a:pt x="3646860" y="2161236"/>
                  </a:lnTo>
                  <a:lnTo>
                    <a:pt x="3563977" y="2144571"/>
                  </a:lnTo>
                  <a:lnTo>
                    <a:pt x="3481094" y="2129479"/>
                  </a:lnTo>
                  <a:lnTo>
                    <a:pt x="3398211" y="2115047"/>
                  </a:lnTo>
                  <a:lnTo>
                    <a:pt x="3315328" y="2099052"/>
                  </a:lnTo>
                  <a:lnTo>
                    <a:pt x="3232444" y="2083085"/>
                  </a:lnTo>
                  <a:lnTo>
                    <a:pt x="3149561" y="2071062"/>
                  </a:lnTo>
                  <a:lnTo>
                    <a:pt x="3066678" y="2060002"/>
                  </a:lnTo>
                  <a:lnTo>
                    <a:pt x="2983795" y="2043971"/>
                  </a:lnTo>
                  <a:lnTo>
                    <a:pt x="2900912" y="2023123"/>
                  </a:lnTo>
                  <a:lnTo>
                    <a:pt x="2818028" y="2002601"/>
                  </a:lnTo>
                  <a:lnTo>
                    <a:pt x="2735145" y="1982300"/>
                  </a:lnTo>
                  <a:lnTo>
                    <a:pt x="2652262" y="1959804"/>
                  </a:lnTo>
                  <a:lnTo>
                    <a:pt x="2569379" y="1932390"/>
                  </a:lnTo>
                  <a:lnTo>
                    <a:pt x="2486496" y="1902206"/>
                  </a:lnTo>
                  <a:lnTo>
                    <a:pt x="2403612" y="1871524"/>
                  </a:lnTo>
                  <a:lnTo>
                    <a:pt x="2320729" y="1841029"/>
                  </a:lnTo>
                  <a:lnTo>
                    <a:pt x="2237846" y="1810159"/>
                  </a:lnTo>
                  <a:lnTo>
                    <a:pt x="2154963" y="1778087"/>
                  </a:lnTo>
                  <a:lnTo>
                    <a:pt x="2072080" y="1745183"/>
                  </a:lnTo>
                  <a:lnTo>
                    <a:pt x="1989196" y="1711870"/>
                  </a:lnTo>
                  <a:lnTo>
                    <a:pt x="1906313" y="1678477"/>
                  </a:lnTo>
                  <a:lnTo>
                    <a:pt x="1823430" y="1645286"/>
                  </a:lnTo>
                  <a:lnTo>
                    <a:pt x="1740547" y="1612606"/>
                  </a:lnTo>
                  <a:lnTo>
                    <a:pt x="1657664" y="1580758"/>
                  </a:lnTo>
                  <a:lnTo>
                    <a:pt x="1574780" y="1550021"/>
                  </a:lnTo>
                  <a:lnTo>
                    <a:pt x="1491897" y="1520684"/>
                  </a:lnTo>
                  <a:lnTo>
                    <a:pt x="1409014" y="1493019"/>
                  </a:lnTo>
                  <a:lnTo>
                    <a:pt x="1326131" y="1467250"/>
                  </a:lnTo>
                  <a:lnTo>
                    <a:pt x="1243248" y="1443536"/>
                  </a:lnTo>
                  <a:lnTo>
                    <a:pt x="1160364" y="1421971"/>
                  </a:lnTo>
                  <a:lnTo>
                    <a:pt x="1077481" y="1402587"/>
                  </a:lnTo>
                  <a:lnTo>
                    <a:pt x="994598" y="1385372"/>
                  </a:lnTo>
                  <a:lnTo>
                    <a:pt x="911715" y="1370280"/>
                  </a:lnTo>
                  <a:lnTo>
                    <a:pt x="828832" y="1357249"/>
                  </a:lnTo>
                  <a:lnTo>
                    <a:pt x="745948" y="1346207"/>
                  </a:lnTo>
                  <a:lnTo>
                    <a:pt x="663065" y="1337078"/>
                  </a:lnTo>
                  <a:lnTo>
                    <a:pt x="580182" y="1329790"/>
                  </a:lnTo>
                  <a:lnTo>
                    <a:pt x="497299" y="1324271"/>
                  </a:lnTo>
                  <a:lnTo>
                    <a:pt x="414416" y="1320457"/>
                  </a:lnTo>
                  <a:lnTo>
                    <a:pt x="331532" y="1318284"/>
                  </a:lnTo>
                  <a:lnTo>
                    <a:pt x="248649" y="1317696"/>
                  </a:lnTo>
                  <a:lnTo>
                    <a:pt x="165766" y="1318640"/>
                  </a:lnTo>
                  <a:lnTo>
                    <a:pt x="82883" y="1321064"/>
                  </a:lnTo>
                  <a:lnTo>
                    <a:pt x="0" y="132492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072465" y="2716304"/>
              <a:ext cx="6015395" cy="2131545"/>
            </a:xfrm>
            <a:custGeom>
              <a:avLst/>
              <a:pathLst>
                <a:path w="6015395" h="2131545">
                  <a:moveTo>
                    <a:pt x="0" y="0"/>
                  </a:moveTo>
                  <a:lnTo>
                    <a:pt x="82883" y="89806"/>
                  </a:lnTo>
                  <a:lnTo>
                    <a:pt x="165766" y="177200"/>
                  </a:lnTo>
                  <a:lnTo>
                    <a:pt x="248649" y="262163"/>
                  </a:lnTo>
                  <a:lnTo>
                    <a:pt x="331532" y="344675"/>
                  </a:lnTo>
                  <a:lnTo>
                    <a:pt x="414416" y="424713"/>
                  </a:lnTo>
                  <a:lnTo>
                    <a:pt x="497299" y="502250"/>
                  </a:lnTo>
                  <a:lnTo>
                    <a:pt x="580182" y="577253"/>
                  </a:lnTo>
                  <a:lnTo>
                    <a:pt x="663065" y="649687"/>
                  </a:lnTo>
                  <a:lnTo>
                    <a:pt x="745948" y="719512"/>
                  </a:lnTo>
                  <a:lnTo>
                    <a:pt x="828832" y="786683"/>
                  </a:lnTo>
                  <a:lnTo>
                    <a:pt x="911715" y="851156"/>
                  </a:lnTo>
                  <a:lnTo>
                    <a:pt x="994598" y="912889"/>
                  </a:lnTo>
                  <a:lnTo>
                    <a:pt x="1077481" y="971849"/>
                  </a:lnTo>
                  <a:lnTo>
                    <a:pt x="1160364" y="1028022"/>
                  </a:lnTo>
                  <a:lnTo>
                    <a:pt x="1243248" y="1081423"/>
                  </a:lnTo>
                  <a:lnTo>
                    <a:pt x="1326131" y="1132116"/>
                  </a:lnTo>
                  <a:lnTo>
                    <a:pt x="1409014" y="1180225"/>
                  </a:lnTo>
                  <a:lnTo>
                    <a:pt x="1491897" y="1225938"/>
                  </a:lnTo>
                  <a:lnTo>
                    <a:pt x="1574780" y="1269510"/>
                  </a:lnTo>
                  <a:lnTo>
                    <a:pt x="1657664" y="1311243"/>
                  </a:lnTo>
                  <a:lnTo>
                    <a:pt x="1740547" y="1351455"/>
                  </a:lnTo>
                  <a:lnTo>
                    <a:pt x="1823430" y="1390638"/>
                  </a:lnTo>
                  <a:lnTo>
                    <a:pt x="1906313" y="1429273"/>
                  </a:lnTo>
                  <a:lnTo>
                    <a:pt x="1989196" y="1467090"/>
                  </a:lnTo>
                  <a:lnTo>
                    <a:pt x="2072080" y="1503767"/>
                  </a:lnTo>
                  <a:lnTo>
                    <a:pt x="2154963" y="1539030"/>
                  </a:lnTo>
                  <a:lnTo>
                    <a:pt x="2237846" y="1572697"/>
                  </a:lnTo>
                  <a:lnTo>
                    <a:pt x="2320729" y="1605170"/>
                  </a:lnTo>
                  <a:lnTo>
                    <a:pt x="2403612" y="1638514"/>
                  </a:lnTo>
                  <a:lnTo>
                    <a:pt x="2486496" y="1670758"/>
                  </a:lnTo>
                  <a:lnTo>
                    <a:pt x="2569379" y="1700387"/>
                  </a:lnTo>
                  <a:lnTo>
                    <a:pt x="2652262" y="1727441"/>
                  </a:lnTo>
                  <a:lnTo>
                    <a:pt x="2735145" y="1752202"/>
                  </a:lnTo>
                  <a:lnTo>
                    <a:pt x="2818028" y="1773850"/>
                  </a:lnTo>
                  <a:lnTo>
                    <a:pt x="2900912" y="1792811"/>
                  </a:lnTo>
                  <a:lnTo>
                    <a:pt x="2983795" y="1811824"/>
                  </a:lnTo>
                  <a:lnTo>
                    <a:pt x="3066678" y="1828783"/>
                  </a:lnTo>
                  <a:lnTo>
                    <a:pt x="3149561" y="1839612"/>
                  </a:lnTo>
                  <a:lnTo>
                    <a:pt x="3232444" y="1848230"/>
                  </a:lnTo>
                  <a:lnTo>
                    <a:pt x="3315328" y="1861462"/>
                  </a:lnTo>
                  <a:lnTo>
                    <a:pt x="3398211" y="1877601"/>
                  </a:lnTo>
                  <a:lnTo>
                    <a:pt x="3481094" y="1891427"/>
                  </a:lnTo>
                  <a:lnTo>
                    <a:pt x="3563977" y="1903595"/>
                  </a:lnTo>
                  <a:lnTo>
                    <a:pt x="3646860" y="1916070"/>
                  </a:lnTo>
                  <a:lnTo>
                    <a:pt x="3729744" y="1931664"/>
                  </a:lnTo>
                  <a:lnTo>
                    <a:pt x="3812627" y="1948654"/>
                  </a:lnTo>
                  <a:lnTo>
                    <a:pt x="3895510" y="1965024"/>
                  </a:lnTo>
                  <a:lnTo>
                    <a:pt x="3978393" y="1980580"/>
                  </a:lnTo>
                  <a:lnTo>
                    <a:pt x="4061276" y="1995337"/>
                  </a:lnTo>
                  <a:lnTo>
                    <a:pt x="4144160" y="2009521"/>
                  </a:lnTo>
                  <a:lnTo>
                    <a:pt x="4227043" y="2023511"/>
                  </a:lnTo>
                  <a:lnTo>
                    <a:pt x="4309926" y="2037725"/>
                  </a:lnTo>
                  <a:lnTo>
                    <a:pt x="4392809" y="2051736"/>
                  </a:lnTo>
                  <a:lnTo>
                    <a:pt x="4475692" y="2065060"/>
                  </a:lnTo>
                  <a:lnTo>
                    <a:pt x="4558576" y="2077623"/>
                  </a:lnTo>
                  <a:lnTo>
                    <a:pt x="4641459" y="2089300"/>
                  </a:lnTo>
                  <a:lnTo>
                    <a:pt x="4724342" y="2099929"/>
                  </a:lnTo>
                  <a:lnTo>
                    <a:pt x="4807225" y="2109327"/>
                  </a:lnTo>
                  <a:lnTo>
                    <a:pt x="4890108" y="2117299"/>
                  </a:lnTo>
                  <a:lnTo>
                    <a:pt x="4972992" y="2123660"/>
                  </a:lnTo>
                  <a:lnTo>
                    <a:pt x="5055875" y="2128242"/>
                  </a:lnTo>
                  <a:lnTo>
                    <a:pt x="5138758" y="2130906"/>
                  </a:lnTo>
                  <a:lnTo>
                    <a:pt x="5221641" y="2131545"/>
                  </a:lnTo>
                  <a:lnTo>
                    <a:pt x="5304524" y="2130086"/>
                  </a:lnTo>
                  <a:lnTo>
                    <a:pt x="5387408" y="2126485"/>
                  </a:lnTo>
                  <a:lnTo>
                    <a:pt x="5470291" y="2120725"/>
                  </a:lnTo>
                  <a:lnTo>
                    <a:pt x="5553174" y="2112807"/>
                  </a:lnTo>
                  <a:lnTo>
                    <a:pt x="5636057" y="2102747"/>
                  </a:lnTo>
                  <a:lnTo>
                    <a:pt x="5718940" y="2090571"/>
                  </a:lnTo>
                  <a:lnTo>
                    <a:pt x="5801824" y="2076310"/>
                  </a:lnTo>
                  <a:lnTo>
                    <a:pt x="5884707" y="2059997"/>
                  </a:lnTo>
                  <a:lnTo>
                    <a:pt x="5967590" y="2041668"/>
                  </a:lnTo>
                  <a:lnTo>
                    <a:pt x="6015395" y="20299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72465" y="4034001"/>
              <a:ext cx="5478882" cy="1344458"/>
            </a:xfrm>
            <a:custGeom>
              <a:avLst/>
              <a:pathLst>
                <a:path w="5478882" h="1344458">
                  <a:moveTo>
                    <a:pt x="5478882" y="1344458"/>
                  </a:moveTo>
                  <a:lnTo>
                    <a:pt x="5470291" y="1340832"/>
                  </a:lnTo>
                  <a:lnTo>
                    <a:pt x="5387408" y="1307538"/>
                  </a:lnTo>
                  <a:lnTo>
                    <a:pt x="5304524" y="1275932"/>
                  </a:lnTo>
                  <a:lnTo>
                    <a:pt x="5221641" y="1245993"/>
                  </a:lnTo>
                  <a:lnTo>
                    <a:pt x="5138758" y="1217674"/>
                  </a:lnTo>
                  <a:lnTo>
                    <a:pt x="5055875" y="1190898"/>
                  </a:lnTo>
                  <a:lnTo>
                    <a:pt x="4972992" y="1165555"/>
                  </a:lnTo>
                  <a:lnTo>
                    <a:pt x="4890108" y="1141502"/>
                  </a:lnTo>
                  <a:lnTo>
                    <a:pt x="4807225" y="1118568"/>
                  </a:lnTo>
                  <a:lnTo>
                    <a:pt x="4724342" y="1096565"/>
                  </a:lnTo>
                  <a:lnTo>
                    <a:pt x="4641459" y="1075294"/>
                  </a:lnTo>
                  <a:lnTo>
                    <a:pt x="4558576" y="1054570"/>
                  </a:lnTo>
                  <a:lnTo>
                    <a:pt x="4475692" y="1034225"/>
                  </a:lnTo>
                  <a:lnTo>
                    <a:pt x="4392809" y="1014133"/>
                  </a:lnTo>
                  <a:lnTo>
                    <a:pt x="4309926" y="994215"/>
                  </a:lnTo>
                  <a:lnTo>
                    <a:pt x="4227043" y="974398"/>
                  </a:lnTo>
                  <a:lnTo>
                    <a:pt x="4144160" y="954707"/>
                  </a:lnTo>
                  <a:lnTo>
                    <a:pt x="4061276" y="935345"/>
                  </a:lnTo>
                  <a:lnTo>
                    <a:pt x="3978393" y="916466"/>
                  </a:lnTo>
                  <a:lnTo>
                    <a:pt x="3895510" y="898073"/>
                  </a:lnTo>
                  <a:lnTo>
                    <a:pt x="3812627" y="879958"/>
                  </a:lnTo>
                  <a:lnTo>
                    <a:pt x="3729744" y="861702"/>
                  </a:lnTo>
                  <a:lnTo>
                    <a:pt x="3646860" y="843539"/>
                  </a:lnTo>
                  <a:lnTo>
                    <a:pt x="3563977" y="826874"/>
                  </a:lnTo>
                  <a:lnTo>
                    <a:pt x="3481094" y="811782"/>
                  </a:lnTo>
                  <a:lnTo>
                    <a:pt x="3398211" y="797350"/>
                  </a:lnTo>
                  <a:lnTo>
                    <a:pt x="3315328" y="781355"/>
                  </a:lnTo>
                  <a:lnTo>
                    <a:pt x="3232444" y="765388"/>
                  </a:lnTo>
                  <a:lnTo>
                    <a:pt x="3149561" y="753365"/>
                  </a:lnTo>
                  <a:lnTo>
                    <a:pt x="3066678" y="742305"/>
                  </a:lnTo>
                  <a:lnTo>
                    <a:pt x="2983795" y="726274"/>
                  </a:lnTo>
                  <a:lnTo>
                    <a:pt x="2900912" y="705426"/>
                  </a:lnTo>
                  <a:lnTo>
                    <a:pt x="2818028" y="684904"/>
                  </a:lnTo>
                  <a:lnTo>
                    <a:pt x="2735145" y="664603"/>
                  </a:lnTo>
                  <a:lnTo>
                    <a:pt x="2652262" y="642108"/>
                  </a:lnTo>
                  <a:lnTo>
                    <a:pt x="2569379" y="614693"/>
                  </a:lnTo>
                  <a:lnTo>
                    <a:pt x="2486496" y="584509"/>
                  </a:lnTo>
                  <a:lnTo>
                    <a:pt x="2403612" y="553827"/>
                  </a:lnTo>
                  <a:lnTo>
                    <a:pt x="2320729" y="523332"/>
                  </a:lnTo>
                  <a:lnTo>
                    <a:pt x="2237846" y="492462"/>
                  </a:lnTo>
                  <a:lnTo>
                    <a:pt x="2154963" y="460390"/>
                  </a:lnTo>
                  <a:lnTo>
                    <a:pt x="2072080" y="427486"/>
                  </a:lnTo>
                  <a:lnTo>
                    <a:pt x="1989196" y="394173"/>
                  </a:lnTo>
                  <a:lnTo>
                    <a:pt x="1906313" y="360780"/>
                  </a:lnTo>
                  <a:lnTo>
                    <a:pt x="1823430" y="327590"/>
                  </a:lnTo>
                  <a:lnTo>
                    <a:pt x="1740547" y="294909"/>
                  </a:lnTo>
                  <a:lnTo>
                    <a:pt x="1657664" y="263061"/>
                  </a:lnTo>
                  <a:lnTo>
                    <a:pt x="1574780" y="232324"/>
                  </a:lnTo>
                  <a:lnTo>
                    <a:pt x="1491897" y="202988"/>
                  </a:lnTo>
                  <a:lnTo>
                    <a:pt x="1409014" y="175322"/>
                  </a:lnTo>
                  <a:lnTo>
                    <a:pt x="1326131" y="149553"/>
                  </a:lnTo>
                  <a:lnTo>
                    <a:pt x="1243248" y="125839"/>
                  </a:lnTo>
                  <a:lnTo>
                    <a:pt x="1160364" y="104274"/>
                  </a:lnTo>
                  <a:lnTo>
                    <a:pt x="1077481" y="84890"/>
                  </a:lnTo>
                  <a:lnTo>
                    <a:pt x="994598" y="67675"/>
                  </a:lnTo>
                  <a:lnTo>
                    <a:pt x="911715" y="52583"/>
                  </a:lnTo>
                  <a:lnTo>
                    <a:pt x="828832" y="39552"/>
                  </a:lnTo>
                  <a:lnTo>
                    <a:pt x="745948" y="28510"/>
                  </a:lnTo>
                  <a:lnTo>
                    <a:pt x="663065" y="19381"/>
                  </a:lnTo>
                  <a:lnTo>
                    <a:pt x="580182" y="12093"/>
                  </a:lnTo>
                  <a:lnTo>
                    <a:pt x="497299" y="6574"/>
                  </a:lnTo>
                  <a:lnTo>
                    <a:pt x="414416" y="2760"/>
                  </a:lnTo>
                  <a:lnTo>
                    <a:pt x="331532" y="587"/>
                  </a:lnTo>
                  <a:lnTo>
                    <a:pt x="248649" y="0"/>
                  </a:lnTo>
                  <a:lnTo>
                    <a:pt x="165766" y="943"/>
                  </a:lnTo>
                  <a:lnTo>
                    <a:pt x="82883" y="3367"/>
                  </a:lnTo>
                  <a:lnTo>
                    <a:pt x="0" y="72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72465" y="3378766"/>
              <a:ext cx="6015395" cy="1811924"/>
            </a:xfrm>
            <a:custGeom>
              <a:avLst/>
              <a:pathLst>
                <a:path w="6015395" h="1811924">
                  <a:moveTo>
                    <a:pt x="0" y="0"/>
                  </a:moveTo>
                  <a:lnTo>
                    <a:pt x="82883" y="42974"/>
                  </a:lnTo>
                  <a:lnTo>
                    <a:pt x="165766" y="85458"/>
                  </a:lnTo>
                  <a:lnTo>
                    <a:pt x="248649" y="127468"/>
                  </a:lnTo>
                  <a:lnTo>
                    <a:pt x="331532" y="169018"/>
                  </a:lnTo>
                  <a:lnTo>
                    <a:pt x="414416" y="210123"/>
                  </a:lnTo>
                  <a:lnTo>
                    <a:pt x="497299" y="250799"/>
                  </a:lnTo>
                  <a:lnTo>
                    <a:pt x="580182" y="291060"/>
                  </a:lnTo>
                  <a:lnTo>
                    <a:pt x="663065" y="330921"/>
                  </a:lnTo>
                  <a:lnTo>
                    <a:pt x="745948" y="370398"/>
                  </a:lnTo>
                  <a:lnTo>
                    <a:pt x="828832" y="409504"/>
                  </a:lnTo>
                  <a:lnTo>
                    <a:pt x="911715" y="448256"/>
                  </a:lnTo>
                  <a:lnTo>
                    <a:pt x="994598" y="486669"/>
                  </a:lnTo>
                  <a:lnTo>
                    <a:pt x="1077481" y="524757"/>
                  </a:lnTo>
                  <a:lnTo>
                    <a:pt x="1160364" y="562535"/>
                  </a:lnTo>
                  <a:lnTo>
                    <a:pt x="1243248" y="600018"/>
                  </a:lnTo>
                  <a:lnTo>
                    <a:pt x="1326131" y="637221"/>
                  </a:lnTo>
                  <a:lnTo>
                    <a:pt x="1409014" y="674160"/>
                  </a:lnTo>
                  <a:lnTo>
                    <a:pt x="1491897" y="710849"/>
                  </a:lnTo>
                  <a:lnTo>
                    <a:pt x="1574780" y="747304"/>
                  </a:lnTo>
                  <a:lnTo>
                    <a:pt x="1657664" y="783539"/>
                  </a:lnTo>
                  <a:lnTo>
                    <a:pt x="1740547" y="819569"/>
                  </a:lnTo>
                  <a:lnTo>
                    <a:pt x="1823430" y="855501"/>
                  </a:lnTo>
                  <a:lnTo>
                    <a:pt x="1906313" y="891413"/>
                  </a:lnTo>
                  <a:lnTo>
                    <a:pt x="1989196" y="927018"/>
                  </a:lnTo>
                  <a:lnTo>
                    <a:pt x="2072080" y="962013"/>
                  </a:lnTo>
                  <a:lnTo>
                    <a:pt x="2154963" y="996097"/>
                  </a:lnTo>
                  <a:lnTo>
                    <a:pt x="2237846" y="1028966"/>
                  </a:lnTo>
                  <a:lnTo>
                    <a:pt x="2320729" y="1060638"/>
                  </a:lnTo>
                  <a:lnTo>
                    <a:pt x="2403612" y="1092557"/>
                  </a:lnTo>
                  <a:lnTo>
                    <a:pt x="2486496" y="1124020"/>
                  </a:lnTo>
                  <a:lnTo>
                    <a:pt x="2569379" y="1153927"/>
                  </a:lnTo>
                  <a:lnTo>
                    <a:pt x="2652262" y="1181161"/>
                  </a:lnTo>
                  <a:lnTo>
                    <a:pt x="2735145" y="1204790"/>
                  </a:lnTo>
                  <a:lnTo>
                    <a:pt x="2818028" y="1225764"/>
                  </a:lnTo>
                  <a:lnTo>
                    <a:pt x="2900912" y="1245505"/>
                  </a:lnTo>
                  <a:lnTo>
                    <a:pt x="2983795" y="1265436"/>
                  </a:lnTo>
                  <a:lnTo>
                    <a:pt x="3066678" y="1281931"/>
                  </a:lnTo>
                  <a:lnTo>
                    <a:pt x="3149561" y="1292875"/>
                  </a:lnTo>
                  <a:lnTo>
                    <a:pt x="3232444" y="1303196"/>
                  </a:lnTo>
                  <a:lnTo>
                    <a:pt x="3315328" y="1317795"/>
                  </a:lnTo>
                  <a:lnTo>
                    <a:pt x="3398211" y="1333862"/>
                  </a:lnTo>
                  <a:lnTo>
                    <a:pt x="3481094" y="1347992"/>
                  </a:lnTo>
                  <a:lnTo>
                    <a:pt x="3563977" y="1361622"/>
                  </a:lnTo>
                  <a:lnTo>
                    <a:pt x="3646860" y="1376191"/>
                  </a:lnTo>
                  <a:lnTo>
                    <a:pt x="3729744" y="1393070"/>
                  </a:lnTo>
                  <a:lnTo>
                    <a:pt x="3812627" y="1410693"/>
                  </a:lnTo>
                  <a:lnTo>
                    <a:pt x="3895510" y="1427935"/>
                  </a:lnTo>
                  <a:lnTo>
                    <a:pt x="3978393" y="1444910"/>
                  </a:lnTo>
                  <a:lnTo>
                    <a:pt x="4061276" y="1461728"/>
                  </a:lnTo>
                  <a:lnTo>
                    <a:pt x="4144160" y="1478501"/>
                  </a:lnTo>
                  <a:lnTo>
                    <a:pt x="4227043" y="1495341"/>
                  </a:lnTo>
                  <a:lnTo>
                    <a:pt x="4309926" y="1512357"/>
                  </a:lnTo>
                  <a:lnTo>
                    <a:pt x="4392809" y="1529321"/>
                  </a:lnTo>
                  <a:lnTo>
                    <a:pt x="4475692" y="1546029"/>
                  </a:lnTo>
                  <a:lnTo>
                    <a:pt x="4558576" y="1562483"/>
                  </a:lnTo>
                  <a:lnTo>
                    <a:pt x="4641459" y="1578684"/>
                  </a:lnTo>
                  <a:lnTo>
                    <a:pt x="4724342" y="1594634"/>
                  </a:lnTo>
                  <a:lnTo>
                    <a:pt x="4807225" y="1610334"/>
                  </a:lnTo>
                  <a:lnTo>
                    <a:pt x="4890108" y="1625787"/>
                  </a:lnTo>
                  <a:lnTo>
                    <a:pt x="4972992" y="1640994"/>
                  </a:lnTo>
                  <a:lnTo>
                    <a:pt x="5055875" y="1655957"/>
                  </a:lnTo>
                  <a:lnTo>
                    <a:pt x="5138758" y="1670677"/>
                  </a:lnTo>
                  <a:lnTo>
                    <a:pt x="5221641" y="1685156"/>
                  </a:lnTo>
                  <a:lnTo>
                    <a:pt x="5304524" y="1699396"/>
                  </a:lnTo>
                  <a:lnTo>
                    <a:pt x="5387408" y="1713398"/>
                  </a:lnTo>
                  <a:lnTo>
                    <a:pt x="5470291" y="1727165"/>
                  </a:lnTo>
                  <a:lnTo>
                    <a:pt x="5553174" y="1740698"/>
                  </a:lnTo>
                  <a:lnTo>
                    <a:pt x="5636057" y="1753998"/>
                  </a:lnTo>
                  <a:lnTo>
                    <a:pt x="5718940" y="1767067"/>
                  </a:lnTo>
                  <a:lnTo>
                    <a:pt x="5801824" y="1779908"/>
                  </a:lnTo>
                  <a:lnTo>
                    <a:pt x="5884707" y="1792521"/>
                  </a:lnTo>
                  <a:lnTo>
                    <a:pt x="5967590" y="1804908"/>
                  </a:lnTo>
                  <a:lnTo>
                    <a:pt x="6015395" y="181192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072465" y="2840301"/>
              <a:ext cx="6015395" cy="2538158"/>
            </a:xfrm>
            <a:custGeom>
              <a:avLst/>
              <a:pathLst>
                <a:path w="6015395" h="2538158">
                  <a:moveTo>
                    <a:pt x="0" y="0"/>
                  </a:moveTo>
                  <a:lnTo>
                    <a:pt x="82883" y="99451"/>
                  </a:lnTo>
                  <a:lnTo>
                    <a:pt x="165766" y="195920"/>
                  </a:lnTo>
                  <a:lnTo>
                    <a:pt x="248649" y="289382"/>
                  </a:lnTo>
                  <a:lnTo>
                    <a:pt x="331532" y="379809"/>
                  </a:lnTo>
                  <a:lnTo>
                    <a:pt x="414416" y="467168"/>
                  </a:lnTo>
                  <a:lnTo>
                    <a:pt x="497299" y="551423"/>
                  </a:lnTo>
                  <a:lnTo>
                    <a:pt x="580182" y="632537"/>
                  </a:lnTo>
                  <a:lnTo>
                    <a:pt x="663065" y="710464"/>
                  </a:lnTo>
                  <a:lnTo>
                    <a:pt x="745948" y="785159"/>
                  </a:lnTo>
                  <a:lnTo>
                    <a:pt x="828832" y="856570"/>
                  </a:lnTo>
                  <a:lnTo>
                    <a:pt x="911715" y="924647"/>
                  </a:lnTo>
                  <a:lnTo>
                    <a:pt x="994598" y="989339"/>
                  </a:lnTo>
                  <a:lnTo>
                    <a:pt x="1077481" y="1050608"/>
                  </a:lnTo>
                  <a:lnTo>
                    <a:pt x="1160364" y="1108428"/>
                  </a:lnTo>
                  <a:lnTo>
                    <a:pt x="1243248" y="1162806"/>
                  </a:lnTo>
                  <a:lnTo>
                    <a:pt x="1326131" y="1213791"/>
                  </a:lnTo>
                  <a:lnTo>
                    <a:pt x="1409014" y="1261486"/>
                  </a:lnTo>
                  <a:lnTo>
                    <a:pt x="1491897" y="1306057"/>
                  </a:lnTo>
                  <a:lnTo>
                    <a:pt x="1574780" y="1347731"/>
                  </a:lnTo>
                  <a:lnTo>
                    <a:pt x="1657664" y="1386776"/>
                  </a:lnTo>
                  <a:lnTo>
                    <a:pt x="1740547" y="1423480"/>
                  </a:lnTo>
                  <a:lnTo>
                    <a:pt x="1823430" y="1458192"/>
                  </a:lnTo>
                  <a:lnTo>
                    <a:pt x="1906313" y="1491239"/>
                  </a:lnTo>
                  <a:lnTo>
                    <a:pt x="1989196" y="1522584"/>
                  </a:lnTo>
                  <a:lnTo>
                    <a:pt x="2072080" y="1552160"/>
                  </a:lnTo>
                  <a:lnTo>
                    <a:pt x="2154963" y="1579941"/>
                  </a:lnTo>
                  <a:lnTo>
                    <a:pt x="2237846" y="1605988"/>
                  </a:lnTo>
                  <a:lnTo>
                    <a:pt x="2320729" y="1630522"/>
                  </a:lnTo>
                  <a:lnTo>
                    <a:pt x="2403612" y="1653720"/>
                  </a:lnTo>
                  <a:lnTo>
                    <a:pt x="2486496" y="1674777"/>
                  </a:lnTo>
                  <a:lnTo>
                    <a:pt x="2569379" y="1693799"/>
                  </a:lnTo>
                  <a:lnTo>
                    <a:pt x="2652262" y="1712235"/>
                  </a:lnTo>
                  <a:lnTo>
                    <a:pt x="2735145" y="1728746"/>
                  </a:lnTo>
                  <a:lnTo>
                    <a:pt x="2818028" y="1742115"/>
                  </a:lnTo>
                  <a:lnTo>
                    <a:pt x="2900912" y="1753586"/>
                  </a:lnTo>
                  <a:lnTo>
                    <a:pt x="2983795" y="1766543"/>
                  </a:lnTo>
                  <a:lnTo>
                    <a:pt x="3066678" y="1780146"/>
                  </a:lnTo>
                  <a:lnTo>
                    <a:pt x="3149561" y="1790226"/>
                  </a:lnTo>
                  <a:lnTo>
                    <a:pt x="3232444" y="1798883"/>
                  </a:lnTo>
                  <a:lnTo>
                    <a:pt x="3315328" y="1810917"/>
                  </a:lnTo>
                  <a:lnTo>
                    <a:pt x="3398211" y="1825488"/>
                  </a:lnTo>
                  <a:lnTo>
                    <a:pt x="3481094" y="1838786"/>
                  </a:lnTo>
                  <a:lnTo>
                    <a:pt x="3563977" y="1851081"/>
                  </a:lnTo>
                  <a:lnTo>
                    <a:pt x="3646860" y="1863851"/>
                  </a:lnTo>
                  <a:lnTo>
                    <a:pt x="3729744" y="1879383"/>
                  </a:lnTo>
                  <a:lnTo>
                    <a:pt x="3812627" y="1896472"/>
                  </a:lnTo>
                  <a:lnTo>
                    <a:pt x="3895510" y="1913455"/>
                  </a:lnTo>
                  <a:lnTo>
                    <a:pt x="3978393" y="1930031"/>
                  </a:lnTo>
                  <a:lnTo>
                    <a:pt x="4061276" y="1946095"/>
                  </a:lnTo>
                  <a:lnTo>
                    <a:pt x="4144160" y="1961735"/>
                  </a:lnTo>
                  <a:lnTo>
                    <a:pt x="4227043" y="1977183"/>
                  </a:lnTo>
                  <a:lnTo>
                    <a:pt x="4309926" y="1992707"/>
                  </a:lnTo>
                  <a:lnTo>
                    <a:pt x="4392809" y="2007868"/>
                  </a:lnTo>
                  <a:lnTo>
                    <a:pt x="4475692" y="2022245"/>
                  </a:lnTo>
                  <a:lnTo>
                    <a:pt x="4558576" y="2035773"/>
                  </a:lnTo>
                  <a:lnTo>
                    <a:pt x="4641459" y="2048344"/>
                  </a:lnTo>
                  <a:lnTo>
                    <a:pt x="4724342" y="2059812"/>
                  </a:lnTo>
                  <a:lnTo>
                    <a:pt x="4807225" y="2070012"/>
                  </a:lnTo>
                  <a:lnTo>
                    <a:pt x="4890108" y="2078772"/>
                  </a:lnTo>
                  <a:lnTo>
                    <a:pt x="4972992" y="2085923"/>
                  </a:lnTo>
                  <a:lnTo>
                    <a:pt x="5055875" y="2091316"/>
                  </a:lnTo>
                  <a:lnTo>
                    <a:pt x="5138758" y="2094829"/>
                  </a:lnTo>
                  <a:lnTo>
                    <a:pt x="5221641" y="2096367"/>
                  </a:lnTo>
                  <a:lnTo>
                    <a:pt x="5304524" y="2095867"/>
                  </a:lnTo>
                  <a:lnTo>
                    <a:pt x="5387408" y="2093297"/>
                  </a:lnTo>
                  <a:lnTo>
                    <a:pt x="5470291" y="2088645"/>
                  </a:lnTo>
                  <a:lnTo>
                    <a:pt x="5553174" y="2081917"/>
                  </a:lnTo>
                  <a:lnTo>
                    <a:pt x="5636057" y="2073136"/>
                  </a:lnTo>
                  <a:lnTo>
                    <a:pt x="5718940" y="2062329"/>
                  </a:lnTo>
                  <a:lnTo>
                    <a:pt x="5801824" y="2049532"/>
                  </a:lnTo>
                  <a:lnTo>
                    <a:pt x="5884707" y="2034781"/>
                  </a:lnTo>
                  <a:lnTo>
                    <a:pt x="5967590" y="2018114"/>
                  </a:lnTo>
                  <a:lnTo>
                    <a:pt x="6015395" y="2007418"/>
                  </a:lnTo>
                  <a:lnTo>
                    <a:pt x="6015395" y="2538158"/>
                  </a:lnTo>
                  <a:lnTo>
                    <a:pt x="5338728" y="2538158"/>
                  </a:lnTo>
                  <a:lnTo>
                    <a:pt x="5304524" y="2525745"/>
                  </a:lnTo>
                  <a:lnTo>
                    <a:pt x="5221641" y="2497126"/>
                  </a:lnTo>
                  <a:lnTo>
                    <a:pt x="5138758" y="2469918"/>
                  </a:lnTo>
                  <a:lnTo>
                    <a:pt x="5055875" y="2444045"/>
                  </a:lnTo>
                  <a:lnTo>
                    <a:pt x="4972992" y="2419398"/>
                  </a:lnTo>
                  <a:lnTo>
                    <a:pt x="4890108" y="2395840"/>
                  </a:lnTo>
                  <a:lnTo>
                    <a:pt x="4807225" y="2373206"/>
                  </a:lnTo>
                  <a:lnTo>
                    <a:pt x="4724342" y="2351315"/>
                  </a:lnTo>
                  <a:lnTo>
                    <a:pt x="4641459" y="2329979"/>
                  </a:lnTo>
                  <a:lnTo>
                    <a:pt x="4558576" y="2309018"/>
                  </a:lnTo>
                  <a:lnTo>
                    <a:pt x="4475692" y="2288273"/>
                  </a:lnTo>
                  <a:lnTo>
                    <a:pt x="4392809" y="2267620"/>
                  </a:lnTo>
                  <a:lnTo>
                    <a:pt x="4309926" y="2246980"/>
                  </a:lnTo>
                  <a:lnTo>
                    <a:pt x="4227043" y="2226260"/>
                  </a:lnTo>
                  <a:lnTo>
                    <a:pt x="4144160" y="2205525"/>
                  </a:lnTo>
                  <a:lnTo>
                    <a:pt x="4061276" y="2185083"/>
                  </a:lnTo>
                  <a:lnTo>
                    <a:pt x="3978393" y="2165197"/>
                  </a:lnTo>
                  <a:lnTo>
                    <a:pt x="3895510" y="2145990"/>
                  </a:lnTo>
                  <a:lnTo>
                    <a:pt x="3812627" y="2127388"/>
                  </a:lnTo>
                  <a:lnTo>
                    <a:pt x="3729744" y="2109125"/>
                  </a:lnTo>
                  <a:lnTo>
                    <a:pt x="3646860" y="2091211"/>
                  </a:lnTo>
                  <a:lnTo>
                    <a:pt x="3563977" y="2074555"/>
                  </a:lnTo>
                  <a:lnTo>
                    <a:pt x="3481094" y="2059549"/>
                  </a:lnTo>
                  <a:lnTo>
                    <a:pt x="3398211" y="2045688"/>
                  </a:lnTo>
                  <a:lnTo>
                    <a:pt x="3315328" y="2031251"/>
                  </a:lnTo>
                  <a:lnTo>
                    <a:pt x="3232444" y="2016681"/>
                  </a:lnTo>
                  <a:lnTo>
                    <a:pt x="3149561" y="2004866"/>
                  </a:lnTo>
                  <a:lnTo>
                    <a:pt x="3066678" y="1994572"/>
                  </a:lnTo>
                  <a:lnTo>
                    <a:pt x="2983795" y="1981831"/>
                  </a:lnTo>
                  <a:lnTo>
                    <a:pt x="2900912" y="1967170"/>
                  </a:lnTo>
                  <a:lnTo>
                    <a:pt x="2818028" y="1954252"/>
                  </a:lnTo>
                  <a:lnTo>
                    <a:pt x="2735145" y="1942132"/>
                  </a:lnTo>
                  <a:lnTo>
                    <a:pt x="2652262" y="1927723"/>
                  </a:lnTo>
                  <a:lnTo>
                    <a:pt x="2569379" y="1908952"/>
                  </a:lnTo>
                  <a:lnTo>
                    <a:pt x="2486496" y="1889416"/>
                  </a:lnTo>
                  <a:lnTo>
                    <a:pt x="2403612" y="1869807"/>
                  </a:lnTo>
                  <a:lnTo>
                    <a:pt x="2320729" y="1849250"/>
                  </a:lnTo>
                  <a:lnTo>
                    <a:pt x="2237846" y="1826202"/>
                  </a:lnTo>
                  <a:lnTo>
                    <a:pt x="2154963" y="1801635"/>
                  </a:lnTo>
                  <a:lnTo>
                    <a:pt x="2072080" y="1776042"/>
                  </a:lnTo>
                  <a:lnTo>
                    <a:pt x="1989196" y="1749585"/>
                  </a:lnTo>
                  <a:lnTo>
                    <a:pt x="1906313" y="1722343"/>
                  </a:lnTo>
                  <a:lnTo>
                    <a:pt x="1823430" y="1694346"/>
                  </a:lnTo>
                  <a:lnTo>
                    <a:pt x="1740547" y="1665664"/>
                  </a:lnTo>
                  <a:lnTo>
                    <a:pt x="1657664" y="1636717"/>
                  </a:lnTo>
                  <a:lnTo>
                    <a:pt x="1574780" y="1607869"/>
                  </a:lnTo>
                  <a:lnTo>
                    <a:pt x="1491897" y="1579397"/>
                  </a:lnTo>
                  <a:lnTo>
                    <a:pt x="1409014" y="1551563"/>
                  </a:lnTo>
                  <a:lnTo>
                    <a:pt x="1326131" y="1524584"/>
                  </a:lnTo>
                  <a:lnTo>
                    <a:pt x="1243248" y="1498620"/>
                  </a:lnTo>
                  <a:lnTo>
                    <a:pt x="1160364" y="1473765"/>
                  </a:lnTo>
                  <a:lnTo>
                    <a:pt x="1077481" y="1450062"/>
                  </a:lnTo>
                  <a:lnTo>
                    <a:pt x="994598" y="1427506"/>
                  </a:lnTo>
                  <a:lnTo>
                    <a:pt x="911715" y="1406067"/>
                  </a:lnTo>
                  <a:lnTo>
                    <a:pt x="828832" y="1385697"/>
                  </a:lnTo>
                  <a:lnTo>
                    <a:pt x="745948" y="1366338"/>
                  </a:lnTo>
                  <a:lnTo>
                    <a:pt x="663065" y="1347931"/>
                  </a:lnTo>
                  <a:lnTo>
                    <a:pt x="580182" y="1330417"/>
                  </a:lnTo>
                  <a:lnTo>
                    <a:pt x="497299" y="1313742"/>
                  </a:lnTo>
                  <a:lnTo>
                    <a:pt x="414416" y="1297854"/>
                  </a:lnTo>
                  <a:lnTo>
                    <a:pt x="331532" y="1282706"/>
                  </a:lnTo>
                  <a:lnTo>
                    <a:pt x="248649" y="1268254"/>
                  </a:lnTo>
                  <a:lnTo>
                    <a:pt x="165766" y="1254459"/>
                  </a:lnTo>
                  <a:lnTo>
                    <a:pt x="82883" y="1241284"/>
                  </a:lnTo>
                  <a:lnTo>
                    <a:pt x="0" y="122869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072465" y="2840301"/>
              <a:ext cx="6015395" cy="2096367"/>
            </a:xfrm>
            <a:custGeom>
              <a:avLst/>
              <a:pathLst>
                <a:path w="6015395" h="2096367">
                  <a:moveTo>
                    <a:pt x="0" y="0"/>
                  </a:moveTo>
                  <a:lnTo>
                    <a:pt x="82883" y="99451"/>
                  </a:lnTo>
                  <a:lnTo>
                    <a:pt x="165766" y="195920"/>
                  </a:lnTo>
                  <a:lnTo>
                    <a:pt x="248649" y="289382"/>
                  </a:lnTo>
                  <a:lnTo>
                    <a:pt x="331532" y="379809"/>
                  </a:lnTo>
                  <a:lnTo>
                    <a:pt x="414416" y="467168"/>
                  </a:lnTo>
                  <a:lnTo>
                    <a:pt x="497299" y="551423"/>
                  </a:lnTo>
                  <a:lnTo>
                    <a:pt x="580182" y="632537"/>
                  </a:lnTo>
                  <a:lnTo>
                    <a:pt x="663065" y="710464"/>
                  </a:lnTo>
                  <a:lnTo>
                    <a:pt x="745948" y="785159"/>
                  </a:lnTo>
                  <a:lnTo>
                    <a:pt x="828832" y="856570"/>
                  </a:lnTo>
                  <a:lnTo>
                    <a:pt x="911715" y="924647"/>
                  </a:lnTo>
                  <a:lnTo>
                    <a:pt x="994598" y="989339"/>
                  </a:lnTo>
                  <a:lnTo>
                    <a:pt x="1077481" y="1050608"/>
                  </a:lnTo>
                  <a:lnTo>
                    <a:pt x="1160364" y="1108428"/>
                  </a:lnTo>
                  <a:lnTo>
                    <a:pt x="1243248" y="1162806"/>
                  </a:lnTo>
                  <a:lnTo>
                    <a:pt x="1326131" y="1213791"/>
                  </a:lnTo>
                  <a:lnTo>
                    <a:pt x="1409014" y="1261486"/>
                  </a:lnTo>
                  <a:lnTo>
                    <a:pt x="1491897" y="1306057"/>
                  </a:lnTo>
                  <a:lnTo>
                    <a:pt x="1574780" y="1347731"/>
                  </a:lnTo>
                  <a:lnTo>
                    <a:pt x="1657664" y="1386776"/>
                  </a:lnTo>
                  <a:lnTo>
                    <a:pt x="1740547" y="1423480"/>
                  </a:lnTo>
                  <a:lnTo>
                    <a:pt x="1823430" y="1458192"/>
                  </a:lnTo>
                  <a:lnTo>
                    <a:pt x="1906313" y="1491239"/>
                  </a:lnTo>
                  <a:lnTo>
                    <a:pt x="1989196" y="1522584"/>
                  </a:lnTo>
                  <a:lnTo>
                    <a:pt x="2072080" y="1552160"/>
                  </a:lnTo>
                  <a:lnTo>
                    <a:pt x="2154963" y="1579941"/>
                  </a:lnTo>
                  <a:lnTo>
                    <a:pt x="2237846" y="1605988"/>
                  </a:lnTo>
                  <a:lnTo>
                    <a:pt x="2320729" y="1630522"/>
                  </a:lnTo>
                  <a:lnTo>
                    <a:pt x="2403612" y="1653720"/>
                  </a:lnTo>
                  <a:lnTo>
                    <a:pt x="2486496" y="1674777"/>
                  </a:lnTo>
                  <a:lnTo>
                    <a:pt x="2569379" y="1693799"/>
                  </a:lnTo>
                  <a:lnTo>
                    <a:pt x="2652262" y="1712235"/>
                  </a:lnTo>
                  <a:lnTo>
                    <a:pt x="2735145" y="1728746"/>
                  </a:lnTo>
                  <a:lnTo>
                    <a:pt x="2818028" y="1742115"/>
                  </a:lnTo>
                  <a:lnTo>
                    <a:pt x="2900912" y="1753586"/>
                  </a:lnTo>
                  <a:lnTo>
                    <a:pt x="2983795" y="1766543"/>
                  </a:lnTo>
                  <a:lnTo>
                    <a:pt x="3066678" y="1780146"/>
                  </a:lnTo>
                  <a:lnTo>
                    <a:pt x="3149561" y="1790226"/>
                  </a:lnTo>
                  <a:lnTo>
                    <a:pt x="3232444" y="1798883"/>
                  </a:lnTo>
                  <a:lnTo>
                    <a:pt x="3315328" y="1810917"/>
                  </a:lnTo>
                  <a:lnTo>
                    <a:pt x="3398211" y="1825488"/>
                  </a:lnTo>
                  <a:lnTo>
                    <a:pt x="3481094" y="1838786"/>
                  </a:lnTo>
                  <a:lnTo>
                    <a:pt x="3563977" y="1851081"/>
                  </a:lnTo>
                  <a:lnTo>
                    <a:pt x="3646860" y="1863851"/>
                  </a:lnTo>
                  <a:lnTo>
                    <a:pt x="3729744" y="1879383"/>
                  </a:lnTo>
                  <a:lnTo>
                    <a:pt x="3812627" y="1896472"/>
                  </a:lnTo>
                  <a:lnTo>
                    <a:pt x="3895510" y="1913455"/>
                  </a:lnTo>
                  <a:lnTo>
                    <a:pt x="3978393" y="1930031"/>
                  </a:lnTo>
                  <a:lnTo>
                    <a:pt x="4061276" y="1946095"/>
                  </a:lnTo>
                  <a:lnTo>
                    <a:pt x="4144160" y="1961735"/>
                  </a:lnTo>
                  <a:lnTo>
                    <a:pt x="4227043" y="1977183"/>
                  </a:lnTo>
                  <a:lnTo>
                    <a:pt x="4309926" y="1992707"/>
                  </a:lnTo>
                  <a:lnTo>
                    <a:pt x="4392809" y="2007868"/>
                  </a:lnTo>
                  <a:lnTo>
                    <a:pt x="4475692" y="2022245"/>
                  </a:lnTo>
                  <a:lnTo>
                    <a:pt x="4558576" y="2035773"/>
                  </a:lnTo>
                  <a:lnTo>
                    <a:pt x="4641459" y="2048344"/>
                  </a:lnTo>
                  <a:lnTo>
                    <a:pt x="4724342" y="2059812"/>
                  </a:lnTo>
                  <a:lnTo>
                    <a:pt x="4807225" y="2070012"/>
                  </a:lnTo>
                  <a:lnTo>
                    <a:pt x="4890108" y="2078772"/>
                  </a:lnTo>
                  <a:lnTo>
                    <a:pt x="4972992" y="2085923"/>
                  </a:lnTo>
                  <a:lnTo>
                    <a:pt x="5055875" y="2091316"/>
                  </a:lnTo>
                  <a:lnTo>
                    <a:pt x="5138758" y="2094829"/>
                  </a:lnTo>
                  <a:lnTo>
                    <a:pt x="5221641" y="2096367"/>
                  </a:lnTo>
                  <a:lnTo>
                    <a:pt x="5304524" y="2095867"/>
                  </a:lnTo>
                  <a:lnTo>
                    <a:pt x="5387408" y="2093297"/>
                  </a:lnTo>
                  <a:lnTo>
                    <a:pt x="5470291" y="2088645"/>
                  </a:lnTo>
                  <a:lnTo>
                    <a:pt x="5553174" y="2081917"/>
                  </a:lnTo>
                  <a:lnTo>
                    <a:pt x="5636057" y="2073136"/>
                  </a:lnTo>
                  <a:lnTo>
                    <a:pt x="5718940" y="2062329"/>
                  </a:lnTo>
                  <a:lnTo>
                    <a:pt x="5801824" y="2049532"/>
                  </a:lnTo>
                  <a:lnTo>
                    <a:pt x="5884707" y="2034781"/>
                  </a:lnTo>
                  <a:lnTo>
                    <a:pt x="5967590" y="2018114"/>
                  </a:lnTo>
                  <a:lnTo>
                    <a:pt x="6015395" y="20074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072465" y="4068997"/>
              <a:ext cx="5338728" cy="1309462"/>
            </a:xfrm>
            <a:custGeom>
              <a:avLst/>
              <a:pathLst>
                <a:path w="5338728" h="1309462">
                  <a:moveTo>
                    <a:pt x="5338728" y="1309462"/>
                  </a:moveTo>
                  <a:lnTo>
                    <a:pt x="5304524" y="1297049"/>
                  </a:lnTo>
                  <a:lnTo>
                    <a:pt x="5221641" y="1268430"/>
                  </a:lnTo>
                  <a:lnTo>
                    <a:pt x="5138758" y="1241222"/>
                  </a:lnTo>
                  <a:lnTo>
                    <a:pt x="5055875" y="1215349"/>
                  </a:lnTo>
                  <a:lnTo>
                    <a:pt x="4972992" y="1190702"/>
                  </a:lnTo>
                  <a:lnTo>
                    <a:pt x="4890108" y="1167144"/>
                  </a:lnTo>
                  <a:lnTo>
                    <a:pt x="4807225" y="1144510"/>
                  </a:lnTo>
                  <a:lnTo>
                    <a:pt x="4724342" y="1122619"/>
                  </a:lnTo>
                  <a:lnTo>
                    <a:pt x="4641459" y="1101283"/>
                  </a:lnTo>
                  <a:lnTo>
                    <a:pt x="4558576" y="1080322"/>
                  </a:lnTo>
                  <a:lnTo>
                    <a:pt x="4475692" y="1059577"/>
                  </a:lnTo>
                  <a:lnTo>
                    <a:pt x="4392809" y="1038924"/>
                  </a:lnTo>
                  <a:lnTo>
                    <a:pt x="4309926" y="1018284"/>
                  </a:lnTo>
                  <a:lnTo>
                    <a:pt x="4227043" y="997564"/>
                  </a:lnTo>
                  <a:lnTo>
                    <a:pt x="4144160" y="976829"/>
                  </a:lnTo>
                  <a:lnTo>
                    <a:pt x="4061276" y="956387"/>
                  </a:lnTo>
                  <a:lnTo>
                    <a:pt x="3978393" y="936501"/>
                  </a:lnTo>
                  <a:lnTo>
                    <a:pt x="3895510" y="917294"/>
                  </a:lnTo>
                  <a:lnTo>
                    <a:pt x="3812627" y="898692"/>
                  </a:lnTo>
                  <a:lnTo>
                    <a:pt x="3729744" y="880429"/>
                  </a:lnTo>
                  <a:lnTo>
                    <a:pt x="3646860" y="862515"/>
                  </a:lnTo>
                  <a:lnTo>
                    <a:pt x="3563977" y="845859"/>
                  </a:lnTo>
                  <a:lnTo>
                    <a:pt x="3481094" y="830853"/>
                  </a:lnTo>
                  <a:lnTo>
                    <a:pt x="3398211" y="816992"/>
                  </a:lnTo>
                  <a:lnTo>
                    <a:pt x="3315328" y="802555"/>
                  </a:lnTo>
                  <a:lnTo>
                    <a:pt x="3232444" y="787985"/>
                  </a:lnTo>
                  <a:lnTo>
                    <a:pt x="3149561" y="776170"/>
                  </a:lnTo>
                  <a:lnTo>
                    <a:pt x="3066678" y="765876"/>
                  </a:lnTo>
                  <a:lnTo>
                    <a:pt x="2983795" y="753135"/>
                  </a:lnTo>
                  <a:lnTo>
                    <a:pt x="2900912" y="738474"/>
                  </a:lnTo>
                  <a:lnTo>
                    <a:pt x="2818028" y="725556"/>
                  </a:lnTo>
                  <a:lnTo>
                    <a:pt x="2735145" y="713436"/>
                  </a:lnTo>
                  <a:lnTo>
                    <a:pt x="2652262" y="699027"/>
                  </a:lnTo>
                  <a:lnTo>
                    <a:pt x="2569379" y="680256"/>
                  </a:lnTo>
                  <a:lnTo>
                    <a:pt x="2486496" y="660720"/>
                  </a:lnTo>
                  <a:lnTo>
                    <a:pt x="2403612" y="641111"/>
                  </a:lnTo>
                  <a:lnTo>
                    <a:pt x="2320729" y="620554"/>
                  </a:lnTo>
                  <a:lnTo>
                    <a:pt x="2237846" y="597506"/>
                  </a:lnTo>
                  <a:lnTo>
                    <a:pt x="2154963" y="572939"/>
                  </a:lnTo>
                  <a:lnTo>
                    <a:pt x="2072080" y="547346"/>
                  </a:lnTo>
                  <a:lnTo>
                    <a:pt x="1989196" y="520889"/>
                  </a:lnTo>
                  <a:lnTo>
                    <a:pt x="1906313" y="493647"/>
                  </a:lnTo>
                  <a:lnTo>
                    <a:pt x="1823430" y="465650"/>
                  </a:lnTo>
                  <a:lnTo>
                    <a:pt x="1740547" y="436968"/>
                  </a:lnTo>
                  <a:lnTo>
                    <a:pt x="1657664" y="408021"/>
                  </a:lnTo>
                  <a:lnTo>
                    <a:pt x="1574780" y="379173"/>
                  </a:lnTo>
                  <a:lnTo>
                    <a:pt x="1491897" y="350701"/>
                  </a:lnTo>
                  <a:lnTo>
                    <a:pt x="1409014" y="322867"/>
                  </a:lnTo>
                  <a:lnTo>
                    <a:pt x="1326131" y="295888"/>
                  </a:lnTo>
                  <a:lnTo>
                    <a:pt x="1243248" y="269924"/>
                  </a:lnTo>
                  <a:lnTo>
                    <a:pt x="1160364" y="245069"/>
                  </a:lnTo>
                  <a:lnTo>
                    <a:pt x="1077481" y="221366"/>
                  </a:lnTo>
                  <a:lnTo>
                    <a:pt x="994598" y="198810"/>
                  </a:lnTo>
                  <a:lnTo>
                    <a:pt x="911715" y="177371"/>
                  </a:lnTo>
                  <a:lnTo>
                    <a:pt x="828832" y="157001"/>
                  </a:lnTo>
                  <a:lnTo>
                    <a:pt x="745948" y="137642"/>
                  </a:lnTo>
                  <a:lnTo>
                    <a:pt x="663065" y="119235"/>
                  </a:lnTo>
                  <a:lnTo>
                    <a:pt x="580182" y="101721"/>
                  </a:lnTo>
                  <a:lnTo>
                    <a:pt x="497299" y="85046"/>
                  </a:lnTo>
                  <a:lnTo>
                    <a:pt x="414416" y="69158"/>
                  </a:lnTo>
                  <a:lnTo>
                    <a:pt x="331532" y="54010"/>
                  </a:lnTo>
                  <a:lnTo>
                    <a:pt x="248649" y="39558"/>
                  </a:lnTo>
                  <a:lnTo>
                    <a:pt x="165766" y="25763"/>
                  </a:lnTo>
                  <a:lnTo>
                    <a:pt x="82883" y="125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72465" y="3454649"/>
              <a:ext cx="6015395" cy="1805224"/>
            </a:xfrm>
            <a:custGeom>
              <a:avLst/>
              <a:pathLst>
                <a:path w="6015395" h="1805224">
                  <a:moveTo>
                    <a:pt x="0" y="0"/>
                  </a:moveTo>
                  <a:lnTo>
                    <a:pt x="82883" y="56019"/>
                  </a:lnTo>
                  <a:lnTo>
                    <a:pt x="165766" y="110842"/>
                  </a:lnTo>
                  <a:lnTo>
                    <a:pt x="248649" y="164470"/>
                  </a:lnTo>
                  <a:lnTo>
                    <a:pt x="331532" y="216909"/>
                  </a:lnTo>
                  <a:lnTo>
                    <a:pt x="414416" y="268163"/>
                  </a:lnTo>
                  <a:lnTo>
                    <a:pt x="497299" y="318235"/>
                  </a:lnTo>
                  <a:lnTo>
                    <a:pt x="580182" y="367129"/>
                  </a:lnTo>
                  <a:lnTo>
                    <a:pt x="663065" y="414850"/>
                  </a:lnTo>
                  <a:lnTo>
                    <a:pt x="745948" y="461400"/>
                  </a:lnTo>
                  <a:lnTo>
                    <a:pt x="828832" y="506786"/>
                  </a:lnTo>
                  <a:lnTo>
                    <a:pt x="911715" y="551009"/>
                  </a:lnTo>
                  <a:lnTo>
                    <a:pt x="994598" y="594075"/>
                  </a:lnTo>
                  <a:lnTo>
                    <a:pt x="1077481" y="635987"/>
                  </a:lnTo>
                  <a:lnTo>
                    <a:pt x="1160364" y="676749"/>
                  </a:lnTo>
                  <a:lnTo>
                    <a:pt x="1243248" y="716365"/>
                  </a:lnTo>
                  <a:lnTo>
                    <a:pt x="1326131" y="754839"/>
                  </a:lnTo>
                  <a:lnTo>
                    <a:pt x="1409014" y="792176"/>
                  </a:lnTo>
                  <a:lnTo>
                    <a:pt x="1491897" y="828379"/>
                  </a:lnTo>
                  <a:lnTo>
                    <a:pt x="1574780" y="863452"/>
                  </a:lnTo>
                  <a:lnTo>
                    <a:pt x="1657664" y="897399"/>
                  </a:lnTo>
                  <a:lnTo>
                    <a:pt x="1740547" y="930224"/>
                  </a:lnTo>
                  <a:lnTo>
                    <a:pt x="1823430" y="961921"/>
                  </a:lnTo>
                  <a:lnTo>
                    <a:pt x="1906313" y="992443"/>
                  </a:lnTo>
                  <a:lnTo>
                    <a:pt x="1989196" y="1021737"/>
                  </a:lnTo>
                  <a:lnTo>
                    <a:pt x="2072080" y="1049753"/>
                  </a:lnTo>
                  <a:lnTo>
                    <a:pt x="2154963" y="1076440"/>
                  </a:lnTo>
                  <a:lnTo>
                    <a:pt x="2237846" y="1101747"/>
                  </a:lnTo>
                  <a:lnTo>
                    <a:pt x="2320729" y="1125538"/>
                  </a:lnTo>
                  <a:lnTo>
                    <a:pt x="2403612" y="1147415"/>
                  </a:lnTo>
                  <a:lnTo>
                    <a:pt x="2486496" y="1167748"/>
                  </a:lnTo>
                  <a:lnTo>
                    <a:pt x="2569379" y="1187028"/>
                  </a:lnTo>
                  <a:lnTo>
                    <a:pt x="2652262" y="1205631"/>
                  </a:lnTo>
                  <a:lnTo>
                    <a:pt x="2735145" y="1221091"/>
                  </a:lnTo>
                  <a:lnTo>
                    <a:pt x="2818028" y="1233836"/>
                  </a:lnTo>
                  <a:lnTo>
                    <a:pt x="2900912" y="1246030"/>
                  </a:lnTo>
                  <a:lnTo>
                    <a:pt x="2983795" y="1259839"/>
                  </a:lnTo>
                  <a:lnTo>
                    <a:pt x="3066678" y="1273011"/>
                  </a:lnTo>
                  <a:lnTo>
                    <a:pt x="3149561" y="1283198"/>
                  </a:lnTo>
                  <a:lnTo>
                    <a:pt x="3232444" y="1293434"/>
                  </a:lnTo>
                  <a:lnTo>
                    <a:pt x="3315328" y="1306736"/>
                  </a:lnTo>
                  <a:lnTo>
                    <a:pt x="3398211" y="1321240"/>
                  </a:lnTo>
                  <a:lnTo>
                    <a:pt x="3481094" y="1334820"/>
                  </a:lnTo>
                  <a:lnTo>
                    <a:pt x="3563977" y="1348470"/>
                  </a:lnTo>
                  <a:lnTo>
                    <a:pt x="3646860" y="1363183"/>
                  </a:lnTo>
                  <a:lnTo>
                    <a:pt x="3729744" y="1379906"/>
                  </a:lnTo>
                  <a:lnTo>
                    <a:pt x="3812627" y="1397582"/>
                  </a:lnTo>
                  <a:lnTo>
                    <a:pt x="3895510" y="1415374"/>
                  </a:lnTo>
                  <a:lnTo>
                    <a:pt x="3978393" y="1433266"/>
                  </a:lnTo>
                  <a:lnTo>
                    <a:pt x="4061276" y="1451241"/>
                  </a:lnTo>
                  <a:lnTo>
                    <a:pt x="4144160" y="1469282"/>
                  </a:lnTo>
                  <a:lnTo>
                    <a:pt x="4227043" y="1487373"/>
                  </a:lnTo>
                  <a:lnTo>
                    <a:pt x="4309926" y="1505496"/>
                  </a:lnTo>
                  <a:lnTo>
                    <a:pt x="4392809" y="1523396"/>
                  </a:lnTo>
                  <a:lnTo>
                    <a:pt x="4475692" y="1540911"/>
                  </a:lnTo>
                  <a:lnTo>
                    <a:pt x="4558576" y="1558048"/>
                  </a:lnTo>
                  <a:lnTo>
                    <a:pt x="4641459" y="1574813"/>
                  </a:lnTo>
                  <a:lnTo>
                    <a:pt x="4724342" y="1591215"/>
                  </a:lnTo>
                  <a:lnTo>
                    <a:pt x="4807225" y="1607261"/>
                  </a:lnTo>
                  <a:lnTo>
                    <a:pt x="4890108" y="1622958"/>
                  </a:lnTo>
                  <a:lnTo>
                    <a:pt x="4972992" y="1638312"/>
                  </a:lnTo>
                  <a:lnTo>
                    <a:pt x="5055875" y="1653333"/>
                  </a:lnTo>
                  <a:lnTo>
                    <a:pt x="5138758" y="1668025"/>
                  </a:lnTo>
                  <a:lnTo>
                    <a:pt x="5221641" y="1682398"/>
                  </a:lnTo>
                  <a:lnTo>
                    <a:pt x="5304524" y="1696458"/>
                  </a:lnTo>
                  <a:lnTo>
                    <a:pt x="5387408" y="1710212"/>
                  </a:lnTo>
                  <a:lnTo>
                    <a:pt x="5470291" y="1723669"/>
                  </a:lnTo>
                  <a:lnTo>
                    <a:pt x="5553174" y="1736834"/>
                  </a:lnTo>
                  <a:lnTo>
                    <a:pt x="5636057" y="1749715"/>
                  </a:lnTo>
                  <a:lnTo>
                    <a:pt x="5718940" y="1762321"/>
                  </a:lnTo>
                  <a:lnTo>
                    <a:pt x="5801824" y="1774656"/>
                  </a:lnTo>
                  <a:lnTo>
                    <a:pt x="5884707" y="1786730"/>
                  </a:lnTo>
                  <a:lnTo>
                    <a:pt x="5967590" y="1798550"/>
                  </a:lnTo>
                  <a:lnTo>
                    <a:pt x="6015395" y="180522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244530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34247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393192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72465" y="2579335"/>
              <a:ext cx="6015395" cy="2799124"/>
            </a:xfrm>
            <a:custGeom>
              <a:avLst/>
              <a:pathLst>
                <a:path w="6015395" h="2799124">
                  <a:moveTo>
                    <a:pt x="0" y="0"/>
                  </a:moveTo>
                  <a:lnTo>
                    <a:pt x="82883" y="133799"/>
                  </a:lnTo>
                  <a:lnTo>
                    <a:pt x="165766" y="263754"/>
                  </a:lnTo>
                  <a:lnTo>
                    <a:pt x="248649" y="389807"/>
                  </a:lnTo>
                  <a:lnTo>
                    <a:pt x="331532" y="511898"/>
                  </a:lnTo>
                  <a:lnTo>
                    <a:pt x="414416" y="629965"/>
                  </a:lnTo>
                  <a:lnTo>
                    <a:pt x="497299" y="743943"/>
                  </a:lnTo>
                  <a:lnTo>
                    <a:pt x="580182" y="853763"/>
                  </a:lnTo>
                  <a:lnTo>
                    <a:pt x="663065" y="959355"/>
                  </a:lnTo>
                  <a:lnTo>
                    <a:pt x="745948" y="1060643"/>
                  </a:lnTo>
                  <a:lnTo>
                    <a:pt x="828832" y="1157550"/>
                  </a:lnTo>
                  <a:lnTo>
                    <a:pt x="911715" y="1249999"/>
                  </a:lnTo>
                  <a:lnTo>
                    <a:pt x="994598" y="1337914"/>
                  </a:lnTo>
                  <a:lnTo>
                    <a:pt x="1077481" y="1421226"/>
                  </a:lnTo>
                  <a:lnTo>
                    <a:pt x="1160364" y="1499879"/>
                  </a:lnTo>
                  <a:lnTo>
                    <a:pt x="1243248" y="1573839"/>
                  </a:lnTo>
                  <a:lnTo>
                    <a:pt x="1326131" y="1643108"/>
                  </a:lnTo>
                  <a:lnTo>
                    <a:pt x="1409014" y="1707729"/>
                  </a:lnTo>
                  <a:lnTo>
                    <a:pt x="1491897" y="1767796"/>
                  </a:lnTo>
                  <a:lnTo>
                    <a:pt x="1574780" y="1823447"/>
                  </a:lnTo>
                  <a:lnTo>
                    <a:pt x="1657664" y="1874856"/>
                  </a:lnTo>
                  <a:lnTo>
                    <a:pt x="1740547" y="1922211"/>
                  </a:lnTo>
                  <a:lnTo>
                    <a:pt x="1823430" y="1965757"/>
                  </a:lnTo>
                  <a:lnTo>
                    <a:pt x="1906313" y="2005969"/>
                  </a:lnTo>
                  <a:lnTo>
                    <a:pt x="1989196" y="2043248"/>
                  </a:lnTo>
                  <a:lnTo>
                    <a:pt x="2072080" y="2077970"/>
                  </a:lnTo>
                  <a:lnTo>
                    <a:pt x="2154963" y="2110546"/>
                  </a:lnTo>
                  <a:lnTo>
                    <a:pt x="2237846" y="2141454"/>
                  </a:lnTo>
                  <a:lnTo>
                    <a:pt x="2320729" y="2171410"/>
                  </a:lnTo>
                  <a:lnTo>
                    <a:pt x="2403612" y="2201127"/>
                  </a:lnTo>
                  <a:lnTo>
                    <a:pt x="2486496" y="2229036"/>
                  </a:lnTo>
                  <a:lnTo>
                    <a:pt x="2569379" y="2254087"/>
                  </a:lnTo>
                  <a:lnTo>
                    <a:pt x="2652262" y="2276237"/>
                  </a:lnTo>
                  <a:lnTo>
                    <a:pt x="2735145" y="2292771"/>
                  </a:lnTo>
                  <a:lnTo>
                    <a:pt x="2818028" y="2303741"/>
                  </a:lnTo>
                  <a:lnTo>
                    <a:pt x="2900912" y="2312036"/>
                  </a:lnTo>
                  <a:lnTo>
                    <a:pt x="2983795" y="2322224"/>
                  </a:lnTo>
                  <a:lnTo>
                    <a:pt x="3066678" y="2333156"/>
                  </a:lnTo>
                  <a:lnTo>
                    <a:pt x="3149561" y="2339885"/>
                  </a:lnTo>
                  <a:lnTo>
                    <a:pt x="3232444" y="2344663"/>
                  </a:lnTo>
                  <a:lnTo>
                    <a:pt x="3315328" y="2351862"/>
                  </a:lnTo>
                  <a:lnTo>
                    <a:pt x="3398211" y="2361217"/>
                  </a:lnTo>
                  <a:lnTo>
                    <a:pt x="3481094" y="2369440"/>
                  </a:lnTo>
                  <a:lnTo>
                    <a:pt x="3563977" y="2376299"/>
                  </a:lnTo>
                  <a:lnTo>
                    <a:pt x="3646860" y="2382509"/>
                  </a:lnTo>
                  <a:lnTo>
                    <a:pt x="3729744" y="2389440"/>
                  </a:lnTo>
                  <a:lnTo>
                    <a:pt x="3812627" y="2396650"/>
                  </a:lnTo>
                  <a:lnTo>
                    <a:pt x="3895510" y="2403278"/>
                  </a:lnTo>
                  <a:lnTo>
                    <a:pt x="3978393" y="2409163"/>
                  </a:lnTo>
                  <a:lnTo>
                    <a:pt x="4061276" y="2414299"/>
                  </a:lnTo>
                  <a:lnTo>
                    <a:pt x="4144160" y="2418831"/>
                  </a:lnTo>
                  <a:lnTo>
                    <a:pt x="4227043" y="2423015"/>
                  </a:lnTo>
                  <a:lnTo>
                    <a:pt x="4309926" y="2427138"/>
                  </a:lnTo>
                  <a:lnTo>
                    <a:pt x="4392809" y="2431002"/>
                  </a:lnTo>
                  <a:lnTo>
                    <a:pt x="4475692" y="2434343"/>
                  </a:lnTo>
                  <a:lnTo>
                    <a:pt x="4558576" y="2437103"/>
                  </a:lnTo>
                  <a:lnTo>
                    <a:pt x="4641459" y="2439189"/>
                  </a:lnTo>
                  <a:lnTo>
                    <a:pt x="4724342" y="2440483"/>
                  </a:lnTo>
                  <a:lnTo>
                    <a:pt x="4807225" y="2440847"/>
                  </a:lnTo>
                  <a:lnTo>
                    <a:pt x="4890108" y="2440140"/>
                  </a:lnTo>
                  <a:lnTo>
                    <a:pt x="4972992" y="2438225"/>
                  </a:lnTo>
                  <a:lnTo>
                    <a:pt x="5055875" y="2434976"/>
                  </a:lnTo>
                  <a:lnTo>
                    <a:pt x="5138758" y="2430291"/>
                  </a:lnTo>
                  <a:lnTo>
                    <a:pt x="5221641" y="2424090"/>
                  </a:lnTo>
                  <a:lnTo>
                    <a:pt x="5304524" y="2416317"/>
                  </a:lnTo>
                  <a:lnTo>
                    <a:pt x="5387408" y="2406940"/>
                  </a:lnTo>
                  <a:lnTo>
                    <a:pt x="5470291" y="2395943"/>
                  </a:lnTo>
                  <a:lnTo>
                    <a:pt x="5553174" y="2383325"/>
                  </a:lnTo>
                  <a:lnTo>
                    <a:pt x="5636057" y="2369095"/>
                  </a:lnTo>
                  <a:lnTo>
                    <a:pt x="5718940" y="2353270"/>
                  </a:lnTo>
                  <a:lnTo>
                    <a:pt x="5801824" y="2335871"/>
                  </a:lnTo>
                  <a:lnTo>
                    <a:pt x="5884707" y="2316919"/>
                  </a:lnTo>
                  <a:lnTo>
                    <a:pt x="5967590" y="2296438"/>
                  </a:lnTo>
                  <a:lnTo>
                    <a:pt x="6015395" y="2283756"/>
                  </a:lnTo>
                  <a:lnTo>
                    <a:pt x="6015395" y="2799124"/>
                  </a:lnTo>
                  <a:lnTo>
                    <a:pt x="5525537" y="2799124"/>
                  </a:lnTo>
                  <a:lnTo>
                    <a:pt x="5470291" y="2786755"/>
                  </a:lnTo>
                  <a:lnTo>
                    <a:pt x="5387408" y="2769372"/>
                  </a:lnTo>
                  <a:lnTo>
                    <a:pt x="5304524" y="2753166"/>
                  </a:lnTo>
                  <a:lnTo>
                    <a:pt x="5221641" y="2738121"/>
                  </a:lnTo>
                  <a:lnTo>
                    <a:pt x="5138758" y="2724208"/>
                  </a:lnTo>
                  <a:lnTo>
                    <a:pt x="5055875" y="2711371"/>
                  </a:lnTo>
                  <a:lnTo>
                    <a:pt x="4972992" y="2699533"/>
                  </a:lnTo>
                  <a:lnTo>
                    <a:pt x="4890108" y="2688592"/>
                  </a:lnTo>
                  <a:lnTo>
                    <a:pt x="4807225" y="2678427"/>
                  </a:lnTo>
                  <a:lnTo>
                    <a:pt x="4724342" y="2668902"/>
                  </a:lnTo>
                  <a:lnTo>
                    <a:pt x="4641459" y="2659876"/>
                  </a:lnTo>
                  <a:lnTo>
                    <a:pt x="4558576" y="2651215"/>
                  </a:lnTo>
                  <a:lnTo>
                    <a:pt x="4475692" y="2642800"/>
                  </a:lnTo>
                  <a:lnTo>
                    <a:pt x="4392809" y="2634542"/>
                  </a:lnTo>
                  <a:lnTo>
                    <a:pt x="4309926" y="2626384"/>
                  </a:lnTo>
                  <a:lnTo>
                    <a:pt x="4227043" y="2618189"/>
                  </a:lnTo>
                  <a:lnTo>
                    <a:pt x="4144160" y="2609863"/>
                  </a:lnTo>
                  <a:lnTo>
                    <a:pt x="4061276" y="2601569"/>
                  </a:lnTo>
                  <a:lnTo>
                    <a:pt x="3978393" y="2593438"/>
                  </a:lnTo>
                  <a:lnTo>
                    <a:pt x="3895510" y="2585490"/>
                  </a:lnTo>
                  <a:lnTo>
                    <a:pt x="3812627" y="2577594"/>
                  </a:lnTo>
                  <a:lnTo>
                    <a:pt x="3729744" y="2569464"/>
                  </a:lnTo>
                  <a:lnTo>
                    <a:pt x="3646860" y="2560666"/>
                  </a:lnTo>
                  <a:lnTo>
                    <a:pt x="3563977" y="2551411"/>
                  </a:lnTo>
                  <a:lnTo>
                    <a:pt x="3481094" y="2542428"/>
                  </a:lnTo>
                  <a:lnTo>
                    <a:pt x="3398211" y="2533764"/>
                  </a:lnTo>
                  <a:lnTo>
                    <a:pt x="3315328" y="2524514"/>
                  </a:lnTo>
                  <a:lnTo>
                    <a:pt x="3232444" y="2515328"/>
                  </a:lnTo>
                  <a:lnTo>
                    <a:pt x="3149561" y="2508076"/>
                  </a:lnTo>
                  <a:lnTo>
                    <a:pt x="3066678" y="2501179"/>
                  </a:lnTo>
                  <a:lnTo>
                    <a:pt x="2983795" y="2490921"/>
                  </a:lnTo>
                  <a:lnTo>
                    <a:pt x="2900912" y="2479399"/>
                  </a:lnTo>
                  <a:lnTo>
                    <a:pt x="2818028" y="2469970"/>
                  </a:lnTo>
                  <a:lnTo>
                    <a:pt x="2735145" y="2459978"/>
                  </a:lnTo>
                  <a:lnTo>
                    <a:pt x="2652262" y="2445091"/>
                  </a:lnTo>
                  <a:lnTo>
                    <a:pt x="2569379" y="2422679"/>
                  </a:lnTo>
                  <a:lnTo>
                    <a:pt x="2486496" y="2397225"/>
                  </a:lnTo>
                  <a:lnTo>
                    <a:pt x="2403612" y="2370451"/>
                  </a:lnTo>
                  <a:lnTo>
                    <a:pt x="2320729" y="2342804"/>
                  </a:lnTo>
                  <a:lnTo>
                    <a:pt x="2237846" y="2314013"/>
                  </a:lnTo>
                  <a:lnTo>
                    <a:pt x="2154963" y="2284264"/>
                  </a:lnTo>
                  <a:lnTo>
                    <a:pt x="2072080" y="2253402"/>
                  </a:lnTo>
                  <a:lnTo>
                    <a:pt x="1989196" y="2221125"/>
                  </a:lnTo>
                  <a:lnTo>
                    <a:pt x="1906313" y="2187060"/>
                  </a:lnTo>
                  <a:lnTo>
                    <a:pt x="1823430" y="2150805"/>
                  </a:lnTo>
                  <a:lnTo>
                    <a:pt x="1740547" y="2111984"/>
                  </a:lnTo>
                  <a:lnTo>
                    <a:pt x="1657664" y="2070708"/>
                  </a:lnTo>
                  <a:lnTo>
                    <a:pt x="1574780" y="2027289"/>
                  </a:lnTo>
                  <a:lnTo>
                    <a:pt x="1491897" y="1981983"/>
                  </a:lnTo>
                  <a:lnTo>
                    <a:pt x="1409014" y="1935031"/>
                  </a:lnTo>
                  <a:lnTo>
                    <a:pt x="1326131" y="1886643"/>
                  </a:lnTo>
                  <a:lnTo>
                    <a:pt x="1243248" y="1836980"/>
                  </a:lnTo>
                  <a:lnTo>
                    <a:pt x="1160364" y="1786154"/>
                  </a:lnTo>
                  <a:lnTo>
                    <a:pt x="1077481" y="1734235"/>
                  </a:lnTo>
                  <a:lnTo>
                    <a:pt x="994598" y="1681258"/>
                  </a:lnTo>
                  <a:lnTo>
                    <a:pt x="911715" y="1627237"/>
                  </a:lnTo>
                  <a:lnTo>
                    <a:pt x="828832" y="1572169"/>
                  </a:lnTo>
                  <a:lnTo>
                    <a:pt x="745948" y="1516050"/>
                  </a:lnTo>
                  <a:lnTo>
                    <a:pt x="663065" y="1458868"/>
                  </a:lnTo>
                  <a:lnTo>
                    <a:pt x="580182" y="1400617"/>
                  </a:lnTo>
                  <a:lnTo>
                    <a:pt x="497299" y="1341290"/>
                  </a:lnTo>
                  <a:lnTo>
                    <a:pt x="414416" y="1280884"/>
                  </a:lnTo>
                  <a:lnTo>
                    <a:pt x="331532" y="1219401"/>
                  </a:lnTo>
                  <a:lnTo>
                    <a:pt x="248649" y="1156843"/>
                  </a:lnTo>
                  <a:lnTo>
                    <a:pt x="165766" y="1093216"/>
                  </a:lnTo>
                  <a:lnTo>
                    <a:pt x="82883" y="1028530"/>
                  </a:lnTo>
                  <a:lnTo>
                    <a:pt x="0" y="96279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72465" y="2579335"/>
              <a:ext cx="6015395" cy="2440847"/>
            </a:xfrm>
            <a:custGeom>
              <a:avLst/>
              <a:pathLst>
                <a:path w="6015395" h="2440847">
                  <a:moveTo>
                    <a:pt x="0" y="0"/>
                  </a:moveTo>
                  <a:lnTo>
                    <a:pt x="82883" y="133799"/>
                  </a:lnTo>
                  <a:lnTo>
                    <a:pt x="165766" y="263754"/>
                  </a:lnTo>
                  <a:lnTo>
                    <a:pt x="248649" y="389807"/>
                  </a:lnTo>
                  <a:lnTo>
                    <a:pt x="331532" y="511898"/>
                  </a:lnTo>
                  <a:lnTo>
                    <a:pt x="414416" y="629965"/>
                  </a:lnTo>
                  <a:lnTo>
                    <a:pt x="497299" y="743943"/>
                  </a:lnTo>
                  <a:lnTo>
                    <a:pt x="580182" y="853763"/>
                  </a:lnTo>
                  <a:lnTo>
                    <a:pt x="663065" y="959355"/>
                  </a:lnTo>
                  <a:lnTo>
                    <a:pt x="745948" y="1060643"/>
                  </a:lnTo>
                  <a:lnTo>
                    <a:pt x="828832" y="1157550"/>
                  </a:lnTo>
                  <a:lnTo>
                    <a:pt x="911715" y="1249999"/>
                  </a:lnTo>
                  <a:lnTo>
                    <a:pt x="994598" y="1337914"/>
                  </a:lnTo>
                  <a:lnTo>
                    <a:pt x="1077481" y="1421226"/>
                  </a:lnTo>
                  <a:lnTo>
                    <a:pt x="1160364" y="1499879"/>
                  </a:lnTo>
                  <a:lnTo>
                    <a:pt x="1243248" y="1573839"/>
                  </a:lnTo>
                  <a:lnTo>
                    <a:pt x="1326131" y="1643108"/>
                  </a:lnTo>
                  <a:lnTo>
                    <a:pt x="1409014" y="1707729"/>
                  </a:lnTo>
                  <a:lnTo>
                    <a:pt x="1491897" y="1767796"/>
                  </a:lnTo>
                  <a:lnTo>
                    <a:pt x="1574780" y="1823447"/>
                  </a:lnTo>
                  <a:lnTo>
                    <a:pt x="1657664" y="1874856"/>
                  </a:lnTo>
                  <a:lnTo>
                    <a:pt x="1740547" y="1922211"/>
                  </a:lnTo>
                  <a:lnTo>
                    <a:pt x="1823430" y="1965757"/>
                  </a:lnTo>
                  <a:lnTo>
                    <a:pt x="1906313" y="2005969"/>
                  </a:lnTo>
                  <a:lnTo>
                    <a:pt x="1989196" y="2043248"/>
                  </a:lnTo>
                  <a:lnTo>
                    <a:pt x="2072080" y="2077970"/>
                  </a:lnTo>
                  <a:lnTo>
                    <a:pt x="2154963" y="2110546"/>
                  </a:lnTo>
                  <a:lnTo>
                    <a:pt x="2237846" y="2141454"/>
                  </a:lnTo>
                  <a:lnTo>
                    <a:pt x="2320729" y="2171410"/>
                  </a:lnTo>
                  <a:lnTo>
                    <a:pt x="2403612" y="2201127"/>
                  </a:lnTo>
                  <a:lnTo>
                    <a:pt x="2486496" y="2229036"/>
                  </a:lnTo>
                  <a:lnTo>
                    <a:pt x="2569379" y="2254087"/>
                  </a:lnTo>
                  <a:lnTo>
                    <a:pt x="2652262" y="2276237"/>
                  </a:lnTo>
                  <a:lnTo>
                    <a:pt x="2735145" y="2292771"/>
                  </a:lnTo>
                  <a:lnTo>
                    <a:pt x="2818028" y="2303741"/>
                  </a:lnTo>
                  <a:lnTo>
                    <a:pt x="2900912" y="2312036"/>
                  </a:lnTo>
                  <a:lnTo>
                    <a:pt x="2983795" y="2322224"/>
                  </a:lnTo>
                  <a:lnTo>
                    <a:pt x="3066678" y="2333156"/>
                  </a:lnTo>
                  <a:lnTo>
                    <a:pt x="3149561" y="2339885"/>
                  </a:lnTo>
                  <a:lnTo>
                    <a:pt x="3232444" y="2344663"/>
                  </a:lnTo>
                  <a:lnTo>
                    <a:pt x="3315328" y="2351862"/>
                  </a:lnTo>
                  <a:lnTo>
                    <a:pt x="3398211" y="2361217"/>
                  </a:lnTo>
                  <a:lnTo>
                    <a:pt x="3481094" y="2369440"/>
                  </a:lnTo>
                  <a:lnTo>
                    <a:pt x="3563977" y="2376299"/>
                  </a:lnTo>
                  <a:lnTo>
                    <a:pt x="3646860" y="2382509"/>
                  </a:lnTo>
                  <a:lnTo>
                    <a:pt x="3729744" y="2389440"/>
                  </a:lnTo>
                  <a:lnTo>
                    <a:pt x="3812627" y="2396650"/>
                  </a:lnTo>
                  <a:lnTo>
                    <a:pt x="3895510" y="2403278"/>
                  </a:lnTo>
                  <a:lnTo>
                    <a:pt x="3978393" y="2409163"/>
                  </a:lnTo>
                  <a:lnTo>
                    <a:pt x="4061276" y="2414299"/>
                  </a:lnTo>
                  <a:lnTo>
                    <a:pt x="4144160" y="2418831"/>
                  </a:lnTo>
                  <a:lnTo>
                    <a:pt x="4227043" y="2423015"/>
                  </a:lnTo>
                  <a:lnTo>
                    <a:pt x="4309926" y="2427138"/>
                  </a:lnTo>
                  <a:lnTo>
                    <a:pt x="4392809" y="2431002"/>
                  </a:lnTo>
                  <a:lnTo>
                    <a:pt x="4475692" y="2434343"/>
                  </a:lnTo>
                  <a:lnTo>
                    <a:pt x="4558576" y="2437103"/>
                  </a:lnTo>
                  <a:lnTo>
                    <a:pt x="4641459" y="2439189"/>
                  </a:lnTo>
                  <a:lnTo>
                    <a:pt x="4724342" y="2440483"/>
                  </a:lnTo>
                  <a:lnTo>
                    <a:pt x="4807225" y="2440847"/>
                  </a:lnTo>
                  <a:lnTo>
                    <a:pt x="4890108" y="2440140"/>
                  </a:lnTo>
                  <a:lnTo>
                    <a:pt x="4972992" y="2438225"/>
                  </a:lnTo>
                  <a:lnTo>
                    <a:pt x="5055875" y="2434976"/>
                  </a:lnTo>
                  <a:lnTo>
                    <a:pt x="5138758" y="2430291"/>
                  </a:lnTo>
                  <a:lnTo>
                    <a:pt x="5221641" y="2424090"/>
                  </a:lnTo>
                  <a:lnTo>
                    <a:pt x="5304524" y="2416317"/>
                  </a:lnTo>
                  <a:lnTo>
                    <a:pt x="5387408" y="2406940"/>
                  </a:lnTo>
                  <a:lnTo>
                    <a:pt x="5470291" y="2395943"/>
                  </a:lnTo>
                  <a:lnTo>
                    <a:pt x="5553174" y="2383325"/>
                  </a:lnTo>
                  <a:lnTo>
                    <a:pt x="5636057" y="2369095"/>
                  </a:lnTo>
                  <a:lnTo>
                    <a:pt x="5718940" y="2353270"/>
                  </a:lnTo>
                  <a:lnTo>
                    <a:pt x="5801824" y="2335871"/>
                  </a:lnTo>
                  <a:lnTo>
                    <a:pt x="5884707" y="2316919"/>
                  </a:lnTo>
                  <a:lnTo>
                    <a:pt x="5967590" y="2296438"/>
                  </a:lnTo>
                  <a:lnTo>
                    <a:pt x="6015395" y="22837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72465" y="3542131"/>
              <a:ext cx="5525537" cy="1836328"/>
            </a:xfrm>
            <a:custGeom>
              <a:avLst/>
              <a:pathLst>
                <a:path w="5525537" h="1836328">
                  <a:moveTo>
                    <a:pt x="5525537" y="1836328"/>
                  </a:moveTo>
                  <a:lnTo>
                    <a:pt x="5470291" y="1823959"/>
                  </a:lnTo>
                  <a:lnTo>
                    <a:pt x="5387408" y="1806576"/>
                  </a:lnTo>
                  <a:lnTo>
                    <a:pt x="5304524" y="1790370"/>
                  </a:lnTo>
                  <a:lnTo>
                    <a:pt x="5221641" y="1775325"/>
                  </a:lnTo>
                  <a:lnTo>
                    <a:pt x="5138758" y="1761411"/>
                  </a:lnTo>
                  <a:lnTo>
                    <a:pt x="5055875" y="1748574"/>
                  </a:lnTo>
                  <a:lnTo>
                    <a:pt x="4972992" y="1736737"/>
                  </a:lnTo>
                  <a:lnTo>
                    <a:pt x="4890108" y="1725796"/>
                  </a:lnTo>
                  <a:lnTo>
                    <a:pt x="4807225" y="1715631"/>
                  </a:lnTo>
                  <a:lnTo>
                    <a:pt x="4724342" y="1706106"/>
                  </a:lnTo>
                  <a:lnTo>
                    <a:pt x="4641459" y="1697080"/>
                  </a:lnTo>
                  <a:lnTo>
                    <a:pt x="4558576" y="1688418"/>
                  </a:lnTo>
                  <a:lnTo>
                    <a:pt x="4475692" y="1680004"/>
                  </a:lnTo>
                  <a:lnTo>
                    <a:pt x="4392809" y="1671745"/>
                  </a:lnTo>
                  <a:lnTo>
                    <a:pt x="4309926" y="1663588"/>
                  </a:lnTo>
                  <a:lnTo>
                    <a:pt x="4227043" y="1655393"/>
                  </a:lnTo>
                  <a:lnTo>
                    <a:pt x="4144160" y="1647066"/>
                  </a:lnTo>
                  <a:lnTo>
                    <a:pt x="4061276" y="1638772"/>
                  </a:lnTo>
                  <a:lnTo>
                    <a:pt x="3978393" y="1630642"/>
                  </a:lnTo>
                  <a:lnTo>
                    <a:pt x="3895510" y="1622694"/>
                  </a:lnTo>
                  <a:lnTo>
                    <a:pt x="3812627" y="1614798"/>
                  </a:lnTo>
                  <a:lnTo>
                    <a:pt x="3729744" y="1606668"/>
                  </a:lnTo>
                  <a:lnTo>
                    <a:pt x="3646860" y="1597870"/>
                  </a:lnTo>
                  <a:lnTo>
                    <a:pt x="3563977" y="1588615"/>
                  </a:lnTo>
                  <a:lnTo>
                    <a:pt x="3481094" y="1579632"/>
                  </a:lnTo>
                  <a:lnTo>
                    <a:pt x="3398211" y="1570968"/>
                  </a:lnTo>
                  <a:lnTo>
                    <a:pt x="3315328" y="1561718"/>
                  </a:lnTo>
                  <a:lnTo>
                    <a:pt x="3232444" y="1552532"/>
                  </a:lnTo>
                  <a:lnTo>
                    <a:pt x="3149561" y="1545280"/>
                  </a:lnTo>
                  <a:lnTo>
                    <a:pt x="3066678" y="1538383"/>
                  </a:lnTo>
                  <a:lnTo>
                    <a:pt x="2983795" y="1528125"/>
                  </a:lnTo>
                  <a:lnTo>
                    <a:pt x="2900912" y="1516603"/>
                  </a:lnTo>
                  <a:lnTo>
                    <a:pt x="2818028" y="1507174"/>
                  </a:lnTo>
                  <a:lnTo>
                    <a:pt x="2735145" y="1497182"/>
                  </a:lnTo>
                  <a:lnTo>
                    <a:pt x="2652262" y="1482295"/>
                  </a:lnTo>
                  <a:lnTo>
                    <a:pt x="2569379" y="1459883"/>
                  </a:lnTo>
                  <a:lnTo>
                    <a:pt x="2486496" y="1434429"/>
                  </a:lnTo>
                  <a:lnTo>
                    <a:pt x="2403612" y="1407654"/>
                  </a:lnTo>
                  <a:lnTo>
                    <a:pt x="2320729" y="1380008"/>
                  </a:lnTo>
                  <a:lnTo>
                    <a:pt x="2237846" y="1351216"/>
                  </a:lnTo>
                  <a:lnTo>
                    <a:pt x="2154963" y="1321468"/>
                  </a:lnTo>
                  <a:lnTo>
                    <a:pt x="2072080" y="1290606"/>
                  </a:lnTo>
                  <a:lnTo>
                    <a:pt x="1989196" y="1258328"/>
                  </a:lnTo>
                  <a:lnTo>
                    <a:pt x="1906313" y="1224264"/>
                  </a:lnTo>
                  <a:lnTo>
                    <a:pt x="1823430" y="1188008"/>
                  </a:lnTo>
                  <a:lnTo>
                    <a:pt x="1740547" y="1149188"/>
                  </a:lnTo>
                  <a:lnTo>
                    <a:pt x="1657664" y="1107912"/>
                  </a:lnTo>
                  <a:lnTo>
                    <a:pt x="1574780" y="1064493"/>
                  </a:lnTo>
                  <a:lnTo>
                    <a:pt x="1491897" y="1019186"/>
                  </a:lnTo>
                  <a:lnTo>
                    <a:pt x="1409014" y="972235"/>
                  </a:lnTo>
                  <a:lnTo>
                    <a:pt x="1326131" y="923847"/>
                  </a:lnTo>
                  <a:lnTo>
                    <a:pt x="1243248" y="874184"/>
                  </a:lnTo>
                  <a:lnTo>
                    <a:pt x="1160364" y="823358"/>
                  </a:lnTo>
                  <a:lnTo>
                    <a:pt x="1077481" y="771439"/>
                  </a:lnTo>
                  <a:lnTo>
                    <a:pt x="994598" y="718462"/>
                  </a:lnTo>
                  <a:lnTo>
                    <a:pt x="911715" y="664440"/>
                  </a:lnTo>
                  <a:lnTo>
                    <a:pt x="828832" y="609373"/>
                  </a:lnTo>
                  <a:lnTo>
                    <a:pt x="745948" y="553253"/>
                  </a:lnTo>
                  <a:lnTo>
                    <a:pt x="663065" y="496072"/>
                  </a:lnTo>
                  <a:lnTo>
                    <a:pt x="580182" y="437821"/>
                  </a:lnTo>
                  <a:lnTo>
                    <a:pt x="497299" y="378494"/>
                  </a:lnTo>
                  <a:lnTo>
                    <a:pt x="414416" y="318088"/>
                  </a:lnTo>
                  <a:lnTo>
                    <a:pt x="331532" y="256605"/>
                  </a:lnTo>
                  <a:lnTo>
                    <a:pt x="248649" y="194046"/>
                  </a:lnTo>
                  <a:lnTo>
                    <a:pt x="165766" y="130420"/>
                  </a:lnTo>
                  <a:lnTo>
                    <a:pt x="82883" y="657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72465" y="3060733"/>
              <a:ext cx="6015395" cy="2125319"/>
            </a:xfrm>
            <a:custGeom>
              <a:avLst/>
              <a:pathLst>
                <a:path w="6015395" h="2125319">
                  <a:moveTo>
                    <a:pt x="0" y="0"/>
                  </a:moveTo>
                  <a:lnTo>
                    <a:pt x="82883" y="99766"/>
                  </a:lnTo>
                  <a:lnTo>
                    <a:pt x="165766" y="197087"/>
                  </a:lnTo>
                  <a:lnTo>
                    <a:pt x="248649" y="291926"/>
                  </a:lnTo>
                  <a:lnTo>
                    <a:pt x="331532" y="384251"/>
                  </a:lnTo>
                  <a:lnTo>
                    <a:pt x="414416" y="474027"/>
                  </a:lnTo>
                  <a:lnTo>
                    <a:pt x="497299" y="561218"/>
                  </a:lnTo>
                  <a:lnTo>
                    <a:pt x="580182" y="645792"/>
                  </a:lnTo>
                  <a:lnTo>
                    <a:pt x="663065" y="727713"/>
                  </a:lnTo>
                  <a:lnTo>
                    <a:pt x="745948" y="806948"/>
                  </a:lnTo>
                  <a:lnTo>
                    <a:pt x="828832" y="883462"/>
                  </a:lnTo>
                  <a:lnTo>
                    <a:pt x="911715" y="957220"/>
                  </a:lnTo>
                  <a:lnTo>
                    <a:pt x="994598" y="1028188"/>
                  </a:lnTo>
                  <a:lnTo>
                    <a:pt x="1077481" y="1096332"/>
                  </a:lnTo>
                  <a:lnTo>
                    <a:pt x="1160364" y="1161618"/>
                  </a:lnTo>
                  <a:lnTo>
                    <a:pt x="1243248" y="1224012"/>
                  </a:lnTo>
                  <a:lnTo>
                    <a:pt x="1326131" y="1283478"/>
                  </a:lnTo>
                  <a:lnTo>
                    <a:pt x="1409014" y="1339982"/>
                  </a:lnTo>
                  <a:lnTo>
                    <a:pt x="1491897" y="1393491"/>
                  </a:lnTo>
                  <a:lnTo>
                    <a:pt x="1574780" y="1443970"/>
                  </a:lnTo>
                  <a:lnTo>
                    <a:pt x="1657664" y="1491384"/>
                  </a:lnTo>
                  <a:lnTo>
                    <a:pt x="1740547" y="1535699"/>
                  </a:lnTo>
                  <a:lnTo>
                    <a:pt x="1823430" y="1576882"/>
                  </a:lnTo>
                  <a:lnTo>
                    <a:pt x="1906313" y="1615117"/>
                  </a:lnTo>
                  <a:lnTo>
                    <a:pt x="1989196" y="1650788"/>
                  </a:lnTo>
                  <a:lnTo>
                    <a:pt x="2072080" y="1684288"/>
                  </a:lnTo>
                  <a:lnTo>
                    <a:pt x="2154963" y="1716007"/>
                  </a:lnTo>
                  <a:lnTo>
                    <a:pt x="2237846" y="1746335"/>
                  </a:lnTo>
                  <a:lnTo>
                    <a:pt x="2320729" y="1775709"/>
                  </a:lnTo>
                  <a:lnTo>
                    <a:pt x="2403612" y="1804391"/>
                  </a:lnTo>
                  <a:lnTo>
                    <a:pt x="2486496" y="1831732"/>
                  </a:lnTo>
                  <a:lnTo>
                    <a:pt x="2569379" y="1856985"/>
                  </a:lnTo>
                  <a:lnTo>
                    <a:pt x="2652262" y="1879266"/>
                  </a:lnTo>
                  <a:lnTo>
                    <a:pt x="2735145" y="1894976"/>
                  </a:lnTo>
                  <a:lnTo>
                    <a:pt x="2818028" y="1905457"/>
                  </a:lnTo>
                  <a:lnTo>
                    <a:pt x="2900912" y="1914320"/>
                  </a:lnTo>
                  <a:lnTo>
                    <a:pt x="2983795" y="1925174"/>
                  </a:lnTo>
                  <a:lnTo>
                    <a:pt x="3066678" y="1935770"/>
                  </a:lnTo>
                  <a:lnTo>
                    <a:pt x="3149561" y="1942583"/>
                  </a:lnTo>
                  <a:lnTo>
                    <a:pt x="3232444" y="1948598"/>
                  </a:lnTo>
                  <a:lnTo>
                    <a:pt x="3315328" y="1956790"/>
                  </a:lnTo>
                  <a:lnTo>
                    <a:pt x="3398211" y="1966092"/>
                  </a:lnTo>
                  <a:lnTo>
                    <a:pt x="3481094" y="1974536"/>
                  </a:lnTo>
                  <a:lnTo>
                    <a:pt x="3563977" y="1982457"/>
                  </a:lnTo>
                  <a:lnTo>
                    <a:pt x="3646860" y="1990190"/>
                  </a:lnTo>
                  <a:lnTo>
                    <a:pt x="3729744" y="1998054"/>
                  </a:lnTo>
                  <a:lnTo>
                    <a:pt x="3812627" y="2005724"/>
                  </a:lnTo>
                  <a:lnTo>
                    <a:pt x="3895510" y="2012986"/>
                  </a:lnTo>
                  <a:lnTo>
                    <a:pt x="3978393" y="2019902"/>
                  </a:lnTo>
                  <a:lnTo>
                    <a:pt x="4061276" y="2026536"/>
                  </a:lnTo>
                  <a:lnTo>
                    <a:pt x="4144160" y="2032949"/>
                  </a:lnTo>
                  <a:lnTo>
                    <a:pt x="4227043" y="2039204"/>
                  </a:lnTo>
                  <a:lnTo>
                    <a:pt x="4309926" y="2045363"/>
                  </a:lnTo>
                  <a:lnTo>
                    <a:pt x="4392809" y="2051374"/>
                  </a:lnTo>
                  <a:lnTo>
                    <a:pt x="4475692" y="2057173"/>
                  </a:lnTo>
                  <a:lnTo>
                    <a:pt x="4558576" y="2062760"/>
                  </a:lnTo>
                  <a:lnTo>
                    <a:pt x="4641459" y="2068134"/>
                  </a:lnTo>
                  <a:lnTo>
                    <a:pt x="4724342" y="2073294"/>
                  </a:lnTo>
                  <a:lnTo>
                    <a:pt x="4807225" y="2078239"/>
                  </a:lnTo>
                  <a:lnTo>
                    <a:pt x="4890108" y="2082968"/>
                  </a:lnTo>
                  <a:lnTo>
                    <a:pt x="4972992" y="2087481"/>
                  </a:lnTo>
                  <a:lnTo>
                    <a:pt x="5055875" y="2091775"/>
                  </a:lnTo>
                  <a:lnTo>
                    <a:pt x="5138758" y="2095851"/>
                  </a:lnTo>
                  <a:lnTo>
                    <a:pt x="5221641" y="2099707"/>
                  </a:lnTo>
                  <a:lnTo>
                    <a:pt x="5304524" y="2103343"/>
                  </a:lnTo>
                  <a:lnTo>
                    <a:pt x="5387408" y="2106758"/>
                  </a:lnTo>
                  <a:lnTo>
                    <a:pt x="5470291" y="2109951"/>
                  </a:lnTo>
                  <a:lnTo>
                    <a:pt x="5553174" y="2112920"/>
                  </a:lnTo>
                  <a:lnTo>
                    <a:pt x="5636057" y="2115666"/>
                  </a:lnTo>
                  <a:lnTo>
                    <a:pt x="5718940" y="2118186"/>
                  </a:lnTo>
                  <a:lnTo>
                    <a:pt x="5801824" y="2120481"/>
                  </a:lnTo>
                  <a:lnTo>
                    <a:pt x="5884707" y="2122549"/>
                  </a:lnTo>
                  <a:lnTo>
                    <a:pt x="5967590" y="2124389"/>
                  </a:lnTo>
                  <a:lnTo>
                    <a:pt x="6015395" y="212531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072465" y="1932947"/>
              <a:ext cx="6015395" cy="3445512"/>
            </a:xfrm>
            <a:custGeom>
              <a:avLst/>
              <a:pathLst>
                <a:path w="6015395" h="3445512">
                  <a:moveTo>
                    <a:pt x="0" y="0"/>
                  </a:moveTo>
                  <a:lnTo>
                    <a:pt x="82883" y="147409"/>
                  </a:lnTo>
                  <a:lnTo>
                    <a:pt x="165766" y="290596"/>
                  </a:lnTo>
                  <a:lnTo>
                    <a:pt x="248649" y="429494"/>
                  </a:lnTo>
                  <a:lnTo>
                    <a:pt x="331532" y="564034"/>
                  </a:lnTo>
                  <a:lnTo>
                    <a:pt x="414416" y="694142"/>
                  </a:lnTo>
                  <a:lnTo>
                    <a:pt x="497299" y="819742"/>
                  </a:lnTo>
                  <a:lnTo>
                    <a:pt x="580182" y="940751"/>
                  </a:lnTo>
                  <a:lnTo>
                    <a:pt x="663065" y="1057085"/>
                  </a:lnTo>
                  <a:lnTo>
                    <a:pt x="745948" y="1168654"/>
                  </a:lnTo>
                  <a:lnTo>
                    <a:pt x="828832" y="1275364"/>
                  </a:lnTo>
                  <a:lnTo>
                    <a:pt x="911715" y="1377121"/>
                  </a:lnTo>
                  <a:lnTo>
                    <a:pt x="994598" y="1473835"/>
                  </a:lnTo>
                  <a:lnTo>
                    <a:pt x="1077481" y="1565421"/>
                  </a:lnTo>
                  <a:lnTo>
                    <a:pt x="1160364" y="1651817"/>
                  </a:lnTo>
                  <a:lnTo>
                    <a:pt x="1243248" y="1732988"/>
                  </a:lnTo>
                  <a:lnTo>
                    <a:pt x="1326131" y="1808948"/>
                  </a:lnTo>
                  <a:lnTo>
                    <a:pt x="1409014" y="1879767"/>
                  </a:lnTo>
                  <a:lnTo>
                    <a:pt x="1491897" y="1945585"/>
                  </a:lnTo>
                  <a:lnTo>
                    <a:pt x="1574780" y="2006603"/>
                  </a:lnTo>
                  <a:lnTo>
                    <a:pt x="1657664" y="2063070"/>
                  </a:lnTo>
                  <a:lnTo>
                    <a:pt x="1740547" y="2115251"/>
                  </a:lnTo>
                  <a:lnTo>
                    <a:pt x="1823430" y="2163485"/>
                  </a:lnTo>
                  <a:lnTo>
                    <a:pt x="1906313" y="2208330"/>
                  </a:lnTo>
                  <a:lnTo>
                    <a:pt x="1989196" y="2250197"/>
                  </a:lnTo>
                  <a:lnTo>
                    <a:pt x="2072080" y="2289465"/>
                  </a:lnTo>
                  <a:lnTo>
                    <a:pt x="2154963" y="2326560"/>
                  </a:lnTo>
                  <a:lnTo>
                    <a:pt x="2237846" y="2361999"/>
                  </a:lnTo>
                  <a:lnTo>
                    <a:pt x="2320729" y="2396557"/>
                  </a:lnTo>
                  <a:lnTo>
                    <a:pt x="2403612" y="2430898"/>
                  </a:lnTo>
                  <a:lnTo>
                    <a:pt x="2486496" y="2463353"/>
                  </a:lnTo>
                  <a:lnTo>
                    <a:pt x="2569379" y="2493066"/>
                  </a:lnTo>
                  <a:lnTo>
                    <a:pt x="2652262" y="2520603"/>
                  </a:lnTo>
                  <a:lnTo>
                    <a:pt x="2735145" y="2543791"/>
                  </a:lnTo>
                  <a:lnTo>
                    <a:pt x="2818028" y="2562008"/>
                  </a:lnTo>
                  <a:lnTo>
                    <a:pt x="2900912" y="2577583"/>
                  </a:lnTo>
                  <a:lnTo>
                    <a:pt x="2983795" y="2595129"/>
                  </a:lnTo>
                  <a:lnTo>
                    <a:pt x="3066678" y="2614769"/>
                  </a:lnTo>
                  <a:lnTo>
                    <a:pt x="3149561" y="2631514"/>
                  </a:lnTo>
                  <a:lnTo>
                    <a:pt x="3232444" y="2646174"/>
                  </a:lnTo>
                  <a:lnTo>
                    <a:pt x="3315328" y="2662457"/>
                  </a:lnTo>
                  <a:lnTo>
                    <a:pt x="3398211" y="2680701"/>
                  </a:lnTo>
                  <a:lnTo>
                    <a:pt x="3481094" y="2697913"/>
                  </a:lnTo>
                  <a:lnTo>
                    <a:pt x="3563977" y="2713628"/>
                  </a:lnTo>
                  <a:lnTo>
                    <a:pt x="3646860" y="2728678"/>
                  </a:lnTo>
                  <a:lnTo>
                    <a:pt x="3729744" y="2744787"/>
                  </a:lnTo>
                  <a:lnTo>
                    <a:pt x="3812627" y="2761408"/>
                  </a:lnTo>
                  <a:lnTo>
                    <a:pt x="3895510" y="2777429"/>
                  </a:lnTo>
                  <a:lnTo>
                    <a:pt x="3978393" y="2792624"/>
                  </a:lnTo>
                  <a:lnTo>
                    <a:pt x="4061276" y="2806976"/>
                  </a:lnTo>
                  <a:lnTo>
                    <a:pt x="4144160" y="2820675"/>
                  </a:lnTo>
                  <a:lnTo>
                    <a:pt x="4227043" y="2834060"/>
                  </a:lnTo>
                  <a:lnTo>
                    <a:pt x="4309926" y="2847516"/>
                  </a:lnTo>
                  <a:lnTo>
                    <a:pt x="4392809" y="2860690"/>
                  </a:lnTo>
                  <a:lnTo>
                    <a:pt x="4475692" y="2873169"/>
                  </a:lnTo>
                  <a:lnTo>
                    <a:pt x="4558576" y="2884878"/>
                  </a:lnTo>
                  <a:lnTo>
                    <a:pt x="4641459" y="2895694"/>
                  </a:lnTo>
                  <a:lnTo>
                    <a:pt x="4724342" y="2905456"/>
                  </a:lnTo>
                  <a:lnTo>
                    <a:pt x="4807225" y="2913981"/>
                  </a:lnTo>
                  <a:lnTo>
                    <a:pt x="4890108" y="2921078"/>
                  </a:lnTo>
                  <a:lnTo>
                    <a:pt x="4972992" y="2926563"/>
                  </a:lnTo>
                  <a:lnTo>
                    <a:pt x="5055875" y="2930268"/>
                  </a:lnTo>
                  <a:lnTo>
                    <a:pt x="5138758" y="2932057"/>
                  </a:lnTo>
                  <a:lnTo>
                    <a:pt x="5221641" y="2931822"/>
                  </a:lnTo>
                  <a:lnTo>
                    <a:pt x="5304524" y="2929492"/>
                  </a:lnTo>
                  <a:lnTo>
                    <a:pt x="5387408" y="2925023"/>
                  </a:lnTo>
                  <a:lnTo>
                    <a:pt x="5470291" y="2918396"/>
                  </a:lnTo>
                  <a:lnTo>
                    <a:pt x="5553174" y="2909615"/>
                  </a:lnTo>
                  <a:lnTo>
                    <a:pt x="5636057" y="2898693"/>
                  </a:lnTo>
                  <a:lnTo>
                    <a:pt x="5718940" y="2885657"/>
                  </a:lnTo>
                  <a:lnTo>
                    <a:pt x="5801824" y="2870536"/>
                  </a:lnTo>
                  <a:lnTo>
                    <a:pt x="5884707" y="2853364"/>
                  </a:lnTo>
                  <a:lnTo>
                    <a:pt x="5967590" y="2834175"/>
                  </a:lnTo>
                  <a:lnTo>
                    <a:pt x="6015395" y="2821963"/>
                  </a:lnTo>
                  <a:lnTo>
                    <a:pt x="6015395" y="3445512"/>
                  </a:lnTo>
                  <a:lnTo>
                    <a:pt x="5456068" y="3445512"/>
                  </a:lnTo>
                  <a:lnTo>
                    <a:pt x="5387408" y="3418961"/>
                  </a:lnTo>
                  <a:lnTo>
                    <a:pt x="5304524" y="3388564"/>
                  </a:lnTo>
                  <a:lnTo>
                    <a:pt x="5221641" y="3359798"/>
                  </a:lnTo>
                  <a:lnTo>
                    <a:pt x="5138758" y="3332620"/>
                  </a:lnTo>
                  <a:lnTo>
                    <a:pt x="5055875" y="3306951"/>
                  </a:lnTo>
                  <a:lnTo>
                    <a:pt x="4972992" y="3282685"/>
                  </a:lnTo>
                  <a:lnTo>
                    <a:pt x="4890108" y="3259679"/>
                  </a:lnTo>
                  <a:lnTo>
                    <a:pt x="4807225" y="3237765"/>
                  </a:lnTo>
                  <a:lnTo>
                    <a:pt x="4724342" y="3216755"/>
                  </a:lnTo>
                  <a:lnTo>
                    <a:pt x="4641459" y="3196455"/>
                  </a:lnTo>
                  <a:lnTo>
                    <a:pt x="4558576" y="3176679"/>
                  </a:lnTo>
                  <a:lnTo>
                    <a:pt x="4475692" y="3157264"/>
                  </a:lnTo>
                  <a:lnTo>
                    <a:pt x="4392809" y="3138083"/>
                  </a:lnTo>
                  <a:lnTo>
                    <a:pt x="4309926" y="3119058"/>
                  </a:lnTo>
                  <a:lnTo>
                    <a:pt x="4227043" y="3100053"/>
                  </a:lnTo>
                  <a:lnTo>
                    <a:pt x="4144160" y="3081021"/>
                  </a:lnTo>
                  <a:lnTo>
                    <a:pt x="4061276" y="3062195"/>
                  </a:lnTo>
                  <a:lnTo>
                    <a:pt x="3978393" y="3043762"/>
                  </a:lnTo>
                  <a:lnTo>
                    <a:pt x="3895510" y="3025756"/>
                  </a:lnTo>
                  <a:lnTo>
                    <a:pt x="3812627" y="3008006"/>
                  </a:lnTo>
                  <a:lnTo>
                    <a:pt x="3729744" y="2990132"/>
                  </a:lnTo>
                  <a:lnTo>
                    <a:pt x="3646860" y="2971478"/>
                  </a:lnTo>
                  <a:lnTo>
                    <a:pt x="3563977" y="2952279"/>
                  </a:lnTo>
                  <a:lnTo>
                    <a:pt x="3481094" y="2933668"/>
                  </a:lnTo>
                  <a:lnTo>
                    <a:pt x="3398211" y="2915855"/>
                  </a:lnTo>
                  <a:lnTo>
                    <a:pt x="3315328" y="2897754"/>
                  </a:lnTo>
                  <a:lnTo>
                    <a:pt x="3232444" y="2878764"/>
                  </a:lnTo>
                  <a:lnTo>
                    <a:pt x="3149561" y="2860732"/>
                  </a:lnTo>
                  <a:lnTo>
                    <a:pt x="3066678" y="2843758"/>
                  </a:lnTo>
                  <a:lnTo>
                    <a:pt x="2983795" y="2825037"/>
                  </a:lnTo>
                  <a:lnTo>
                    <a:pt x="2900912" y="2805672"/>
                  </a:lnTo>
                  <a:lnTo>
                    <a:pt x="2818028" y="2788553"/>
                  </a:lnTo>
                  <a:lnTo>
                    <a:pt x="2735145" y="2771669"/>
                  </a:lnTo>
                  <a:lnTo>
                    <a:pt x="2652262" y="2750725"/>
                  </a:lnTo>
                  <a:lnTo>
                    <a:pt x="2569379" y="2722831"/>
                  </a:lnTo>
                  <a:lnTo>
                    <a:pt x="2486496" y="2692569"/>
                  </a:lnTo>
                  <a:lnTo>
                    <a:pt x="2403612" y="2661660"/>
                  </a:lnTo>
                  <a:lnTo>
                    <a:pt x="2320729" y="2630140"/>
                  </a:lnTo>
                  <a:lnTo>
                    <a:pt x="2237846" y="2597170"/>
                  </a:lnTo>
                  <a:lnTo>
                    <a:pt x="2154963" y="2563311"/>
                  </a:lnTo>
                  <a:lnTo>
                    <a:pt x="2072080" y="2528552"/>
                  </a:lnTo>
                  <a:lnTo>
                    <a:pt x="1989196" y="2492615"/>
                  </a:lnTo>
                  <a:lnTo>
                    <a:pt x="1906313" y="2455129"/>
                  </a:lnTo>
                  <a:lnTo>
                    <a:pt x="1823430" y="2415676"/>
                  </a:lnTo>
                  <a:lnTo>
                    <a:pt x="1740547" y="2373883"/>
                  </a:lnTo>
                  <a:lnTo>
                    <a:pt x="1657664" y="2329985"/>
                  </a:lnTo>
                  <a:lnTo>
                    <a:pt x="1574780" y="2284408"/>
                  </a:lnTo>
                  <a:lnTo>
                    <a:pt x="1491897" y="2237488"/>
                  </a:lnTo>
                  <a:lnTo>
                    <a:pt x="1409014" y="2189544"/>
                  </a:lnTo>
                  <a:lnTo>
                    <a:pt x="1326131" y="2140848"/>
                  </a:lnTo>
                  <a:lnTo>
                    <a:pt x="1243248" y="2091608"/>
                  </a:lnTo>
                  <a:lnTo>
                    <a:pt x="1160364" y="2041966"/>
                  </a:lnTo>
                  <a:lnTo>
                    <a:pt x="1077481" y="1992004"/>
                  </a:lnTo>
                  <a:lnTo>
                    <a:pt x="994598" y="1941759"/>
                  </a:lnTo>
                  <a:lnTo>
                    <a:pt x="911715" y="1891237"/>
                  </a:lnTo>
                  <a:lnTo>
                    <a:pt x="828832" y="1840426"/>
                  </a:lnTo>
                  <a:lnTo>
                    <a:pt x="745948" y="1789303"/>
                  </a:lnTo>
                  <a:lnTo>
                    <a:pt x="663065" y="1737844"/>
                  </a:lnTo>
                  <a:lnTo>
                    <a:pt x="580182" y="1686027"/>
                  </a:lnTo>
                  <a:lnTo>
                    <a:pt x="497299" y="1633833"/>
                  </a:lnTo>
                  <a:lnTo>
                    <a:pt x="414416" y="1581244"/>
                  </a:lnTo>
                  <a:lnTo>
                    <a:pt x="331532" y="1528250"/>
                  </a:lnTo>
                  <a:lnTo>
                    <a:pt x="248649" y="1474845"/>
                  </a:lnTo>
                  <a:lnTo>
                    <a:pt x="165766" y="1421024"/>
                  </a:lnTo>
                  <a:lnTo>
                    <a:pt x="82883" y="1366788"/>
                  </a:lnTo>
                  <a:lnTo>
                    <a:pt x="0" y="131214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72465" y="1932947"/>
              <a:ext cx="6015395" cy="2932057"/>
            </a:xfrm>
            <a:custGeom>
              <a:avLst/>
              <a:pathLst>
                <a:path w="6015395" h="2932057">
                  <a:moveTo>
                    <a:pt x="0" y="0"/>
                  </a:moveTo>
                  <a:lnTo>
                    <a:pt x="82883" y="147409"/>
                  </a:lnTo>
                  <a:lnTo>
                    <a:pt x="165766" y="290596"/>
                  </a:lnTo>
                  <a:lnTo>
                    <a:pt x="248649" y="429494"/>
                  </a:lnTo>
                  <a:lnTo>
                    <a:pt x="331532" y="564034"/>
                  </a:lnTo>
                  <a:lnTo>
                    <a:pt x="414416" y="694142"/>
                  </a:lnTo>
                  <a:lnTo>
                    <a:pt x="497299" y="819742"/>
                  </a:lnTo>
                  <a:lnTo>
                    <a:pt x="580182" y="940751"/>
                  </a:lnTo>
                  <a:lnTo>
                    <a:pt x="663065" y="1057085"/>
                  </a:lnTo>
                  <a:lnTo>
                    <a:pt x="745948" y="1168654"/>
                  </a:lnTo>
                  <a:lnTo>
                    <a:pt x="828832" y="1275364"/>
                  </a:lnTo>
                  <a:lnTo>
                    <a:pt x="911715" y="1377121"/>
                  </a:lnTo>
                  <a:lnTo>
                    <a:pt x="994598" y="1473835"/>
                  </a:lnTo>
                  <a:lnTo>
                    <a:pt x="1077481" y="1565421"/>
                  </a:lnTo>
                  <a:lnTo>
                    <a:pt x="1160364" y="1651817"/>
                  </a:lnTo>
                  <a:lnTo>
                    <a:pt x="1243248" y="1732988"/>
                  </a:lnTo>
                  <a:lnTo>
                    <a:pt x="1326131" y="1808948"/>
                  </a:lnTo>
                  <a:lnTo>
                    <a:pt x="1409014" y="1879767"/>
                  </a:lnTo>
                  <a:lnTo>
                    <a:pt x="1491897" y="1945585"/>
                  </a:lnTo>
                  <a:lnTo>
                    <a:pt x="1574780" y="2006603"/>
                  </a:lnTo>
                  <a:lnTo>
                    <a:pt x="1657664" y="2063070"/>
                  </a:lnTo>
                  <a:lnTo>
                    <a:pt x="1740547" y="2115251"/>
                  </a:lnTo>
                  <a:lnTo>
                    <a:pt x="1823430" y="2163485"/>
                  </a:lnTo>
                  <a:lnTo>
                    <a:pt x="1906313" y="2208330"/>
                  </a:lnTo>
                  <a:lnTo>
                    <a:pt x="1989196" y="2250197"/>
                  </a:lnTo>
                  <a:lnTo>
                    <a:pt x="2072080" y="2289465"/>
                  </a:lnTo>
                  <a:lnTo>
                    <a:pt x="2154963" y="2326560"/>
                  </a:lnTo>
                  <a:lnTo>
                    <a:pt x="2237846" y="2361999"/>
                  </a:lnTo>
                  <a:lnTo>
                    <a:pt x="2320729" y="2396557"/>
                  </a:lnTo>
                  <a:lnTo>
                    <a:pt x="2403612" y="2430898"/>
                  </a:lnTo>
                  <a:lnTo>
                    <a:pt x="2486496" y="2463353"/>
                  </a:lnTo>
                  <a:lnTo>
                    <a:pt x="2569379" y="2493066"/>
                  </a:lnTo>
                  <a:lnTo>
                    <a:pt x="2652262" y="2520603"/>
                  </a:lnTo>
                  <a:lnTo>
                    <a:pt x="2735145" y="2543791"/>
                  </a:lnTo>
                  <a:lnTo>
                    <a:pt x="2818028" y="2562008"/>
                  </a:lnTo>
                  <a:lnTo>
                    <a:pt x="2900912" y="2577583"/>
                  </a:lnTo>
                  <a:lnTo>
                    <a:pt x="2983795" y="2595129"/>
                  </a:lnTo>
                  <a:lnTo>
                    <a:pt x="3066678" y="2614769"/>
                  </a:lnTo>
                  <a:lnTo>
                    <a:pt x="3149561" y="2631514"/>
                  </a:lnTo>
                  <a:lnTo>
                    <a:pt x="3232444" y="2646174"/>
                  </a:lnTo>
                  <a:lnTo>
                    <a:pt x="3315328" y="2662457"/>
                  </a:lnTo>
                  <a:lnTo>
                    <a:pt x="3398211" y="2680701"/>
                  </a:lnTo>
                  <a:lnTo>
                    <a:pt x="3481094" y="2697913"/>
                  </a:lnTo>
                  <a:lnTo>
                    <a:pt x="3563977" y="2713628"/>
                  </a:lnTo>
                  <a:lnTo>
                    <a:pt x="3646860" y="2728678"/>
                  </a:lnTo>
                  <a:lnTo>
                    <a:pt x="3729744" y="2744787"/>
                  </a:lnTo>
                  <a:lnTo>
                    <a:pt x="3812627" y="2761408"/>
                  </a:lnTo>
                  <a:lnTo>
                    <a:pt x="3895510" y="2777429"/>
                  </a:lnTo>
                  <a:lnTo>
                    <a:pt x="3978393" y="2792624"/>
                  </a:lnTo>
                  <a:lnTo>
                    <a:pt x="4061276" y="2806976"/>
                  </a:lnTo>
                  <a:lnTo>
                    <a:pt x="4144160" y="2820675"/>
                  </a:lnTo>
                  <a:lnTo>
                    <a:pt x="4227043" y="2834060"/>
                  </a:lnTo>
                  <a:lnTo>
                    <a:pt x="4309926" y="2847516"/>
                  </a:lnTo>
                  <a:lnTo>
                    <a:pt x="4392809" y="2860690"/>
                  </a:lnTo>
                  <a:lnTo>
                    <a:pt x="4475692" y="2873169"/>
                  </a:lnTo>
                  <a:lnTo>
                    <a:pt x="4558576" y="2884878"/>
                  </a:lnTo>
                  <a:lnTo>
                    <a:pt x="4641459" y="2895694"/>
                  </a:lnTo>
                  <a:lnTo>
                    <a:pt x="4724342" y="2905456"/>
                  </a:lnTo>
                  <a:lnTo>
                    <a:pt x="4807225" y="2913981"/>
                  </a:lnTo>
                  <a:lnTo>
                    <a:pt x="4890108" y="2921078"/>
                  </a:lnTo>
                  <a:lnTo>
                    <a:pt x="4972992" y="2926563"/>
                  </a:lnTo>
                  <a:lnTo>
                    <a:pt x="5055875" y="2930268"/>
                  </a:lnTo>
                  <a:lnTo>
                    <a:pt x="5138758" y="2932057"/>
                  </a:lnTo>
                  <a:lnTo>
                    <a:pt x="5221641" y="2931822"/>
                  </a:lnTo>
                  <a:lnTo>
                    <a:pt x="5304524" y="2929492"/>
                  </a:lnTo>
                  <a:lnTo>
                    <a:pt x="5387408" y="2925023"/>
                  </a:lnTo>
                  <a:lnTo>
                    <a:pt x="5470291" y="2918396"/>
                  </a:lnTo>
                  <a:lnTo>
                    <a:pt x="5553174" y="2909615"/>
                  </a:lnTo>
                  <a:lnTo>
                    <a:pt x="5636057" y="2898693"/>
                  </a:lnTo>
                  <a:lnTo>
                    <a:pt x="5718940" y="2885657"/>
                  </a:lnTo>
                  <a:lnTo>
                    <a:pt x="5801824" y="2870536"/>
                  </a:lnTo>
                  <a:lnTo>
                    <a:pt x="5884707" y="2853364"/>
                  </a:lnTo>
                  <a:lnTo>
                    <a:pt x="5967590" y="2834175"/>
                  </a:lnTo>
                  <a:lnTo>
                    <a:pt x="6015395" y="28219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072465" y="3245088"/>
              <a:ext cx="5456068" cy="2133371"/>
            </a:xfrm>
            <a:custGeom>
              <a:avLst/>
              <a:pathLst>
                <a:path w="5456068" h="2133371">
                  <a:moveTo>
                    <a:pt x="5456068" y="2133371"/>
                  </a:moveTo>
                  <a:lnTo>
                    <a:pt x="5387408" y="2106820"/>
                  </a:lnTo>
                  <a:lnTo>
                    <a:pt x="5304524" y="2076422"/>
                  </a:lnTo>
                  <a:lnTo>
                    <a:pt x="5221641" y="2047657"/>
                  </a:lnTo>
                  <a:lnTo>
                    <a:pt x="5138758" y="2020478"/>
                  </a:lnTo>
                  <a:lnTo>
                    <a:pt x="5055875" y="1994810"/>
                  </a:lnTo>
                  <a:lnTo>
                    <a:pt x="4972992" y="1970544"/>
                  </a:lnTo>
                  <a:lnTo>
                    <a:pt x="4890108" y="1947538"/>
                  </a:lnTo>
                  <a:lnTo>
                    <a:pt x="4807225" y="1925624"/>
                  </a:lnTo>
                  <a:lnTo>
                    <a:pt x="4724342" y="1904614"/>
                  </a:lnTo>
                  <a:lnTo>
                    <a:pt x="4641459" y="1884314"/>
                  </a:lnTo>
                  <a:lnTo>
                    <a:pt x="4558576" y="1864538"/>
                  </a:lnTo>
                  <a:lnTo>
                    <a:pt x="4475692" y="1845123"/>
                  </a:lnTo>
                  <a:lnTo>
                    <a:pt x="4392809" y="1825942"/>
                  </a:lnTo>
                  <a:lnTo>
                    <a:pt x="4309926" y="1806917"/>
                  </a:lnTo>
                  <a:lnTo>
                    <a:pt x="4227043" y="1787912"/>
                  </a:lnTo>
                  <a:lnTo>
                    <a:pt x="4144160" y="1768880"/>
                  </a:lnTo>
                  <a:lnTo>
                    <a:pt x="4061276" y="1750054"/>
                  </a:lnTo>
                  <a:lnTo>
                    <a:pt x="3978393" y="1731620"/>
                  </a:lnTo>
                  <a:lnTo>
                    <a:pt x="3895510" y="1713614"/>
                  </a:lnTo>
                  <a:lnTo>
                    <a:pt x="3812627" y="1695865"/>
                  </a:lnTo>
                  <a:lnTo>
                    <a:pt x="3729744" y="1677990"/>
                  </a:lnTo>
                  <a:lnTo>
                    <a:pt x="3646860" y="1659337"/>
                  </a:lnTo>
                  <a:lnTo>
                    <a:pt x="3563977" y="1640138"/>
                  </a:lnTo>
                  <a:lnTo>
                    <a:pt x="3481094" y="1621527"/>
                  </a:lnTo>
                  <a:lnTo>
                    <a:pt x="3398211" y="1603714"/>
                  </a:lnTo>
                  <a:lnTo>
                    <a:pt x="3315328" y="1585613"/>
                  </a:lnTo>
                  <a:lnTo>
                    <a:pt x="3232444" y="1566622"/>
                  </a:lnTo>
                  <a:lnTo>
                    <a:pt x="3149561" y="1548590"/>
                  </a:lnTo>
                  <a:lnTo>
                    <a:pt x="3066678" y="1531617"/>
                  </a:lnTo>
                  <a:lnTo>
                    <a:pt x="2983795" y="1512896"/>
                  </a:lnTo>
                  <a:lnTo>
                    <a:pt x="2900912" y="1493531"/>
                  </a:lnTo>
                  <a:lnTo>
                    <a:pt x="2818028" y="1476412"/>
                  </a:lnTo>
                  <a:lnTo>
                    <a:pt x="2735145" y="1459528"/>
                  </a:lnTo>
                  <a:lnTo>
                    <a:pt x="2652262" y="1438584"/>
                  </a:lnTo>
                  <a:lnTo>
                    <a:pt x="2569379" y="1410690"/>
                  </a:lnTo>
                  <a:lnTo>
                    <a:pt x="2486496" y="1380428"/>
                  </a:lnTo>
                  <a:lnTo>
                    <a:pt x="2403612" y="1349519"/>
                  </a:lnTo>
                  <a:lnTo>
                    <a:pt x="2320729" y="1317999"/>
                  </a:lnTo>
                  <a:lnTo>
                    <a:pt x="2237846" y="1285028"/>
                  </a:lnTo>
                  <a:lnTo>
                    <a:pt x="2154963" y="1251170"/>
                  </a:lnTo>
                  <a:lnTo>
                    <a:pt x="2072080" y="1216411"/>
                  </a:lnTo>
                  <a:lnTo>
                    <a:pt x="1989196" y="1180474"/>
                  </a:lnTo>
                  <a:lnTo>
                    <a:pt x="1906313" y="1142988"/>
                  </a:lnTo>
                  <a:lnTo>
                    <a:pt x="1823430" y="1103535"/>
                  </a:lnTo>
                  <a:lnTo>
                    <a:pt x="1740547" y="1061742"/>
                  </a:lnTo>
                  <a:lnTo>
                    <a:pt x="1657664" y="1017844"/>
                  </a:lnTo>
                  <a:lnTo>
                    <a:pt x="1574780" y="972267"/>
                  </a:lnTo>
                  <a:lnTo>
                    <a:pt x="1491897" y="925347"/>
                  </a:lnTo>
                  <a:lnTo>
                    <a:pt x="1409014" y="877403"/>
                  </a:lnTo>
                  <a:lnTo>
                    <a:pt x="1326131" y="828707"/>
                  </a:lnTo>
                  <a:lnTo>
                    <a:pt x="1243248" y="779467"/>
                  </a:lnTo>
                  <a:lnTo>
                    <a:pt x="1160364" y="729824"/>
                  </a:lnTo>
                  <a:lnTo>
                    <a:pt x="1077481" y="679863"/>
                  </a:lnTo>
                  <a:lnTo>
                    <a:pt x="994598" y="629618"/>
                  </a:lnTo>
                  <a:lnTo>
                    <a:pt x="911715" y="579096"/>
                  </a:lnTo>
                  <a:lnTo>
                    <a:pt x="828832" y="528284"/>
                  </a:lnTo>
                  <a:lnTo>
                    <a:pt x="745948" y="477161"/>
                  </a:lnTo>
                  <a:lnTo>
                    <a:pt x="663065" y="425703"/>
                  </a:lnTo>
                  <a:lnTo>
                    <a:pt x="580182" y="373886"/>
                  </a:lnTo>
                  <a:lnTo>
                    <a:pt x="497299" y="321691"/>
                  </a:lnTo>
                  <a:lnTo>
                    <a:pt x="414416" y="269103"/>
                  </a:lnTo>
                  <a:lnTo>
                    <a:pt x="331532" y="216109"/>
                  </a:lnTo>
                  <a:lnTo>
                    <a:pt x="248649" y="162703"/>
                  </a:lnTo>
                  <a:lnTo>
                    <a:pt x="165766" y="108883"/>
                  </a:lnTo>
                  <a:lnTo>
                    <a:pt x="82883" y="546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72465" y="2589018"/>
              <a:ext cx="6015395" cy="2606038"/>
            </a:xfrm>
            <a:custGeom>
              <a:avLst/>
              <a:pathLst>
                <a:path w="6015395" h="2606038">
                  <a:moveTo>
                    <a:pt x="0" y="0"/>
                  </a:moveTo>
                  <a:lnTo>
                    <a:pt x="82883" y="101028"/>
                  </a:lnTo>
                  <a:lnTo>
                    <a:pt x="165766" y="199739"/>
                  </a:lnTo>
                  <a:lnTo>
                    <a:pt x="248649" y="296099"/>
                  </a:lnTo>
                  <a:lnTo>
                    <a:pt x="331532" y="390072"/>
                  </a:lnTo>
                  <a:lnTo>
                    <a:pt x="414416" y="481622"/>
                  </a:lnTo>
                  <a:lnTo>
                    <a:pt x="497299" y="570717"/>
                  </a:lnTo>
                  <a:lnTo>
                    <a:pt x="580182" y="657319"/>
                  </a:lnTo>
                  <a:lnTo>
                    <a:pt x="663065" y="741394"/>
                  </a:lnTo>
                  <a:lnTo>
                    <a:pt x="745948" y="822907"/>
                  </a:lnTo>
                  <a:lnTo>
                    <a:pt x="828832" y="901824"/>
                  </a:lnTo>
                  <a:lnTo>
                    <a:pt x="911715" y="978109"/>
                  </a:lnTo>
                  <a:lnTo>
                    <a:pt x="994598" y="1051726"/>
                  </a:lnTo>
                  <a:lnTo>
                    <a:pt x="1077481" y="1122642"/>
                  </a:lnTo>
                  <a:lnTo>
                    <a:pt x="1160364" y="1190821"/>
                  </a:lnTo>
                  <a:lnTo>
                    <a:pt x="1243248" y="1256228"/>
                  </a:lnTo>
                  <a:lnTo>
                    <a:pt x="1326131" y="1318827"/>
                  </a:lnTo>
                  <a:lnTo>
                    <a:pt x="1409014" y="1378585"/>
                  </a:lnTo>
                  <a:lnTo>
                    <a:pt x="1491897" y="1435466"/>
                  </a:lnTo>
                  <a:lnTo>
                    <a:pt x="1574780" y="1489435"/>
                  </a:lnTo>
                  <a:lnTo>
                    <a:pt x="1657664" y="1540457"/>
                  </a:lnTo>
                  <a:lnTo>
                    <a:pt x="1740547" y="1588497"/>
                  </a:lnTo>
                  <a:lnTo>
                    <a:pt x="1823430" y="1633510"/>
                  </a:lnTo>
                  <a:lnTo>
                    <a:pt x="1906313" y="1675659"/>
                  </a:lnTo>
                  <a:lnTo>
                    <a:pt x="1989196" y="1715335"/>
                  </a:lnTo>
                  <a:lnTo>
                    <a:pt x="2072080" y="1752938"/>
                  </a:lnTo>
                  <a:lnTo>
                    <a:pt x="2154963" y="1788865"/>
                  </a:lnTo>
                  <a:lnTo>
                    <a:pt x="2237846" y="1823514"/>
                  </a:lnTo>
                  <a:lnTo>
                    <a:pt x="2320729" y="1857278"/>
                  </a:lnTo>
                  <a:lnTo>
                    <a:pt x="2403612" y="1890208"/>
                  </a:lnTo>
                  <a:lnTo>
                    <a:pt x="2486496" y="1921890"/>
                  </a:lnTo>
                  <a:lnTo>
                    <a:pt x="2569379" y="1951878"/>
                  </a:lnTo>
                  <a:lnTo>
                    <a:pt x="2652262" y="1979594"/>
                  </a:lnTo>
                  <a:lnTo>
                    <a:pt x="2735145" y="2001659"/>
                  </a:lnTo>
                  <a:lnTo>
                    <a:pt x="2818028" y="2019210"/>
                  </a:lnTo>
                  <a:lnTo>
                    <a:pt x="2900912" y="2035557"/>
                  </a:lnTo>
                  <a:lnTo>
                    <a:pt x="2983795" y="2054012"/>
                  </a:lnTo>
                  <a:lnTo>
                    <a:pt x="3066678" y="2073193"/>
                  </a:lnTo>
                  <a:lnTo>
                    <a:pt x="3149561" y="2090052"/>
                  </a:lnTo>
                  <a:lnTo>
                    <a:pt x="3232444" y="2106398"/>
                  </a:lnTo>
                  <a:lnTo>
                    <a:pt x="3315328" y="2124035"/>
                  </a:lnTo>
                  <a:lnTo>
                    <a:pt x="3398211" y="2142208"/>
                  </a:lnTo>
                  <a:lnTo>
                    <a:pt x="3481094" y="2159720"/>
                  </a:lnTo>
                  <a:lnTo>
                    <a:pt x="3563977" y="2176883"/>
                  </a:lnTo>
                  <a:lnTo>
                    <a:pt x="3646860" y="2194008"/>
                  </a:lnTo>
                  <a:lnTo>
                    <a:pt x="3729744" y="2211388"/>
                  </a:lnTo>
                  <a:lnTo>
                    <a:pt x="3812627" y="2228636"/>
                  </a:lnTo>
                  <a:lnTo>
                    <a:pt x="3895510" y="2245522"/>
                  </a:lnTo>
                  <a:lnTo>
                    <a:pt x="3978393" y="2262122"/>
                  </a:lnTo>
                  <a:lnTo>
                    <a:pt x="4061276" y="2278515"/>
                  </a:lnTo>
                  <a:lnTo>
                    <a:pt x="4144160" y="2294777"/>
                  </a:lnTo>
                  <a:lnTo>
                    <a:pt x="4227043" y="2310986"/>
                  </a:lnTo>
                  <a:lnTo>
                    <a:pt x="4309926" y="2327217"/>
                  </a:lnTo>
                  <a:lnTo>
                    <a:pt x="4392809" y="2343316"/>
                  </a:lnTo>
                  <a:lnTo>
                    <a:pt x="4475692" y="2359146"/>
                  </a:lnTo>
                  <a:lnTo>
                    <a:pt x="4558576" y="2374708"/>
                  </a:lnTo>
                  <a:lnTo>
                    <a:pt x="4641459" y="2390004"/>
                  </a:lnTo>
                  <a:lnTo>
                    <a:pt x="4724342" y="2405035"/>
                  </a:lnTo>
                  <a:lnTo>
                    <a:pt x="4807225" y="2419803"/>
                  </a:lnTo>
                  <a:lnTo>
                    <a:pt x="4890108" y="2434308"/>
                  </a:lnTo>
                  <a:lnTo>
                    <a:pt x="4972992" y="2448553"/>
                  </a:lnTo>
                  <a:lnTo>
                    <a:pt x="5055875" y="2462539"/>
                  </a:lnTo>
                  <a:lnTo>
                    <a:pt x="5138758" y="2476268"/>
                  </a:lnTo>
                  <a:lnTo>
                    <a:pt x="5221641" y="2489740"/>
                  </a:lnTo>
                  <a:lnTo>
                    <a:pt x="5304524" y="2502957"/>
                  </a:lnTo>
                  <a:lnTo>
                    <a:pt x="5387408" y="2515921"/>
                  </a:lnTo>
                  <a:lnTo>
                    <a:pt x="5470291" y="2528633"/>
                  </a:lnTo>
                  <a:lnTo>
                    <a:pt x="5553174" y="2541095"/>
                  </a:lnTo>
                  <a:lnTo>
                    <a:pt x="5636057" y="2553308"/>
                  </a:lnTo>
                  <a:lnTo>
                    <a:pt x="5718940" y="2565274"/>
                  </a:lnTo>
                  <a:lnTo>
                    <a:pt x="5801824" y="2576993"/>
                  </a:lnTo>
                  <a:lnTo>
                    <a:pt x="5884707" y="2588467"/>
                  </a:lnTo>
                  <a:lnTo>
                    <a:pt x="5967590" y="2599699"/>
                  </a:lnTo>
                  <a:lnTo>
                    <a:pt x="6015395" y="2606038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072465" y="3139981"/>
              <a:ext cx="6015395" cy="2238478"/>
            </a:xfrm>
            <a:custGeom>
              <a:avLst/>
              <a:pathLst>
                <a:path w="6015395" h="2238478">
                  <a:moveTo>
                    <a:pt x="0" y="0"/>
                  </a:moveTo>
                  <a:lnTo>
                    <a:pt x="82883" y="76177"/>
                  </a:lnTo>
                  <a:lnTo>
                    <a:pt x="165766" y="150221"/>
                  </a:lnTo>
                  <a:lnTo>
                    <a:pt x="248649" y="222097"/>
                  </a:lnTo>
                  <a:lnTo>
                    <a:pt x="331532" y="291766"/>
                  </a:lnTo>
                  <a:lnTo>
                    <a:pt x="414416" y="359187"/>
                  </a:lnTo>
                  <a:lnTo>
                    <a:pt x="497299" y="424313"/>
                  </a:lnTo>
                  <a:lnTo>
                    <a:pt x="580182" y="487095"/>
                  </a:lnTo>
                  <a:lnTo>
                    <a:pt x="663065" y="547480"/>
                  </a:lnTo>
                  <a:lnTo>
                    <a:pt x="745948" y="605410"/>
                  </a:lnTo>
                  <a:lnTo>
                    <a:pt x="828832" y="660823"/>
                  </a:lnTo>
                  <a:lnTo>
                    <a:pt x="911715" y="713657"/>
                  </a:lnTo>
                  <a:lnTo>
                    <a:pt x="994598" y="763853"/>
                  </a:lnTo>
                  <a:lnTo>
                    <a:pt x="1077481" y="811360"/>
                  </a:lnTo>
                  <a:lnTo>
                    <a:pt x="1160364" y="856145"/>
                  </a:lnTo>
                  <a:lnTo>
                    <a:pt x="1243248" y="898204"/>
                  </a:lnTo>
                  <a:lnTo>
                    <a:pt x="1326131" y="937579"/>
                  </a:lnTo>
                  <a:lnTo>
                    <a:pt x="1409014" y="974369"/>
                  </a:lnTo>
                  <a:lnTo>
                    <a:pt x="1491897" y="1008736"/>
                  </a:lnTo>
                  <a:lnTo>
                    <a:pt x="1574780" y="1040905"/>
                  </a:lnTo>
                  <a:lnTo>
                    <a:pt x="1657664" y="1071146"/>
                  </a:lnTo>
                  <a:lnTo>
                    <a:pt x="1740547" y="1099746"/>
                  </a:lnTo>
                  <a:lnTo>
                    <a:pt x="1823430" y="1127138"/>
                  </a:lnTo>
                  <a:lnTo>
                    <a:pt x="1906313" y="1153836"/>
                  </a:lnTo>
                  <a:lnTo>
                    <a:pt x="1989196" y="1179791"/>
                  </a:lnTo>
                  <a:lnTo>
                    <a:pt x="2072080" y="1204910"/>
                  </a:lnTo>
                  <a:lnTo>
                    <a:pt x="2154963" y="1229147"/>
                  </a:lnTo>
                  <a:lnTo>
                    <a:pt x="2237846" y="1252542"/>
                  </a:lnTo>
                  <a:lnTo>
                    <a:pt x="2320729" y="1275851"/>
                  </a:lnTo>
                  <a:lnTo>
                    <a:pt x="2403612" y="1301910"/>
                  </a:lnTo>
                  <a:lnTo>
                    <a:pt x="2486496" y="1328278"/>
                  </a:lnTo>
                  <a:lnTo>
                    <a:pt x="2569379" y="1352728"/>
                  </a:lnTo>
                  <a:lnTo>
                    <a:pt x="2652262" y="1374574"/>
                  </a:lnTo>
                  <a:lnTo>
                    <a:pt x="2735145" y="1394839"/>
                  </a:lnTo>
                  <a:lnTo>
                    <a:pt x="2818028" y="1412974"/>
                  </a:lnTo>
                  <a:lnTo>
                    <a:pt x="2900912" y="1429008"/>
                  </a:lnTo>
                  <a:lnTo>
                    <a:pt x="2983795" y="1445183"/>
                  </a:lnTo>
                  <a:lnTo>
                    <a:pt x="3066678" y="1461316"/>
                  </a:lnTo>
                  <a:lnTo>
                    <a:pt x="3149561" y="1474286"/>
                  </a:lnTo>
                  <a:lnTo>
                    <a:pt x="3232444" y="1485328"/>
                  </a:lnTo>
                  <a:lnTo>
                    <a:pt x="3315328" y="1498482"/>
                  </a:lnTo>
                  <a:lnTo>
                    <a:pt x="3398211" y="1514038"/>
                  </a:lnTo>
                  <a:lnTo>
                    <a:pt x="3481094" y="1528687"/>
                  </a:lnTo>
                  <a:lnTo>
                    <a:pt x="3563977" y="1541741"/>
                  </a:lnTo>
                  <a:lnTo>
                    <a:pt x="3646860" y="1553766"/>
                  </a:lnTo>
                  <a:lnTo>
                    <a:pt x="3729744" y="1566199"/>
                  </a:lnTo>
                  <a:lnTo>
                    <a:pt x="3812627" y="1578571"/>
                  </a:lnTo>
                  <a:lnTo>
                    <a:pt x="3895510" y="1589920"/>
                  </a:lnTo>
                  <a:lnTo>
                    <a:pt x="3978393" y="1600048"/>
                  </a:lnTo>
                  <a:lnTo>
                    <a:pt x="4061276" y="1608958"/>
                  </a:lnTo>
                  <a:lnTo>
                    <a:pt x="4144160" y="1616856"/>
                  </a:lnTo>
                  <a:lnTo>
                    <a:pt x="4227043" y="1624091"/>
                  </a:lnTo>
                  <a:lnTo>
                    <a:pt x="4309926" y="1631057"/>
                  </a:lnTo>
                  <a:lnTo>
                    <a:pt x="4392809" y="1637585"/>
                  </a:lnTo>
                  <a:lnTo>
                    <a:pt x="4475692" y="1643383"/>
                  </a:lnTo>
                  <a:lnTo>
                    <a:pt x="4558576" y="1648372"/>
                  </a:lnTo>
                  <a:lnTo>
                    <a:pt x="4641459" y="1652427"/>
                  </a:lnTo>
                  <a:lnTo>
                    <a:pt x="4724342" y="1655387"/>
                  </a:lnTo>
                  <a:lnTo>
                    <a:pt x="4807225" y="1657068"/>
                  </a:lnTo>
                  <a:lnTo>
                    <a:pt x="4890108" y="1657281"/>
                  </a:lnTo>
                  <a:lnTo>
                    <a:pt x="4972992" y="1655839"/>
                  </a:lnTo>
                  <a:lnTo>
                    <a:pt x="5055875" y="1652576"/>
                  </a:lnTo>
                  <a:lnTo>
                    <a:pt x="5138758" y="1647353"/>
                  </a:lnTo>
                  <a:lnTo>
                    <a:pt x="5221641" y="1640062"/>
                  </a:lnTo>
                  <a:lnTo>
                    <a:pt x="5304524" y="1630625"/>
                  </a:lnTo>
                  <a:lnTo>
                    <a:pt x="5387408" y="1618995"/>
                  </a:lnTo>
                  <a:lnTo>
                    <a:pt x="5470291" y="1605150"/>
                  </a:lnTo>
                  <a:lnTo>
                    <a:pt x="5553174" y="1589084"/>
                  </a:lnTo>
                  <a:lnTo>
                    <a:pt x="5636057" y="1570808"/>
                  </a:lnTo>
                  <a:lnTo>
                    <a:pt x="5718940" y="1550339"/>
                  </a:lnTo>
                  <a:lnTo>
                    <a:pt x="5801824" y="1527700"/>
                  </a:lnTo>
                  <a:lnTo>
                    <a:pt x="5884707" y="1502920"/>
                  </a:lnTo>
                  <a:lnTo>
                    <a:pt x="5967590" y="1476024"/>
                  </a:lnTo>
                  <a:lnTo>
                    <a:pt x="6015395" y="1459308"/>
                  </a:lnTo>
                  <a:lnTo>
                    <a:pt x="6015395" y="2238478"/>
                  </a:lnTo>
                  <a:lnTo>
                    <a:pt x="5824753" y="2238478"/>
                  </a:lnTo>
                  <a:lnTo>
                    <a:pt x="5801824" y="2229981"/>
                  </a:lnTo>
                  <a:lnTo>
                    <a:pt x="5718940" y="2200625"/>
                  </a:lnTo>
                  <a:lnTo>
                    <a:pt x="5636057" y="2172661"/>
                  </a:lnTo>
                  <a:lnTo>
                    <a:pt x="5553174" y="2146122"/>
                  </a:lnTo>
                  <a:lnTo>
                    <a:pt x="5470291" y="2121035"/>
                  </a:lnTo>
                  <a:lnTo>
                    <a:pt x="5387408" y="2097419"/>
                  </a:lnTo>
                  <a:lnTo>
                    <a:pt x="5304524" y="2075277"/>
                  </a:lnTo>
                  <a:lnTo>
                    <a:pt x="5221641" y="2054595"/>
                  </a:lnTo>
                  <a:lnTo>
                    <a:pt x="5138758" y="2035334"/>
                  </a:lnTo>
                  <a:lnTo>
                    <a:pt x="5055875" y="2017428"/>
                  </a:lnTo>
                  <a:lnTo>
                    <a:pt x="4972992" y="2000775"/>
                  </a:lnTo>
                  <a:lnTo>
                    <a:pt x="4890108" y="1985246"/>
                  </a:lnTo>
                  <a:lnTo>
                    <a:pt x="4807225" y="1970682"/>
                  </a:lnTo>
                  <a:lnTo>
                    <a:pt x="4724342" y="1956908"/>
                  </a:lnTo>
                  <a:lnTo>
                    <a:pt x="4641459" y="1943741"/>
                  </a:lnTo>
                  <a:lnTo>
                    <a:pt x="4558576" y="1931007"/>
                  </a:lnTo>
                  <a:lnTo>
                    <a:pt x="4475692" y="1918554"/>
                  </a:lnTo>
                  <a:lnTo>
                    <a:pt x="4392809" y="1906264"/>
                  </a:lnTo>
                  <a:lnTo>
                    <a:pt x="4309926" y="1894069"/>
                  </a:lnTo>
                  <a:lnTo>
                    <a:pt x="4227043" y="1881728"/>
                  </a:lnTo>
                  <a:lnTo>
                    <a:pt x="4144160" y="1869025"/>
                  </a:lnTo>
                  <a:lnTo>
                    <a:pt x="4061276" y="1856161"/>
                  </a:lnTo>
                  <a:lnTo>
                    <a:pt x="3978393" y="1843297"/>
                  </a:lnTo>
                  <a:lnTo>
                    <a:pt x="3895510" y="1830447"/>
                  </a:lnTo>
                  <a:lnTo>
                    <a:pt x="3812627" y="1817423"/>
                  </a:lnTo>
                  <a:lnTo>
                    <a:pt x="3729744" y="1803837"/>
                  </a:lnTo>
                  <a:lnTo>
                    <a:pt x="3646860" y="1788940"/>
                  </a:lnTo>
                  <a:lnTo>
                    <a:pt x="3563977" y="1772895"/>
                  </a:lnTo>
                  <a:lnTo>
                    <a:pt x="3481094" y="1757037"/>
                  </a:lnTo>
                  <a:lnTo>
                    <a:pt x="3398211" y="1741806"/>
                  </a:lnTo>
                  <a:lnTo>
                    <a:pt x="3315328" y="1726389"/>
                  </a:lnTo>
                  <a:lnTo>
                    <a:pt x="3232444" y="1710612"/>
                  </a:lnTo>
                  <a:lnTo>
                    <a:pt x="3149561" y="1696303"/>
                  </a:lnTo>
                  <a:lnTo>
                    <a:pt x="3066678" y="1683112"/>
                  </a:lnTo>
                  <a:lnTo>
                    <a:pt x="2983795" y="1667869"/>
                  </a:lnTo>
                  <a:lnTo>
                    <a:pt x="2900912" y="1649933"/>
                  </a:lnTo>
                  <a:lnTo>
                    <a:pt x="2818028" y="1632403"/>
                  </a:lnTo>
                  <a:lnTo>
                    <a:pt x="2735145" y="1615559"/>
                  </a:lnTo>
                  <a:lnTo>
                    <a:pt x="2652262" y="1597468"/>
                  </a:lnTo>
                  <a:lnTo>
                    <a:pt x="2569379" y="1575276"/>
                  </a:lnTo>
                  <a:lnTo>
                    <a:pt x="2486496" y="1550294"/>
                  </a:lnTo>
                  <a:lnTo>
                    <a:pt x="2403612" y="1525424"/>
                  </a:lnTo>
                  <a:lnTo>
                    <a:pt x="2320729" y="1502098"/>
                  </a:lnTo>
                  <a:lnTo>
                    <a:pt x="2237846" y="1480325"/>
                  </a:lnTo>
                  <a:lnTo>
                    <a:pt x="2154963" y="1458461"/>
                  </a:lnTo>
                  <a:lnTo>
                    <a:pt x="2072080" y="1436487"/>
                  </a:lnTo>
                  <a:lnTo>
                    <a:pt x="1989196" y="1414594"/>
                  </a:lnTo>
                  <a:lnTo>
                    <a:pt x="1906313" y="1392883"/>
                  </a:lnTo>
                  <a:lnTo>
                    <a:pt x="1823430" y="1371408"/>
                  </a:lnTo>
                  <a:lnTo>
                    <a:pt x="1740547" y="1350254"/>
                  </a:lnTo>
                  <a:lnTo>
                    <a:pt x="1657664" y="1329677"/>
                  </a:lnTo>
                  <a:lnTo>
                    <a:pt x="1574780" y="1309984"/>
                  </a:lnTo>
                  <a:lnTo>
                    <a:pt x="1491897" y="1291470"/>
                  </a:lnTo>
                  <a:lnTo>
                    <a:pt x="1409014" y="1274416"/>
                  </a:lnTo>
                  <a:lnTo>
                    <a:pt x="1326131" y="1259054"/>
                  </a:lnTo>
                  <a:lnTo>
                    <a:pt x="1243248" y="1245559"/>
                  </a:lnTo>
                  <a:lnTo>
                    <a:pt x="1160364" y="1234039"/>
                  </a:lnTo>
                  <a:lnTo>
                    <a:pt x="1077481" y="1224543"/>
                  </a:lnTo>
                  <a:lnTo>
                    <a:pt x="994598" y="1217079"/>
                  </a:lnTo>
                  <a:lnTo>
                    <a:pt x="911715" y="1211624"/>
                  </a:lnTo>
                  <a:lnTo>
                    <a:pt x="828832" y="1208135"/>
                  </a:lnTo>
                  <a:lnTo>
                    <a:pt x="745948" y="1206563"/>
                  </a:lnTo>
                  <a:lnTo>
                    <a:pt x="663065" y="1206856"/>
                  </a:lnTo>
                  <a:lnTo>
                    <a:pt x="580182" y="1208962"/>
                  </a:lnTo>
                  <a:lnTo>
                    <a:pt x="497299" y="1212832"/>
                  </a:lnTo>
                  <a:lnTo>
                    <a:pt x="414416" y="1218423"/>
                  </a:lnTo>
                  <a:lnTo>
                    <a:pt x="331532" y="1225695"/>
                  </a:lnTo>
                  <a:lnTo>
                    <a:pt x="248649" y="1234612"/>
                  </a:lnTo>
                  <a:lnTo>
                    <a:pt x="165766" y="1245141"/>
                  </a:lnTo>
                  <a:lnTo>
                    <a:pt x="82883" y="1257254"/>
                  </a:lnTo>
                  <a:lnTo>
                    <a:pt x="0" y="127092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72465" y="3139981"/>
              <a:ext cx="6015395" cy="1657281"/>
            </a:xfrm>
            <a:custGeom>
              <a:avLst/>
              <a:pathLst>
                <a:path w="6015395" h="1657281">
                  <a:moveTo>
                    <a:pt x="0" y="0"/>
                  </a:moveTo>
                  <a:lnTo>
                    <a:pt x="82883" y="76177"/>
                  </a:lnTo>
                  <a:lnTo>
                    <a:pt x="165766" y="150221"/>
                  </a:lnTo>
                  <a:lnTo>
                    <a:pt x="248649" y="222097"/>
                  </a:lnTo>
                  <a:lnTo>
                    <a:pt x="331532" y="291766"/>
                  </a:lnTo>
                  <a:lnTo>
                    <a:pt x="414416" y="359187"/>
                  </a:lnTo>
                  <a:lnTo>
                    <a:pt x="497299" y="424313"/>
                  </a:lnTo>
                  <a:lnTo>
                    <a:pt x="580182" y="487095"/>
                  </a:lnTo>
                  <a:lnTo>
                    <a:pt x="663065" y="547480"/>
                  </a:lnTo>
                  <a:lnTo>
                    <a:pt x="745948" y="605410"/>
                  </a:lnTo>
                  <a:lnTo>
                    <a:pt x="828832" y="660823"/>
                  </a:lnTo>
                  <a:lnTo>
                    <a:pt x="911715" y="713657"/>
                  </a:lnTo>
                  <a:lnTo>
                    <a:pt x="994598" y="763853"/>
                  </a:lnTo>
                  <a:lnTo>
                    <a:pt x="1077481" y="811360"/>
                  </a:lnTo>
                  <a:lnTo>
                    <a:pt x="1160364" y="856145"/>
                  </a:lnTo>
                  <a:lnTo>
                    <a:pt x="1243248" y="898204"/>
                  </a:lnTo>
                  <a:lnTo>
                    <a:pt x="1326131" y="937579"/>
                  </a:lnTo>
                  <a:lnTo>
                    <a:pt x="1409014" y="974369"/>
                  </a:lnTo>
                  <a:lnTo>
                    <a:pt x="1491897" y="1008736"/>
                  </a:lnTo>
                  <a:lnTo>
                    <a:pt x="1574780" y="1040905"/>
                  </a:lnTo>
                  <a:lnTo>
                    <a:pt x="1657664" y="1071146"/>
                  </a:lnTo>
                  <a:lnTo>
                    <a:pt x="1740547" y="1099746"/>
                  </a:lnTo>
                  <a:lnTo>
                    <a:pt x="1823430" y="1127138"/>
                  </a:lnTo>
                  <a:lnTo>
                    <a:pt x="1906313" y="1153836"/>
                  </a:lnTo>
                  <a:lnTo>
                    <a:pt x="1989196" y="1179791"/>
                  </a:lnTo>
                  <a:lnTo>
                    <a:pt x="2072080" y="1204910"/>
                  </a:lnTo>
                  <a:lnTo>
                    <a:pt x="2154963" y="1229147"/>
                  </a:lnTo>
                  <a:lnTo>
                    <a:pt x="2237846" y="1252542"/>
                  </a:lnTo>
                  <a:lnTo>
                    <a:pt x="2320729" y="1275851"/>
                  </a:lnTo>
                  <a:lnTo>
                    <a:pt x="2403612" y="1301910"/>
                  </a:lnTo>
                  <a:lnTo>
                    <a:pt x="2486496" y="1328278"/>
                  </a:lnTo>
                  <a:lnTo>
                    <a:pt x="2569379" y="1352728"/>
                  </a:lnTo>
                  <a:lnTo>
                    <a:pt x="2652262" y="1374574"/>
                  </a:lnTo>
                  <a:lnTo>
                    <a:pt x="2735145" y="1394839"/>
                  </a:lnTo>
                  <a:lnTo>
                    <a:pt x="2818028" y="1412974"/>
                  </a:lnTo>
                  <a:lnTo>
                    <a:pt x="2900912" y="1429008"/>
                  </a:lnTo>
                  <a:lnTo>
                    <a:pt x="2983795" y="1445183"/>
                  </a:lnTo>
                  <a:lnTo>
                    <a:pt x="3066678" y="1461316"/>
                  </a:lnTo>
                  <a:lnTo>
                    <a:pt x="3149561" y="1474286"/>
                  </a:lnTo>
                  <a:lnTo>
                    <a:pt x="3232444" y="1485328"/>
                  </a:lnTo>
                  <a:lnTo>
                    <a:pt x="3315328" y="1498482"/>
                  </a:lnTo>
                  <a:lnTo>
                    <a:pt x="3398211" y="1514038"/>
                  </a:lnTo>
                  <a:lnTo>
                    <a:pt x="3481094" y="1528687"/>
                  </a:lnTo>
                  <a:lnTo>
                    <a:pt x="3563977" y="1541741"/>
                  </a:lnTo>
                  <a:lnTo>
                    <a:pt x="3646860" y="1553766"/>
                  </a:lnTo>
                  <a:lnTo>
                    <a:pt x="3729744" y="1566199"/>
                  </a:lnTo>
                  <a:lnTo>
                    <a:pt x="3812627" y="1578571"/>
                  </a:lnTo>
                  <a:lnTo>
                    <a:pt x="3895510" y="1589920"/>
                  </a:lnTo>
                  <a:lnTo>
                    <a:pt x="3978393" y="1600048"/>
                  </a:lnTo>
                  <a:lnTo>
                    <a:pt x="4061276" y="1608958"/>
                  </a:lnTo>
                  <a:lnTo>
                    <a:pt x="4144160" y="1616856"/>
                  </a:lnTo>
                  <a:lnTo>
                    <a:pt x="4227043" y="1624091"/>
                  </a:lnTo>
                  <a:lnTo>
                    <a:pt x="4309926" y="1631057"/>
                  </a:lnTo>
                  <a:lnTo>
                    <a:pt x="4392809" y="1637585"/>
                  </a:lnTo>
                  <a:lnTo>
                    <a:pt x="4475692" y="1643383"/>
                  </a:lnTo>
                  <a:lnTo>
                    <a:pt x="4558576" y="1648372"/>
                  </a:lnTo>
                  <a:lnTo>
                    <a:pt x="4641459" y="1652427"/>
                  </a:lnTo>
                  <a:lnTo>
                    <a:pt x="4724342" y="1655387"/>
                  </a:lnTo>
                  <a:lnTo>
                    <a:pt x="4807225" y="1657068"/>
                  </a:lnTo>
                  <a:lnTo>
                    <a:pt x="4890108" y="1657281"/>
                  </a:lnTo>
                  <a:lnTo>
                    <a:pt x="4972992" y="1655839"/>
                  </a:lnTo>
                  <a:lnTo>
                    <a:pt x="5055875" y="1652576"/>
                  </a:lnTo>
                  <a:lnTo>
                    <a:pt x="5138758" y="1647353"/>
                  </a:lnTo>
                  <a:lnTo>
                    <a:pt x="5221641" y="1640062"/>
                  </a:lnTo>
                  <a:lnTo>
                    <a:pt x="5304524" y="1630625"/>
                  </a:lnTo>
                  <a:lnTo>
                    <a:pt x="5387408" y="1618995"/>
                  </a:lnTo>
                  <a:lnTo>
                    <a:pt x="5470291" y="1605150"/>
                  </a:lnTo>
                  <a:lnTo>
                    <a:pt x="5553174" y="1589084"/>
                  </a:lnTo>
                  <a:lnTo>
                    <a:pt x="5636057" y="1570808"/>
                  </a:lnTo>
                  <a:lnTo>
                    <a:pt x="5718940" y="1550339"/>
                  </a:lnTo>
                  <a:lnTo>
                    <a:pt x="5801824" y="1527700"/>
                  </a:lnTo>
                  <a:lnTo>
                    <a:pt x="5884707" y="1502920"/>
                  </a:lnTo>
                  <a:lnTo>
                    <a:pt x="5967590" y="1476024"/>
                  </a:lnTo>
                  <a:lnTo>
                    <a:pt x="6015395" y="14593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72465" y="4346545"/>
              <a:ext cx="5824753" cy="1031914"/>
            </a:xfrm>
            <a:custGeom>
              <a:avLst/>
              <a:pathLst>
                <a:path w="5824753" h="1031914">
                  <a:moveTo>
                    <a:pt x="5824753" y="1031914"/>
                  </a:moveTo>
                  <a:lnTo>
                    <a:pt x="5801824" y="1023417"/>
                  </a:lnTo>
                  <a:lnTo>
                    <a:pt x="5718940" y="994061"/>
                  </a:lnTo>
                  <a:lnTo>
                    <a:pt x="5636057" y="966097"/>
                  </a:lnTo>
                  <a:lnTo>
                    <a:pt x="5553174" y="939558"/>
                  </a:lnTo>
                  <a:lnTo>
                    <a:pt x="5470291" y="914472"/>
                  </a:lnTo>
                  <a:lnTo>
                    <a:pt x="5387408" y="890855"/>
                  </a:lnTo>
                  <a:lnTo>
                    <a:pt x="5304524" y="868713"/>
                  </a:lnTo>
                  <a:lnTo>
                    <a:pt x="5221641" y="848031"/>
                  </a:lnTo>
                  <a:lnTo>
                    <a:pt x="5138758" y="828770"/>
                  </a:lnTo>
                  <a:lnTo>
                    <a:pt x="5055875" y="810864"/>
                  </a:lnTo>
                  <a:lnTo>
                    <a:pt x="4972992" y="794211"/>
                  </a:lnTo>
                  <a:lnTo>
                    <a:pt x="4890108" y="778682"/>
                  </a:lnTo>
                  <a:lnTo>
                    <a:pt x="4807225" y="764119"/>
                  </a:lnTo>
                  <a:lnTo>
                    <a:pt x="4724342" y="750344"/>
                  </a:lnTo>
                  <a:lnTo>
                    <a:pt x="4641459" y="737178"/>
                  </a:lnTo>
                  <a:lnTo>
                    <a:pt x="4558576" y="724444"/>
                  </a:lnTo>
                  <a:lnTo>
                    <a:pt x="4475692" y="711990"/>
                  </a:lnTo>
                  <a:lnTo>
                    <a:pt x="4392809" y="699700"/>
                  </a:lnTo>
                  <a:lnTo>
                    <a:pt x="4309926" y="687505"/>
                  </a:lnTo>
                  <a:lnTo>
                    <a:pt x="4227043" y="675164"/>
                  </a:lnTo>
                  <a:lnTo>
                    <a:pt x="4144160" y="662461"/>
                  </a:lnTo>
                  <a:lnTo>
                    <a:pt x="4061276" y="649597"/>
                  </a:lnTo>
                  <a:lnTo>
                    <a:pt x="3978393" y="636733"/>
                  </a:lnTo>
                  <a:lnTo>
                    <a:pt x="3895510" y="623883"/>
                  </a:lnTo>
                  <a:lnTo>
                    <a:pt x="3812627" y="610859"/>
                  </a:lnTo>
                  <a:lnTo>
                    <a:pt x="3729744" y="597273"/>
                  </a:lnTo>
                  <a:lnTo>
                    <a:pt x="3646860" y="582376"/>
                  </a:lnTo>
                  <a:lnTo>
                    <a:pt x="3563977" y="566332"/>
                  </a:lnTo>
                  <a:lnTo>
                    <a:pt x="3481094" y="550473"/>
                  </a:lnTo>
                  <a:lnTo>
                    <a:pt x="3398211" y="535242"/>
                  </a:lnTo>
                  <a:lnTo>
                    <a:pt x="3315328" y="519825"/>
                  </a:lnTo>
                  <a:lnTo>
                    <a:pt x="3232444" y="504048"/>
                  </a:lnTo>
                  <a:lnTo>
                    <a:pt x="3149561" y="489739"/>
                  </a:lnTo>
                  <a:lnTo>
                    <a:pt x="3066678" y="476548"/>
                  </a:lnTo>
                  <a:lnTo>
                    <a:pt x="2983795" y="461305"/>
                  </a:lnTo>
                  <a:lnTo>
                    <a:pt x="2900912" y="443370"/>
                  </a:lnTo>
                  <a:lnTo>
                    <a:pt x="2818028" y="425839"/>
                  </a:lnTo>
                  <a:lnTo>
                    <a:pt x="2735145" y="408995"/>
                  </a:lnTo>
                  <a:lnTo>
                    <a:pt x="2652262" y="390904"/>
                  </a:lnTo>
                  <a:lnTo>
                    <a:pt x="2569379" y="368712"/>
                  </a:lnTo>
                  <a:lnTo>
                    <a:pt x="2486496" y="343730"/>
                  </a:lnTo>
                  <a:lnTo>
                    <a:pt x="2403612" y="318860"/>
                  </a:lnTo>
                  <a:lnTo>
                    <a:pt x="2320729" y="295534"/>
                  </a:lnTo>
                  <a:lnTo>
                    <a:pt x="2237846" y="273761"/>
                  </a:lnTo>
                  <a:lnTo>
                    <a:pt x="2154963" y="251897"/>
                  </a:lnTo>
                  <a:lnTo>
                    <a:pt x="2072080" y="229923"/>
                  </a:lnTo>
                  <a:lnTo>
                    <a:pt x="1989196" y="208030"/>
                  </a:lnTo>
                  <a:lnTo>
                    <a:pt x="1906313" y="186319"/>
                  </a:lnTo>
                  <a:lnTo>
                    <a:pt x="1823430" y="164844"/>
                  </a:lnTo>
                  <a:lnTo>
                    <a:pt x="1740547" y="143690"/>
                  </a:lnTo>
                  <a:lnTo>
                    <a:pt x="1657664" y="123113"/>
                  </a:lnTo>
                  <a:lnTo>
                    <a:pt x="1574780" y="103420"/>
                  </a:lnTo>
                  <a:lnTo>
                    <a:pt x="1491897" y="84906"/>
                  </a:lnTo>
                  <a:lnTo>
                    <a:pt x="1409014" y="67852"/>
                  </a:lnTo>
                  <a:lnTo>
                    <a:pt x="1326131" y="52490"/>
                  </a:lnTo>
                  <a:lnTo>
                    <a:pt x="1243248" y="38995"/>
                  </a:lnTo>
                  <a:lnTo>
                    <a:pt x="1160364" y="27475"/>
                  </a:lnTo>
                  <a:lnTo>
                    <a:pt x="1077481" y="17979"/>
                  </a:lnTo>
                  <a:lnTo>
                    <a:pt x="994598" y="10516"/>
                  </a:lnTo>
                  <a:lnTo>
                    <a:pt x="911715" y="5060"/>
                  </a:lnTo>
                  <a:lnTo>
                    <a:pt x="828832" y="1571"/>
                  </a:lnTo>
                  <a:lnTo>
                    <a:pt x="745948" y="0"/>
                  </a:lnTo>
                  <a:lnTo>
                    <a:pt x="663065" y="292"/>
                  </a:lnTo>
                  <a:lnTo>
                    <a:pt x="580182" y="2398"/>
                  </a:lnTo>
                  <a:lnTo>
                    <a:pt x="497299" y="6268"/>
                  </a:lnTo>
                  <a:lnTo>
                    <a:pt x="414416" y="11860"/>
                  </a:lnTo>
                  <a:lnTo>
                    <a:pt x="331532" y="19131"/>
                  </a:lnTo>
                  <a:lnTo>
                    <a:pt x="248649" y="28048"/>
                  </a:lnTo>
                  <a:lnTo>
                    <a:pt x="165766" y="38577"/>
                  </a:lnTo>
                  <a:lnTo>
                    <a:pt x="82883" y="50690"/>
                  </a:lnTo>
                  <a:lnTo>
                    <a:pt x="0" y="643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72465" y="3775444"/>
              <a:ext cx="6015395" cy="1250165"/>
            </a:xfrm>
            <a:custGeom>
              <a:avLst/>
              <a:pathLst>
                <a:path w="6015395" h="1250165">
                  <a:moveTo>
                    <a:pt x="0" y="0"/>
                  </a:moveTo>
                  <a:lnTo>
                    <a:pt x="82883" y="31253"/>
                  </a:lnTo>
                  <a:lnTo>
                    <a:pt x="165766" y="62218"/>
                  </a:lnTo>
                  <a:lnTo>
                    <a:pt x="248649" y="92892"/>
                  </a:lnTo>
                  <a:lnTo>
                    <a:pt x="331532" y="123268"/>
                  </a:lnTo>
                  <a:lnTo>
                    <a:pt x="414416" y="153342"/>
                  </a:lnTo>
                  <a:lnTo>
                    <a:pt x="497299" y="183110"/>
                  </a:lnTo>
                  <a:lnTo>
                    <a:pt x="580182" y="212566"/>
                  </a:lnTo>
                  <a:lnTo>
                    <a:pt x="663065" y="241705"/>
                  </a:lnTo>
                  <a:lnTo>
                    <a:pt x="745948" y="270524"/>
                  </a:lnTo>
                  <a:lnTo>
                    <a:pt x="828832" y="299016"/>
                  </a:lnTo>
                  <a:lnTo>
                    <a:pt x="911715" y="327178"/>
                  </a:lnTo>
                  <a:lnTo>
                    <a:pt x="994598" y="355003"/>
                  </a:lnTo>
                  <a:lnTo>
                    <a:pt x="1077481" y="382489"/>
                  </a:lnTo>
                  <a:lnTo>
                    <a:pt x="1160364" y="409629"/>
                  </a:lnTo>
                  <a:lnTo>
                    <a:pt x="1243248" y="436419"/>
                  </a:lnTo>
                  <a:lnTo>
                    <a:pt x="1326131" y="462854"/>
                  </a:lnTo>
                  <a:lnTo>
                    <a:pt x="1409014" y="488929"/>
                  </a:lnTo>
                  <a:lnTo>
                    <a:pt x="1491897" y="514640"/>
                  </a:lnTo>
                  <a:lnTo>
                    <a:pt x="1574780" y="539982"/>
                  </a:lnTo>
                  <a:lnTo>
                    <a:pt x="1657664" y="564949"/>
                  </a:lnTo>
                  <a:lnTo>
                    <a:pt x="1740547" y="589537"/>
                  </a:lnTo>
                  <a:lnTo>
                    <a:pt x="1823430" y="613810"/>
                  </a:lnTo>
                  <a:lnTo>
                    <a:pt x="1906313" y="637896"/>
                  </a:lnTo>
                  <a:lnTo>
                    <a:pt x="1989196" y="661730"/>
                  </a:lnTo>
                  <a:lnTo>
                    <a:pt x="2072080" y="685236"/>
                  </a:lnTo>
                  <a:lnTo>
                    <a:pt x="2154963" y="708341"/>
                  </a:lnTo>
                  <a:lnTo>
                    <a:pt x="2237846" y="730971"/>
                  </a:lnTo>
                  <a:lnTo>
                    <a:pt x="2320729" y="753512"/>
                  </a:lnTo>
                  <a:lnTo>
                    <a:pt x="2403612" y="778204"/>
                  </a:lnTo>
                  <a:lnTo>
                    <a:pt x="2486496" y="803823"/>
                  </a:lnTo>
                  <a:lnTo>
                    <a:pt x="2569379" y="828539"/>
                  </a:lnTo>
                  <a:lnTo>
                    <a:pt x="2652262" y="850558"/>
                  </a:lnTo>
                  <a:lnTo>
                    <a:pt x="2735145" y="869736"/>
                  </a:lnTo>
                  <a:lnTo>
                    <a:pt x="2818028" y="887226"/>
                  </a:lnTo>
                  <a:lnTo>
                    <a:pt x="2900912" y="904008"/>
                  </a:lnTo>
                  <a:lnTo>
                    <a:pt x="2983795" y="921063"/>
                  </a:lnTo>
                  <a:lnTo>
                    <a:pt x="3066678" y="936751"/>
                  </a:lnTo>
                  <a:lnTo>
                    <a:pt x="3149561" y="949832"/>
                  </a:lnTo>
                  <a:lnTo>
                    <a:pt x="3232444" y="962507"/>
                  </a:lnTo>
                  <a:lnTo>
                    <a:pt x="3315328" y="976972"/>
                  </a:lnTo>
                  <a:lnTo>
                    <a:pt x="3398211" y="992459"/>
                  </a:lnTo>
                  <a:lnTo>
                    <a:pt x="3481094" y="1007399"/>
                  </a:lnTo>
                  <a:lnTo>
                    <a:pt x="3563977" y="1021855"/>
                  </a:lnTo>
                  <a:lnTo>
                    <a:pt x="3646860" y="1035890"/>
                  </a:lnTo>
                  <a:lnTo>
                    <a:pt x="3729744" y="1049555"/>
                  </a:lnTo>
                  <a:lnTo>
                    <a:pt x="3812627" y="1062534"/>
                  </a:lnTo>
                  <a:lnTo>
                    <a:pt x="3895510" y="1074721"/>
                  </a:lnTo>
                  <a:lnTo>
                    <a:pt x="3978393" y="1086210"/>
                  </a:lnTo>
                  <a:lnTo>
                    <a:pt x="4061276" y="1097097"/>
                  </a:lnTo>
                  <a:lnTo>
                    <a:pt x="4144160" y="1107477"/>
                  </a:lnTo>
                  <a:lnTo>
                    <a:pt x="4227043" y="1117447"/>
                  </a:lnTo>
                  <a:lnTo>
                    <a:pt x="4309926" y="1127100"/>
                  </a:lnTo>
                  <a:lnTo>
                    <a:pt x="4392809" y="1136462"/>
                  </a:lnTo>
                  <a:lnTo>
                    <a:pt x="4475692" y="1145505"/>
                  </a:lnTo>
                  <a:lnTo>
                    <a:pt x="4558576" y="1154227"/>
                  </a:lnTo>
                  <a:lnTo>
                    <a:pt x="4641459" y="1162621"/>
                  </a:lnTo>
                  <a:lnTo>
                    <a:pt x="4724342" y="1170685"/>
                  </a:lnTo>
                  <a:lnTo>
                    <a:pt x="4807225" y="1178413"/>
                  </a:lnTo>
                  <a:lnTo>
                    <a:pt x="4890108" y="1185801"/>
                  </a:lnTo>
                  <a:lnTo>
                    <a:pt x="4972992" y="1192844"/>
                  </a:lnTo>
                  <a:lnTo>
                    <a:pt x="5055875" y="1199539"/>
                  </a:lnTo>
                  <a:lnTo>
                    <a:pt x="5138758" y="1205881"/>
                  </a:lnTo>
                  <a:lnTo>
                    <a:pt x="5221641" y="1211865"/>
                  </a:lnTo>
                  <a:lnTo>
                    <a:pt x="5304524" y="1217488"/>
                  </a:lnTo>
                  <a:lnTo>
                    <a:pt x="5387408" y="1222744"/>
                  </a:lnTo>
                  <a:lnTo>
                    <a:pt x="5470291" y="1227630"/>
                  </a:lnTo>
                  <a:lnTo>
                    <a:pt x="5553174" y="1232140"/>
                  </a:lnTo>
                  <a:lnTo>
                    <a:pt x="5636057" y="1236272"/>
                  </a:lnTo>
                  <a:lnTo>
                    <a:pt x="5718940" y="1240019"/>
                  </a:lnTo>
                  <a:lnTo>
                    <a:pt x="5801824" y="1243378"/>
                  </a:lnTo>
                  <a:lnTo>
                    <a:pt x="5884707" y="1246344"/>
                  </a:lnTo>
                  <a:lnTo>
                    <a:pt x="5967590" y="1248914"/>
                  </a:lnTo>
                  <a:lnTo>
                    <a:pt x="6015395" y="125016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072465" y="2924057"/>
              <a:ext cx="6015395" cy="2454402"/>
            </a:xfrm>
            <a:custGeom>
              <a:avLst/>
              <a:pathLst>
                <a:path w="6015395" h="2454402">
                  <a:moveTo>
                    <a:pt x="0" y="0"/>
                  </a:moveTo>
                  <a:lnTo>
                    <a:pt x="82883" y="93580"/>
                  </a:lnTo>
                  <a:lnTo>
                    <a:pt x="165766" y="184475"/>
                  </a:lnTo>
                  <a:lnTo>
                    <a:pt x="248649" y="272655"/>
                  </a:lnTo>
                  <a:lnTo>
                    <a:pt x="331532" y="358092"/>
                  </a:lnTo>
                  <a:lnTo>
                    <a:pt x="414416" y="440752"/>
                  </a:lnTo>
                  <a:lnTo>
                    <a:pt x="497299" y="520598"/>
                  </a:lnTo>
                  <a:lnTo>
                    <a:pt x="580182" y="597589"/>
                  </a:lnTo>
                  <a:lnTo>
                    <a:pt x="663065" y="671681"/>
                  </a:lnTo>
                  <a:lnTo>
                    <a:pt x="745948" y="742825"/>
                  </a:lnTo>
                  <a:lnTo>
                    <a:pt x="828832" y="810969"/>
                  </a:lnTo>
                  <a:lnTo>
                    <a:pt x="911715" y="876062"/>
                  </a:lnTo>
                  <a:lnTo>
                    <a:pt x="994598" y="938051"/>
                  </a:lnTo>
                  <a:lnTo>
                    <a:pt x="1077481" y="996897"/>
                  </a:lnTo>
                  <a:lnTo>
                    <a:pt x="1160364" y="1052572"/>
                  </a:lnTo>
                  <a:lnTo>
                    <a:pt x="1243248" y="1105082"/>
                  </a:lnTo>
                  <a:lnTo>
                    <a:pt x="1326131" y="1154472"/>
                  </a:lnTo>
                  <a:lnTo>
                    <a:pt x="1409014" y="1200843"/>
                  </a:lnTo>
                  <a:lnTo>
                    <a:pt x="1491897" y="1244357"/>
                  </a:lnTo>
                  <a:lnTo>
                    <a:pt x="1574780" y="1285234"/>
                  </a:lnTo>
                  <a:lnTo>
                    <a:pt x="1657664" y="1323740"/>
                  </a:lnTo>
                  <a:lnTo>
                    <a:pt x="1740547" y="1360154"/>
                  </a:lnTo>
                  <a:lnTo>
                    <a:pt x="1823430" y="1394820"/>
                  </a:lnTo>
                  <a:lnTo>
                    <a:pt x="1906313" y="1428055"/>
                  </a:lnTo>
                  <a:lnTo>
                    <a:pt x="1989196" y="1459824"/>
                  </a:lnTo>
                  <a:lnTo>
                    <a:pt x="2072080" y="1490058"/>
                  </a:lnTo>
                  <a:lnTo>
                    <a:pt x="2154963" y="1518731"/>
                  </a:lnTo>
                  <a:lnTo>
                    <a:pt x="2237846" y="1545903"/>
                  </a:lnTo>
                  <a:lnTo>
                    <a:pt x="2320729" y="1572119"/>
                  </a:lnTo>
                  <a:lnTo>
                    <a:pt x="2403612" y="1599139"/>
                  </a:lnTo>
                  <a:lnTo>
                    <a:pt x="2486496" y="1625197"/>
                  </a:lnTo>
                  <a:lnTo>
                    <a:pt x="2569379" y="1648991"/>
                  </a:lnTo>
                  <a:lnTo>
                    <a:pt x="2652262" y="1670634"/>
                  </a:lnTo>
                  <a:lnTo>
                    <a:pt x="2735145" y="1690261"/>
                  </a:lnTo>
                  <a:lnTo>
                    <a:pt x="2818028" y="1707073"/>
                  </a:lnTo>
                  <a:lnTo>
                    <a:pt x="2900912" y="1721499"/>
                  </a:lnTo>
                  <a:lnTo>
                    <a:pt x="2983795" y="1736083"/>
                  </a:lnTo>
                  <a:lnTo>
                    <a:pt x="3066678" y="1749231"/>
                  </a:lnTo>
                  <a:lnTo>
                    <a:pt x="3149561" y="1757267"/>
                  </a:lnTo>
                  <a:lnTo>
                    <a:pt x="3232444" y="1763321"/>
                  </a:lnTo>
                  <a:lnTo>
                    <a:pt x="3315328" y="1773184"/>
                  </a:lnTo>
                  <a:lnTo>
                    <a:pt x="3398211" y="1785875"/>
                  </a:lnTo>
                  <a:lnTo>
                    <a:pt x="3481094" y="1796933"/>
                  </a:lnTo>
                  <a:lnTo>
                    <a:pt x="3563977" y="1806493"/>
                  </a:lnTo>
                  <a:lnTo>
                    <a:pt x="3646860" y="1815885"/>
                  </a:lnTo>
                  <a:lnTo>
                    <a:pt x="3729744" y="1827237"/>
                  </a:lnTo>
                  <a:lnTo>
                    <a:pt x="3812627" y="1839322"/>
                  </a:lnTo>
                  <a:lnTo>
                    <a:pt x="3895510" y="1850656"/>
                  </a:lnTo>
                  <a:lnTo>
                    <a:pt x="3978393" y="1861122"/>
                  </a:lnTo>
                  <a:lnTo>
                    <a:pt x="4061276" y="1870796"/>
                  </a:lnTo>
                  <a:lnTo>
                    <a:pt x="4144160" y="1879946"/>
                  </a:lnTo>
                  <a:lnTo>
                    <a:pt x="4227043" y="1888979"/>
                  </a:lnTo>
                  <a:lnTo>
                    <a:pt x="4309926" y="1898339"/>
                  </a:lnTo>
                  <a:lnTo>
                    <a:pt x="4392809" y="1907646"/>
                  </a:lnTo>
                  <a:lnTo>
                    <a:pt x="4475692" y="1916435"/>
                  </a:lnTo>
                  <a:lnTo>
                    <a:pt x="4558576" y="1924636"/>
                  </a:lnTo>
                  <a:lnTo>
                    <a:pt x="4641459" y="1932133"/>
                  </a:lnTo>
                  <a:lnTo>
                    <a:pt x="4724342" y="1938775"/>
                  </a:lnTo>
                  <a:lnTo>
                    <a:pt x="4807225" y="1944391"/>
                  </a:lnTo>
                  <a:lnTo>
                    <a:pt x="4890108" y="1948801"/>
                  </a:lnTo>
                  <a:lnTo>
                    <a:pt x="4972992" y="1951832"/>
                  </a:lnTo>
                  <a:lnTo>
                    <a:pt x="5055875" y="1953329"/>
                  </a:lnTo>
                  <a:lnTo>
                    <a:pt x="5138758" y="1953162"/>
                  </a:lnTo>
                  <a:lnTo>
                    <a:pt x="5221641" y="1951231"/>
                  </a:lnTo>
                  <a:lnTo>
                    <a:pt x="5304524" y="1947465"/>
                  </a:lnTo>
                  <a:lnTo>
                    <a:pt x="5387408" y="1941823"/>
                  </a:lnTo>
                  <a:lnTo>
                    <a:pt x="5470291" y="1934285"/>
                  </a:lnTo>
                  <a:lnTo>
                    <a:pt x="5553174" y="1924852"/>
                  </a:lnTo>
                  <a:lnTo>
                    <a:pt x="5636057" y="1913535"/>
                  </a:lnTo>
                  <a:lnTo>
                    <a:pt x="5718940" y="1900355"/>
                  </a:lnTo>
                  <a:lnTo>
                    <a:pt x="5801824" y="1885337"/>
                  </a:lnTo>
                  <a:lnTo>
                    <a:pt x="5884707" y="1868510"/>
                  </a:lnTo>
                  <a:lnTo>
                    <a:pt x="5967590" y="1849904"/>
                  </a:lnTo>
                  <a:lnTo>
                    <a:pt x="6015395" y="1838163"/>
                  </a:lnTo>
                  <a:lnTo>
                    <a:pt x="6015395" y="2454402"/>
                  </a:lnTo>
                  <a:lnTo>
                    <a:pt x="5547798" y="2454402"/>
                  </a:lnTo>
                  <a:lnTo>
                    <a:pt x="5470291" y="2426506"/>
                  </a:lnTo>
                  <a:lnTo>
                    <a:pt x="5387408" y="2398299"/>
                  </a:lnTo>
                  <a:lnTo>
                    <a:pt x="5304524" y="2371719"/>
                  </a:lnTo>
                  <a:lnTo>
                    <a:pt x="5221641" y="2346748"/>
                  </a:lnTo>
                  <a:lnTo>
                    <a:pt x="5138758" y="2323345"/>
                  </a:lnTo>
                  <a:lnTo>
                    <a:pt x="5055875" y="2301444"/>
                  </a:lnTo>
                  <a:lnTo>
                    <a:pt x="4972992" y="2280945"/>
                  </a:lnTo>
                  <a:lnTo>
                    <a:pt x="4890108" y="2261721"/>
                  </a:lnTo>
                  <a:lnTo>
                    <a:pt x="4807225" y="2243618"/>
                  </a:lnTo>
                  <a:lnTo>
                    <a:pt x="4724342" y="2226465"/>
                  </a:lnTo>
                  <a:lnTo>
                    <a:pt x="4641459" y="2210084"/>
                  </a:lnTo>
                  <a:lnTo>
                    <a:pt x="4558576" y="2194307"/>
                  </a:lnTo>
                  <a:lnTo>
                    <a:pt x="4475692" y="2178983"/>
                  </a:lnTo>
                  <a:lnTo>
                    <a:pt x="4392809" y="2164000"/>
                  </a:lnTo>
                  <a:lnTo>
                    <a:pt x="4309926" y="2149287"/>
                  </a:lnTo>
                  <a:lnTo>
                    <a:pt x="4227043" y="2134798"/>
                  </a:lnTo>
                  <a:lnTo>
                    <a:pt x="4144160" y="2120547"/>
                  </a:lnTo>
                  <a:lnTo>
                    <a:pt x="4061276" y="2106659"/>
                  </a:lnTo>
                  <a:lnTo>
                    <a:pt x="3978393" y="2093213"/>
                  </a:lnTo>
                  <a:lnTo>
                    <a:pt x="3895510" y="2080150"/>
                  </a:lnTo>
                  <a:lnTo>
                    <a:pt x="3812627" y="2067218"/>
                  </a:lnTo>
                  <a:lnTo>
                    <a:pt x="3729744" y="2053974"/>
                  </a:lnTo>
                  <a:lnTo>
                    <a:pt x="3646860" y="2040271"/>
                  </a:lnTo>
                  <a:lnTo>
                    <a:pt x="3563977" y="2027044"/>
                  </a:lnTo>
                  <a:lnTo>
                    <a:pt x="3481094" y="2014808"/>
                  </a:lnTo>
                  <a:lnTo>
                    <a:pt x="3398211" y="2003195"/>
                  </a:lnTo>
                  <a:lnTo>
                    <a:pt x="3315328" y="1990636"/>
                  </a:lnTo>
                  <a:lnTo>
                    <a:pt x="3232444" y="1978270"/>
                  </a:lnTo>
                  <a:lnTo>
                    <a:pt x="3149561" y="1969100"/>
                  </a:lnTo>
                  <a:lnTo>
                    <a:pt x="3066678" y="1960853"/>
                  </a:lnTo>
                  <a:lnTo>
                    <a:pt x="2983795" y="1948554"/>
                  </a:lnTo>
                  <a:lnTo>
                    <a:pt x="2900912" y="1932290"/>
                  </a:lnTo>
                  <a:lnTo>
                    <a:pt x="2818028" y="1916435"/>
                  </a:lnTo>
                  <a:lnTo>
                    <a:pt x="2735145" y="1900856"/>
                  </a:lnTo>
                  <a:lnTo>
                    <a:pt x="2652262" y="1883303"/>
                  </a:lnTo>
                  <a:lnTo>
                    <a:pt x="2569379" y="1861330"/>
                  </a:lnTo>
                  <a:lnTo>
                    <a:pt x="2486496" y="1837028"/>
                  </a:lnTo>
                  <a:lnTo>
                    <a:pt x="2403612" y="1812399"/>
                  </a:lnTo>
                  <a:lnTo>
                    <a:pt x="2320729" y="1787987"/>
                  </a:lnTo>
                  <a:lnTo>
                    <a:pt x="2237846" y="1763238"/>
                  </a:lnTo>
                  <a:lnTo>
                    <a:pt x="2154963" y="1737526"/>
                  </a:lnTo>
                  <a:lnTo>
                    <a:pt x="2072080" y="1711012"/>
                  </a:lnTo>
                  <a:lnTo>
                    <a:pt x="1989196" y="1683856"/>
                  </a:lnTo>
                  <a:lnTo>
                    <a:pt x="1906313" y="1656136"/>
                  </a:lnTo>
                  <a:lnTo>
                    <a:pt x="1823430" y="1627884"/>
                  </a:lnTo>
                  <a:lnTo>
                    <a:pt x="1740547" y="1599170"/>
                  </a:lnTo>
                  <a:lnTo>
                    <a:pt x="1657664" y="1570411"/>
                  </a:lnTo>
                  <a:lnTo>
                    <a:pt x="1574780" y="1541969"/>
                  </a:lnTo>
                  <a:lnTo>
                    <a:pt x="1491897" y="1514121"/>
                  </a:lnTo>
                  <a:lnTo>
                    <a:pt x="1409014" y="1487125"/>
                  </a:lnTo>
                  <a:lnTo>
                    <a:pt x="1326131" y="1461200"/>
                  </a:lnTo>
                  <a:lnTo>
                    <a:pt x="1243248" y="1436503"/>
                  </a:lnTo>
                  <a:lnTo>
                    <a:pt x="1160364" y="1413131"/>
                  </a:lnTo>
                  <a:lnTo>
                    <a:pt x="1077481" y="1391126"/>
                  </a:lnTo>
                  <a:lnTo>
                    <a:pt x="994598" y="1370487"/>
                  </a:lnTo>
                  <a:lnTo>
                    <a:pt x="911715" y="1351185"/>
                  </a:lnTo>
                  <a:lnTo>
                    <a:pt x="828832" y="1333175"/>
                  </a:lnTo>
                  <a:lnTo>
                    <a:pt x="745948" y="1316402"/>
                  </a:lnTo>
                  <a:lnTo>
                    <a:pt x="663065" y="1300809"/>
                  </a:lnTo>
                  <a:lnTo>
                    <a:pt x="580182" y="1286341"/>
                  </a:lnTo>
                  <a:lnTo>
                    <a:pt x="497299" y="1272946"/>
                  </a:lnTo>
                  <a:lnTo>
                    <a:pt x="414416" y="1260573"/>
                  </a:lnTo>
                  <a:lnTo>
                    <a:pt x="331532" y="1249179"/>
                  </a:lnTo>
                  <a:lnTo>
                    <a:pt x="248649" y="1238723"/>
                  </a:lnTo>
                  <a:lnTo>
                    <a:pt x="165766" y="1229168"/>
                  </a:lnTo>
                  <a:lnTo>
                    <a:pt x="82883" y="1220478"/>
                  </a:lnTo>
                  <a:lnTo>
                    <a:pt x="0" y="121262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072465" y="2924057"/>
              <a:ext cx="6015395" cy="1953329"/>
            </a:xfrm>
            <a:custGeom>
              <a:avLst/>
              <a:pathLst>
                <a:path w="6015395" h="1953329">
                  <a:moveTo>
                    <a:pt x="0" y="0"/>
                  </a:moveTo>
                  <a:lnTo>
                    <a:pt x="82883" y="93580"/>
                  </a:lnTo>
                  <a:lnTo>
                    <a:pt x="165766" y="184475"/>
                  </a:lnTo>
                  <a:lnTo>
                    <a:pt x="248649" y="272655"/>
                  </a:lnTo>
                  <a:lnTo>
                    <a:pt x="331532" y="358092"/>
                  </a:lnTo>
                  <a:lnTo>
                    <a:pt x="414416" y="440752"/>
                  </a:lnTo>
                  <a:lnTo>
                    <a:pt x="497299" y="520598"/>
                  </a:lnTo>
                  <a:lnTo>
                    <a:pt x="580182" y="597589"/>
                  </a:lnTo>
                  <a:lnTo>
                    <a:pt x="663065" y="671681"/>
                  </a:lnTo>
                  <a:lnTo>
                    <a:pt x="745948" y="742825"/>
                  </a:lnTo>
                  <a:lnTo>
                    <a:pt x="828832" y="810969"/>
                  </a:lnTo>
                  <a:lnTo>
                    <a:pt x="911715" y="876062"/>
                  </a:lnTo>
                  <a:lnTo>
                    <a:pt x="994598" y="938051"/>
                  </a:lnTo>
                  <a:lnTo>
                    <a:pt x="1077481" y="996897"/>
                  </a:lnTo>
                  <a:lnTo>
                    <a:pt x="1160364" y="1052572"/>
                  </a:lnTo>
                  <a:lnTo>
                    <a:pt x="1243248" y="1105082"/>
                  </a:lnTo>
                  <a:lnTo>
                    <a:pt x="1326131" y="1154472"/>
                  </a:lnTo>
                  <a:lnTo>
                    <a:pt x="1409014" y="1200843"/>
                  </a:lnTo>
                  <a:lnTo>
                    <a:pt x="1491897" y="1244357"/>
                  </a:lnTo>
                  <a:lnTo>
                    <a:pt x="1574780" y="1285234"/>
                  </a:lnTo>
                  <a:lnTo>
                    <a:pt x="1657664" y="1323740"/>
                  </a:lnTo>
                  <a:lnTo>
                    <a:pt x="1740547" y="1360154"/>
                  </a:lnTo>
                  <a:lnTo>
                    <a:pt x="1823430" y="1394820"/>
                  </a:lnTo>
                  <a:lnTo>
                    <a:pt x="1906313" y="1428055"/>
                  </a:lnTo>
                  <a:lnTo>
                    <a:pt x="1989196" y="1459824"/>
                  </a:lnTo>
                  <a:lnTo>
                    <a:pt x="2072080" y="1490058"/>
                  </a:lnTo>
                  <a:lnTo>
                    <a:pt x="2154963" y="1518731"/>
                  </a:lnTo>
                  <a:lnTo>
                    <a:pt x="2237846" y="1545903"/>
                  </a:lnTo>
                  <a:lnTo>
                    <a:pt x="2320729" y="1572119"/>
                  </a:lnTo>
                  <a:lnTo>
                    <a:pt x="2403612" y="1599139"/>
                  </a:lnTo>
                  <a:lnTo>
                    <a:pt x="2486496" y="1625197"/>
                  </a:lnTo>
                  <a:lnTo>
                    <a:pt x="2569379" y="1648991"/>
                  </a:lnTo>
                  <a:lnTo>
                    <a:pt x="2652262" y="1670634"/>
                  </a:lnTo>
                  <a:lnTo>
                    <a:pt x="2735145" y="1690261"/>
                  </a:lnTo>
                  <a:lnTo>
                    <a:pt x="2818028" y="1707073"/>
                  </a:lnTo>
                  <a:lnTo>
                    <a:pt x="2900912" y="1721499"/>
                  </a:lnTo>
                  <a:lnTo>
                    <a:pt x="2983795" y="1736083"/>
                  </a:lnTo>
                  <a:lnTo>
                    <a:pt x="3066678" y="1749231"/>
                  </a:lnTo>
                  <a:lnTo>
                    <a:pt x="3149561" y="1757267"/>
                  </a:lnTo>
                  <a:lnTo>
                    <a:pt x="3232444" y="1763321"/>
                  </a:lnTo>
                  <a:lnTo>
                    <a:pt x="3315328" y="1773184"/>
                  </a:lnTo>
                  <a:lnTo>
                    <a:pt x="3398211" y="1785875"/>
                  </a:lnTo>
                  <a:lnTo>
                    <a:pt x="3481094" y="1796933"/>
                  </a:lnTo>
                  <a:lnTo>
                    <a:pt x="3563977" y="1806493"/>
                  </a:lnTo>
                  <a:lnTo>
                    <a:pt x="3646860" y="1815885"/>
                  </a:lnTo>
                  <a:lnTo>
                    <a:pt x="3729744" y="1827237"/>
                  </a:lnTo>
                  <a:lnTo>
                    <a:pt x="3812627" y="1839322"/>
                  </a:lnTo>
                  <a:lnTo>
                    <a:pt x="3895510" y="1850656"/>
                  </a:lnTo>
                  <a:lnTo>
                    <a:pt x="3978393" y="1861122"/>
                  </a:lnTo>
                  <a:lnTo>
                    <a:pt x="4061276" y="1870796"/>
                  </a:lnTo>
                  <a:lnTo>
                    <a:pt x="4144160" y="1879946"/>
                  </a:lnTo>
                  <a:lnTo>
                    <a:pt x="4227043" y="1888979"/>
                  </a:lnTo>
                  <a:lnTo>
                    <a:pt x="4309926" y="1898339"/>
                  </a:lnTo>
                  <a:lnTo>
                    <a:pt x="4392809" y="1907646"/>
                  </a:lnTo>
                  <a:lnTo>
                    <a:pt x="4475692" y="1916435"/>
                  </a:lnTo>
                  <a:lnTo>
                    <a:pt x="4558576" y="1924636"/>
                  </a:lnTo>
                  <a:lnTo>
                    <a:pt x="4641459" y="1932133"/>
                  </a:lnTo>
                  <a:lnTo>
                    <a:pt x="4724342" y="1938775"/>
                  </a:lnTo>
                  <a:lnTo>
                    <a:pt x="4807225" y="1944391"/>
                  </a:lnTo>
                  <a:lnTo>
                    <a:pt x="4890108" y="1948801"/>
                  </a:lnTo>
                  <a:lnTo>
                    <a:pt x="4972992" y="1951832"/>
                  </a:lnTo>
                  <a:lnTo>
                    <a:pt x="5055875" y="1953329"/>
                  </a:lnTo>
                  <a:lnTo>
                    <a:pt x="5138758" y="1953162"/>
                  </a:lnTo>
                  <a:lnTo>
                    <a:pt x="5221641" y="1951231"/>
                  </a:lnTo>
                  <a:lnTo>
                    <a:pt x="5304524" y="1947465"/>
                  </a:lnTo>
                  <a:lnTo>
                    <a:pt x="5387408" y="1941823"/>
                  </a:lnTo>
                  <a:lnTo>
                    <a:pt x="5470291" y="1934285"/>
                  </a:lnTo>
                  <a:lnTo>
                    <a:pt x="5553174" y="1924852"/>
                  </a:lnTo>
                  <a:lnTo>
                    <a:pt x="5636057" y="1913535"/>
                  </a:lnTo>
                  <a:lnTo>
                    <a:pt x="5718940" y="1900355"/>
                  </a:lnTo>
                  <a:lnTo>
                    <a:pt x="5801824" y="1885337"/>
                  </a:lnTo>
                  <a:lnTo>
                    <a:pt x="5884707" y="1868510"/>
                  </a:lnTo>
                  <a:lnTo>
                    <a:pt x="5967590" y="1849904"/>
                  </a:lnTo>
                  <a:lnTo>
                    <a:pt x="6015395" y="18381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72465" y="4136681"/>
              <a:ext cx="5547798" cy="1241778"/>
            </a:xfrm>
            <a:custGeom>
              <a:avLst/>
              <a:pathLst>
                <a:path w="5547798" h="1241778">
                  <a:moveTo>
                    <a:pt x="5547798" y="1241778"/>
                  </a:moveTo>
                  <a:lnTo>
                    <a:pt x="5470291" y="1213881"/>
                  </a:lnTo>
                  <a:lnTo>
                    <a:pt x="5387408" y="1185675"/>
                  </a:lnTo>
                  <a:lnTo>
                    <a:pt x="5304524" y="1159095"/>
                  </a:lnTo>
                  <a:lnTo>
                    <a:pt x="5221641" y="1134123"/>
                  </a:lnTo>
                  <a:lnTo>
                    <a:pt x="5138758" y="1110721"/>
                  </a:lnTo>
                  <a:lnTo>
                    <a:pt x="5055875" y="1088819"/>
                  </a:lnTo>
                  <a:lnTo>
                    <a:pt x="4972992" y="1068321"/>
                  </a:lnTo>
                  <a:lnTo>
                    <a:pt x="4890108" y="1049097"/>
                  </a:lnTo>
                  <a:lnTo>
                    <a:pt x="4807225" y="1030994"/>
                  </a:lnTo>
                  <a:lnTo>
                    <a:pt x="4724342" y="1013841"/>
                  </a:lnTo>
                  <a:lnTo>
                    <a:pt x="4641459" y="997460"/>
                  </a:lnTo>
                  <a:lnTo>
                    <a:pt x="4558576" y="981682"/>
                  </a:lnTo>
                  <a:lnTo>
                    <a:pt x="4475692" y="966359"/>
                  </a:lnTo>
                  <a:lnTo>
                    <a:pt x="4392809" y="951375"/>
                  </a:lnTo>
                  <a:lnTo>
                    <a:pt x="4309926" y="936662"/>
                  </a:lnTo>
                  <a:lnTo>
                    <a:pt x="4227043" y="922173"/>
                  </a:lnTo>
                  <a:lnTo>
                    <a:pt x="4144160" y="907923"/>
                  </a:lnTo>
                  <a:lnTo>
                    <a:pt x="4061276" y="894034"/>
                  </a:lnTo>
                  <a:lnTo>
                    <a:pt x="3978393" y="880588"/>
                  </a:lnTo>
                  <a:lnTo>
                    <a:pt x="3895510" y="867525"/>
                  </a:lnTo>
                  <a:lnTo>
                    <a:pt x="3812627" y="854594"/>
                  </a:lnTo>
                  <a:lnTo>
                    <a:pt x="3729744" y="841350"/>
                  </a:lnTo>
                  <a:lnTo>
                    <a:pt x="3646860" y="827647"/>
                  </a:lnTo>
                  <a:lnTo>
                    <a:pt x="3563977" y="814419"/>
                  </a:lnTo>
                  <a:lnTo>
                    <a:pt x="3481094" y="802184"/>
                  </a:lnTo>
                  <a:lnTo>
                    <a:pt x="3398211" y="790570"/>
                  </a:lnTo>
                  <a:lnTo>
                    <a:pt x="3315328" y="778012"/>
                  </a:lnTo>
                  <a:lnTo>
                    <a:pt x="3232444" y="765645"/>
                  </a:lnTo>
                  <a:lnTo>
                    <a:pt x="3149561" y="756476"/>
                  </a:lnTo>
                  <a:lnTo>
                    <a:pt x="3066678" y="748228"/>
                  </a:lnTo>
                  <a:lnTo>
                    <a:pt x="2983795" y="735930"/>
                  </a:lnTo>
                  <a:lnTo>
                    <a:pt x="2900912" y="719665"/>
                  </a:lnTo>
                  <a:lnTo>
                    <a:pt x="2818028" y="703811"/>
                  </a:lnTo>
                  <a:lnTo>
                    <a:pt x="2735145" y="688231"/>
                  </a:lnTo>
                  <a:lnTo>
                    <a:pt x="2652262" y="670678"/>
                  </a:lnTo>
                  <a:lnTo>
                    <a:pt x="2569379" y="648706"/>
                  </a:lnTo>
                  <a:lnTo>
                    <a:pt x="2486496" y="624404"/>
                  </a:lnTo>
                  <a:lnTo>
                    <a:pt x="2403612" y="599775"/>
                  </a:lnTo>
                  <a:lnTo>
                    <a:pt x="2320729" y="575362"/>
                  </a:lnTo>
                  <a:lnTo>
                    <a:pt x="2237846" y="550613"/>
                  </a:lnTo>
                  <a:lnTo>
                    <a:pt x="2154963" y="524902"/>
                  </a:lnTo>
                  <a:lnTo>
                    <a:pt x="2072080" y="498387"/>
                  </a:lnTo>
                  <a:lnTo>
                    <a:pt x="1989196" y="471232"/>
                  </a:lnTo>
                  <a:lnTo>
                    <a:pt x="1906313" y="443512"/>
                  </a:lnTo>
                  <a:lnTo>
                    <a:pt x="1823430" y="415260"/>
                  </a:lnTo>
                  <a:lnTo>
                    <a:pt x="1740547" y="386545"/>
                  </a:lnTo>
                  <a:lnTo>
                    <a:pt x="1657664" y="357787"/>
                  </a:lnTo>
                  <a:lnTo>
                    <a:pt x="1574780" y="329345"/>
                  </a:lnTo>
                  <a:lnTo>
                    <a:pt x="1491897" y="301496"/>
                  </a:lnTo>
                  <a:lnTo>
                    <a:pt x="1409014" y="274501"/>
                  </a:lnTo>
                  <a:lnTo>
                    <a:pt x="1326131" y="248576"/>
                  </a:lnTo>
                  <a:lnTo>
                    <a:pt x="1243248" y="223879"/>
                  </a:lnTo>
                  <a:lnTo>
                    <a:pt x="1160364" y="200506"/>
                  </a:lnTo>
                  <a:lnTo>
                    <a:pt x="1077481" y="178501"/>
                  </a:lnTo>
                  <a:lnTo>
                    <a:pt x="994598" y="157862"/>
                  </a:lnTo>
                  <a:lnTo>
                    <a:pt x="911715" y="138561"/>
                  </a:lnTo>
                  <a:lnTo>
                    <a:pt x="828832" y="120551"/>
                  </a:lnTo>
                  <a:lnTo>
                    <a:pt x="745948" y="103778"/>
                  </a:lnTo>
                  <a:lnTo>
                    <a:pt x="663065" y="88185"/>
                  </a:lnTo>
                  <a:lnTo>
                    <a:pt x="580182" y="73717"/>
                  </a:lnTo>
                  <a:lnTo>
                    <a:pt x="497299" y="60321"/>
                  </a:lnTo>
                  <a:lnTo>
                    <a:pt x="414416" y="47949"/>
                  </a:lnTo>
                  <a:lnTo>
                    <a:pt x="331532" y="36555"/>
                  </a:lnTo>
                  <a:lnTo>
                    <a:pt x="248649" y="26099"/>
                  </a:lnTo>
                  <a:lnTo>
                    <a:pt x="165766" y="16543"/>
                  </a:lnTo>
                  <a:lnTo>
                    <a:pt x="82883" y="78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72465" y="3530369"/>
              <a:ext cx="6015395" cy="1638614"/>
            </a:xfrm>
            <a:custGeom>
              <a:avLst/>
              <a:pathLst>
                <a:path w="6015395" h="1638614">
                  <a:moveTo>
                    <a:pt x="0" y="0"/>
                  </a:moveTo>
                  <a:lnTo>
                    <a:pt x="82883" y="50717"/>
                  </a:lnTo>
                  <a:lnTo>
                    <a:pt x="165766" y="100509"/>
                  </a:lnTo>
                  <a:lnTo>
                    <a:pt x="248649" y="149377"/>
                  </a:lnTo>
                  <a:lnTo>
                    <a:pt x="331532" y="197324"/>
                  </a:lnTo>
                  <a:lnTo>
                    <a:pt x="414416" y="244350"/>
                  </a:lnTo>
                  <a:lnTo>
                    <a:pt x="497299" y="290460"/>
                  </a:lnTo>
                  <a:lnTo>
                    <a:pt x="580182" y="335653"/>
                  </a:lnTo>
                  <a:lnTo>
                    <a:pt x="663065" y="379933"/>
                  </a:lnTo>
                  <a:lnTo>
                    <a:pt x="745948" y="423301"/>
                  </a:lnTo>
                  <a:lnTo>
                    <a:pt x="828832" y="465760"/>
                  </a:lnTo>
                  <a:lnTo>
                    <a:pt x="911715" y="507311"/>
                  </a:lnTo>
                  <a:lnTo>
                    <a:pt x="994598" y="547957"/>
                  </a:lnTo>
                  <a:lnTo>
                    <a:pt x="1077481" y="587699"/>
                  </a:lnTo>
                  <a:lnTo>
                    <a:pt x="1160364" y="626539"/>
                  </a:lnTo>
                  <a:lnTo>
                    <a:pt x="1243248" y="664480"/>
                  </a:lnTo>
                  <a:lnTo>
                    <a:pt x="1326131" y="701524"/>
                  </a:lnTo>
                  <a:lnTo>
                    <a:pt x="1409014" y="737672"/>
                  </a:lnTo>
                  <a:lnTo>
                    <a:pt x="1491897" y="772926"/>
                  </a:lnTo>
                  <a:lnTo>
                    <a:pt x="1574780" y="807290"/>
                  </a:lnTo>
                  <a:lnTo>
                    <a:pt x="1657664" y="840763"/>
                  </a:lnTo>
                  <a:lnTo>
                    <a:pt x="1740547" y="873349"/>
                  </a:lnTo>
                  <a:lnTo>
                    <a:pt x="1823430" y="905040"/>
                  </a:lnTo>
                  <a:lnTo>
                    <a:pt x="1906313" y="935783"/>
                  </a:lnTo>
                  <a:lnTo>
                    <a:pt x="1989196" y="965528"/>
                  </a:lnTo>
                  <a:lnTo>
                    <a:pt x="2072080" y="994223"/>
                  </a:lnTo>
                  <a:lnTo>
                    <a:pt x="2154963" y="1021816"/>
                  </a:lnTo>
                  <a:lnTo>
                    <a:pt x="2237846" y="1048258"/>
                  </a:lnTo>
                  <a:lnTo>
                    <a:pt x="2320729" y="1073741"/>
                  </a:lnTo>
                  <a:lnTo>
                    <a:pt x="2403612" y="1099457"/>
                  </a:lnTo>
                  <a:lnTo>
                    <a:pt x="2486496" y="1124801"/>
                  </a:lnTo>
                  <a:lnTo>
                    <a:pt x="2569379" y="1148848"/>
                  </a:lnTo>
                  <a:lnTo>
                    <a:pt x="2652262" y="1170656"/>
                  </a:lnTo>
                  <a:lnTo>
                    <a:pt x="2735145" y="1189246"/>
                  </a:lnTo>
                  <a:lnTo>
                    <a:pt x="2818028" y="1205442"/>
                  </a:lnTo>
                  <a:lnTo>
                    <a:pt x="2900912" y="1220582"/>
                  </a:lnTo>
                  <a:lnTo>
                    <a:pt x="2983795" y="1236006"/>
                  </a:lnTo>
                  <a:lnTo>
                    <a:pt x="3066678" y="1248730"/>
                  </a:lnTo>
                  <a:lnTo>
                    <a:pt x="3149561" y="1256871"/>
                  </a:lnTo>
                  <a:lnTo>
                    <a:pt x="3232444" y="1264483"/>
                  </a:lnTo>
                  <a:lnTo>
                    <a:pt x="3315328" y="1275598"/>
                  </a:lnTo>
                  <a:lnTo>
                    <a:pt x="3398211" y="1288223"/>
                  </a:lnTo>
                  <a:lnTo>
                    <a:pt x="3481094" y="1299558"/>
                  </a:lnTo>
                  <a:lnTo>
                    <a:pt x="3563977" y="1310456"/>
                  </a:lnTo>
                  <a:lnTo>
                    <a:pt x="3646860" y="1321766"/>
                  </a:lnTo>
                  <a:lnTo>
                    <a:pt x="3729744" y="1334293"/>
                  </a:lnTo>
                  <a:lnTo>
                    <a:pt x="3812627" y="1346958"/>
                  </a:lnTo>
                  <a:lnTo>
                    <a:pt x="3895510" y="1359091"/>
                  </a:lnTo>
                  <a:lnTo>
                    <a:pt x="3978393" y="1370855"/>
                  </a:lnTo>
                  <a:lnTo>
                    <a:pt x="4061276" y="1382415"/>
                  </a:lnTo>
                  <a:lnTo>
                    <a:pt x="4144160" y="1393934"/>
                  </a:lnTo>
                  <a:lnTo>
                    <a:pt x="4227043" y="1405576"/>
                  </a:lnTo>
                  <a:lnTo>
                    <a:pt x="4309926" y="1417501"/>
                  </a:lnTo>
                  <a:lnTo>
                    <a:pt x="4392809" y="1429511"/>
                  </a:lnTo>
                  <a:lnTo>
                    <a:pt x="4475692" y="1441397"/>
                  </a:lnTo>
                  <a:lnTo>
                    <a:pt x="4558576" y="1453159"/>
                  </a:lnTo>
                  <a:lnTo>
                    <a:pt x="4641459" y="1464797"/>
                  </a:lnTo>
                  <a:lnTo>
                    <a:pt x="4724342" y="1476308"/>
                  </a:lnTo>
                  <a:lnTo>
                    <a:pt x="4807225" y="1487692"/>
                  </a:lnTo>
                  <a:lnTo>
                    <a:pt x="4890108" y="1498949"/>
                  </a:lnTo>
                  <a:lnTo>
                    <a:pt x="4972992" y="1510076"/>
                  </a:lnTo>
                  <a:lnTo>
                    <a:pt x="5055875" y="1521074"/>
                  </a:lnTo>
                  <a:lnTo>
                    <a:pt x="5138758" y="1531941"/>
                  </a:lnTo>
                  <a:lnTo>
                    <a:pt x="5221641" y="1542677"/>
                  </a:lnTo>
                  <a:lnTo>
                    <a:pt x="5304524" y="1553280"/>
                  </a:lnTo>
                  <a:lnTo>
                    <a:pt x="5387408" y="1563749"/>
                  </a:lnTo>
                  <a:lnTo>
                    <a:pt x="5470291" y="1574083"/>
                  </a:lnTo>
                  <a:lnTo>
                    <a:pt x="5553174" y="1584282"/>
                  </a:lnTo>
                  <a:lnTo>
                    <a:pt x="5636057" y="1594345"/>
                  </a:lnTo>
                  <a:lnTo>
                    <a:pt x="5718940" y="1604270"/>
                  </a:lnTo>
                  <a:lnTo>
                    <a:pt x="5801824" y="1614057"/>
                  </a:lnTo>
                  <a:lnTo>
                    <a:pt x="5884707" y="1623705"/>
                  </a:lnTo>
                  <a:lnTo>
                    <a:pt x="5967590" y="1633212"/>
                  </a:lnTo>
                  <a:lnTo>
                    <a:pt x="6015395" y="163861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072465" y="3167612"/>
              <a:ext cx="6015395" cy="2210847"/>
            </a:xfrm>
            <a:custGeom>
              <a:avLst/>
              <a:pathLst>
                <a:path w="6015395" h="2210847">
                  <a:moveTo>
                    <a:pt x="0" y="0"/>
                  </a:moveTo>
                  <a:lnTo>
                    <a:pt x="82883" y="94816"/>
                  </a:lnTo>
                  <a:lnTo>
                    <a:pt x="165766" y="186632"/>
                  </a:lnTo>
                  <a:lnTo>
                    <a:pt x="248649" y="275411"/>
                  </a:lnTo>
                  <a:lnTo>
                    <a:pt x="331532" y="361116"/>
                  </a:lnTo>
                  <a:lnTo>
                    <a:pt x="414416" y="443704"/>
                  </a:lnTo>
                  <a:lnTo>
                    <a:pt x="497299" y="523131"/>
                  </a:lnTo>
                  <a:lnTo>
                    <a:pt x="580182" y="599348"/>
                  </a:lnTo>
                  <a:lnTo>
                    <a:pt x="663065" y="672303"/>
                  </a:lnTo>
                  <a:lnTo>
                    <a:pt x="745948" y="741939"/>
                  </a:lnTo>
                  <a:lnTo>
                    <a:pt x="828832" y="808200"/>
                  </a:lnTo>
                  <a:lnTo>
                    <a:pt x="911715" y="871024"/>
                  </a:lnTo>
                  <a:lnTo>
                    <a:pt x="994598" y="930355"/>
                  </a:lnTo>
                  <a:lnTo>
                    <a:pt x="1077481" y="986143"/>
                  </a:lnTo>
                  <a:lnTo>
                    <a:pt x="1160364" y="1038354"/>
                  </a:lnTo>
                  <a:lnTo>
                    <a:pt x="1243248" y="1086980"/>
                  </a:lnTo>
                  <a:lnTo>
                    <a:pt x="1326131" y="1132054"/>
                  </a:lnTo>
                  <a:lnTo>
                    <a:pt x="1409014" y="1173657"/>
                  </a:lnTo>
                  <a:lnTo>
                    <a:pt x="1491897" y="1211929"/>
                  </a:lnTo>
                  <a:lnTo>
                    <a:pt x="1574780" y="1247062"/>
                  </a:lnTo>
                  <a:lnTo>
                    <a:pt x="1657664" y="1279291"/>
                  </a:lnTo>
                  <a:lnTo>
                    <a:pt x="1740547" y="1308862"/>
                  </a:lnTo>
                  <a:lnTo>
                    <a:pt x="1823430" y="1336005"/>
                  </a:lnTo>
                  <a:lnTo>
                    <a:pt x="1906313" y="1360927"/>
                  </a:lnTo>
                  <a:lnTo>
                    <a:pt x="1989196" y="1383816"/>
                  </a:lnTo>
                  <a:lnTo>
                    <a:pt x="2072080" y="1404839"/>
                  </a:lnTo>
                  <a:lnTo>
                    <a:pt x="2154963" y="1424204"/>
                  </a:lnTo>
                  <a:lnTo>
                    <a:pt x="2237846" y="1442197"/>
                  </a:lnTo>
                  <a:lnTo>
                    <a:pt x="2320729" y="1459280"/>
                  </a:lnTo>
                  <a:lnTo>
                    <a:pt x="2403612" y="1475831"/>
                  </a:lnTo>
                  <a:lnTo>
                    <a:pt x="2486496" y="1490811"/>
                  </a:lnTo>
                  <a:lnTo>
                    <a:pt x="2569379" y="1503952"/>
                  </a:lnTo>
                  <a:lnTo>
                    <a:pt x="2652262" y="1516184"/>
                  </a:lnTo>
                  <a:lnTo>
                    <a:pt x="2735145" y="1525464"/>
                  </a:lnTo>
                  <a:lnTo>
                    <a:pt x="2818028" y="1531071"/>
                  </a:lnTo>
                  <a:lnTo>
                    <a:pt x="2900912" y="1535003"/>
                  </a:lnTo>
                  <a:lnTo>
                    <a:pt x="2983795" y="1541211"/>
                  </a:lnTo>
                  <a:lnTo>
                    <a:pt x="3066678" y="1548283"/>
                  </a:lnTo>
                  <a:lnTo>
                    <a:pt x="3149561" y="1551538"/>
                  </a:lnTo>
                  <a:lnTo>
                    <a:pt x="3232444" y="1553736"/>
                  </a:lnTo>
                  <a:lnTo>
                    <a:pt x="3315328" y="1560101"/>
                  </a:lnTo>
                  <a:lnTo>
                    <a:pt x="3398211" y="1569990"/>
                  </a:lnTo>
                  <a:lnTo>
                    <a:pt x="3481094" y="1579395"/>
                  </a:lnTo>
                  <a:lnTo>
                    <a:pt x="3563977" y="1588232"/>
                  </a:lnTo>
                  <a:lnTo>
                    <a:pt x="3646860" y="1597527"/>
                  </a:lnTo>
                  <a:lnTo>
                    <a:pt x="3729744" y="1609056"/>
                  </a:lnTo>
                  <a:lnTo>
                    <a:pt x="3812627" y="1622114"/>
                  </a:lnTo>
                  <a:lnTo>
                    <a:pt x="3895510" y="1635418"/>
                  </a:lnTo>
                  <a:lnTo>
                    <a:pt x="3978393" y="1648619"/>
                  </a:lnTo>
                  <a:lnTo>
                    <a:pt x="4061276" y="1661545"/>
                  </a:lnTo>
                  <a:lnTo>
                    <a:pt x="4144160" y="1674202"/>
                  </a:lnTo>
                  <a:lnTo>
                    <a:pt x="4227043" y="1686724"/>
                  </a:lnTo>
                  <a:lnTo>
                    <a:pt x="4309926" y="1699282"/>
                  </a:lnTo>
                  <a:lnTo>
                    <a:pt x="4392809" y="1711555"/>
                  </a:lnTo>
                  <a:lnTo>
                    <a:pt x="4475692" y="1723248"/>
                  </a:lnTo>
                  <a:lnTo>
                    <a:pt x="4558576" y="1734303"/>
                  </a:lnTo>
                  <a:lnTo>
                    <a:pt x="4641459" y="1744618"/>
                  </a:lnTo>
                  <a:lnTo>
                    <a:pt x="4724342" y="1754064"/>
                  </a:lnTo>
                  <a:lnTo>
                    <a:pt x="4807225" y="1762489"/>
                  </a:lnTo>
                  <a:lnTo>
                    <a:pt x="4890108" y="1769736"/>
                  </a:lnTo>
                  <a:lnTo>
                    <a:pt x="4972992" y="1775653"/>
                  </a:lnTo>
                  <a:lnTo>
                    <a:pt x="5055875" y="1780103"/>
                  </a:lnTo>
                  <a:lnTo>
                    <a:pt x="5138758" y="1782975"/>
                  </a:lnTo>
                  <a:lnTo>
                    <a:pt x="5221641" y="1784183"/>
                  </a:lnTo>
                  <a:lnTo>
                    <a:pt x="5304524" y="1783671"/>
                  </a:lnTo>
                  <a:lnTo>
                    <a:pt x="5387408" y="1781407"/>
                  </a:lnTo>
                  <a:lnTo>
                    <a:pt x="5470291" y="1777383"/>
                  </a:lnTo>
                  <a:lnTo>
                    <a:pt x="5553174" y="1771605"/>
                  </a:lnTo>
                  <a:lnTo>
                    <a:pt x="5636057" y="1764092"/>
                  </a:lnTo>
                  <a:lnTo>
                    <a:pt x="5718940" y="1754872"/>
                  </a:lnTo>
                  <a:lnTo>
                    <a:pt x="5801824" y="1743975"/>
                  </a:lnTo>
                  <a:lnTo>
                    <a:pt x="5884707" y="1731437"/>
                  </a:lnTo>
                  <a:lnTo>
                    <a:pt x="5967590" y="1717292"/>
                  </a:lnTo>
                  <a:lnTo>
                    <a:pt x="6015395" y="1708227"/>
                  </a:lnTo>
                  <a:lnTo>
                    <a:pt x="6015395" y="2210847"/>
                  </a:lnTo>
                  <a:lnTo>
                    <a:pt x="5408713" y="2210847"/>
                  </a:lnTo>
                  <a:lnTo>
                    <a:pt x="5387408" y="2203387"/>
                  </a:lnTo>
                  <a:lnTo>
                    <a:pt x="5304524" y="2175863"/>
                  </a:lnTo>
                  <a:lnTo>
                    <a:pt x="5221641" y="2149810"/>
                  </a:lnTo>
                  <a:lnTo>
                    <a:pt x="5138758" y="2125183"/>
                  </a:lnTo>
                  <a:lnTo>
                    <a:pt x="5055875" y="2101910"/>
                  </a:lnTo>
                  <a:lnTo>
                    <a:pt x="4972992" y="2079895"/>
                  </a:lnTo>
                  <a:lnTo>
                    <a:pt x="4890108" y="2059009"/>
                  </a:lnTo>
                  <a:lnTo>
                    <a:pt x="4807225" y="2039104"/>
                  </a:lnTo>
                  <a:lnTo>
                    <a:pt x="4724342" y="2020013"/>
                  </a:lnTo>
                  <a:lnTo>
                    <a:pt x="4641459" y="2001564"/>
                  </a:lnTo>
                  <a:lnTo>
                    <a:pt x="4558576" y="1983594"/>
                  </a:lnTo>
                  <a:lnTo>
                    <a:pt x="4475692" y="1965956"/>
                  </a:lnTo>
                  <a:lnTo>
                    <a:pt x="4392809" y="1948537"/>
                  </a:lnTo>
                  <a:lnTo>
                    <a:pt x="4309926" y="1931265"/>
                  </a:lnTo>
                  <a:lnTo>
                    <a:pt x="4227043" y="1913966"/>
                  </a:lnTo>
                  <a:lnTo>
                    <a:pt x="4144160" y="1896621"/>
                  </a:lnTo>
                  <a:lnTo>
                    <a:pt x="4061276" y="1879584"/>
                  </a:lnTo>
                  <a:lnTo>
                    <a:pt x="3978393" y="1863170"/>
                  </a:lnTo>
                  <a:lnTo>
                    <a:pt x="3895510" y="1847568"/>
                  </a:lnTo>
                  <a:lnTo>
                    <a:pt x="3812627" y="1832787"/>
                  </a:lnTo>
                  <a:lnTo>
                    <a:pt x="3729744" y="1818659"/>
                  </a:lnTo>
                  <a:lnTo>
                    <a:pt x="3646860" y="1804956"/>
                  </a:lnTo>
                  <a:lnTo>
                    <a:pt x="3563977" y="1792116"/>
                  </a:lnTo>
                  <a:lnTo>
                    <a:pt x="3481094" y="1780805"/>
                  </a:lnTo>
                  <a:lnTo>
                    <a:pt x="3398211" y="1770887"/>
                  </a:lnTo>
                  <a:lnTo>
                    <a:pt x="3315328" y="1761120"/>
                  </a:lnTo>
                  <a:lnTo>
                    <a:pt x="3232444" y="1752441"/>
                  </a:lnTo>
                  <a:lnTo>
                    <a:pt x="3149561" y="1747362"/>
                  </a:lnTo>
                  <a:lnTo>
                    <a:pt x="3066678" y="1743912"/>
                  </a:lnTo>
                  <a:lnTo>
                    <a:pt x="2983795" y="1737625"/>
                  </a:lnTo>
                  <a:lnTo>
                    <a:pt x="2900912" y="1729864"/>
                  </a:lnTo>
                  <a:lnTo>
                    <a:pt x="2818028" y="1724612"/>
                  </a:lnTo>
                  <a:lnTo>
                    <a:pt x="2735145" y="1720144"/>
                  </a:lnTo>
                  <a:lnTo>
                    <a:pt x="2652262" y="1712781"/>
                  </a:lnTo>
                  <a:lnTo>
                    <a:pt x="2569379" y="1700244"/>
                  </a:lnTo>
                  <a:lnTo>
                    <a:pt x="2486496" y="1686634"/>
                  </a:lnTo>
                  <a:lnTo>
                    <a:pt x="2403612" y="1672975"/>
                  </a:lnTo>
                  <a:lnTo>
                    <a:pt x="2320729" y="1658835"/>
                  </a:lnTo>
                  <a:lnTo>
                    <a:pt x="2237846" y="1643107"/>
                  </a:lnTo>
                  <a:lnTo>
                    <a:pt x="2154963" y="1626464"/>
                  </a:lnTo>
                  <a:lnTo>
                    <a:pt x="2072080" y="1609095"/>
                  </a:lnTo>
                  <a:lnTo>
                    <a:pt x="1989196" y="1590918"/>
                  </a:lnTo>
                  <a:lnTo>
                    <a:pt x="1906313" y="1571772"/>
                  </a:lnTo>
                  <a:lnTo>
                    <a:pt x="1823430" y="1551457"/>
                  </a:lnTo>
                  <a:lnTo>
                    <a:pt x="1740547" y="1529816"/>
                  </a:lnTo>
                  <a:lnTo>
                    <a:pt x="1657664" y="1507321"/>
                  </a:lnTo>
                  <a:lnTo>
                    <a:pt x="1574780" y="1484395"/>
                  </a:lnTo>
                  <a:lnTo>
                    <a:pt x="1491897" y="1461306"/>
                  </a:lnTo>
                  <a:lnTo>
                    <a:pt x="1409014" y="1438305"/>
                  </a:lnTo>
                  <a:lnTo>
                    <a:pt x="1326131" y="1415602"/>
                  </a:lnTo>
                  <a:lnTo>
                    <a:pt x="1243248" y="1393355"/>
                  </a:lnTo>
                  <a:lnTo>
                    <a:pt x="1160364" y="1371665"/>
                  </a:lnTo>
                  <a:lnTo>
                    <a:pt x="1077481" y="1350580"/>
                  </a:lnTo>
                  <a:lnTo>
                    <a:pt x="994598" y="1330111"/>
                  </a:lnTo>
                  <a:lnTo>
                    <a:pt x="911715" y="1310242"/>
                  </a:lnTo>
                  <a:lnTo>
                    <a:pt x="828832" y="1290942"/>
                  </a:lnTo>
                  <a:lnTo>
                    <a:pt x="745948" y="1272170"/>
                  </a:lnTo>
                  <a:lnTo>
                    <a:pt x="663065" y="1253887"/>
                  </a:lnTo>
                  <a:lnTo>
                    <a:pt x="580182" y="1236050"/>
                  </a:lnTo>
                  <a:lnTo>
                    <a:pt x="497299" y="1218623"/>
                  </a:lnTo>
                  <a:lnTo>
                    <a:pt x="414416" y="1201570"/>
                  </a:lnTo>
                  <a:lnTo>
                    <a:pt x="331532" y="1184863"/>
                  </a:lnTo>
                  <a:lnTo>
                    <a:pt x="248649" y="1168472"/>
                  </a:lnTo>
                  <a:lnTo>
                    <a:pt x="165766" y="1152376"/>
                  </a:lnTo>
                  <a:lnTo>
                    <a:pt x="82883" y="1136552"/>
                  </a:lnTo>
                  <a:lnTo>
                    <a:pt x="0" y="112098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072465" y="3167612"/>
              <a:ext cx="6015395" cy="1784183"/>
            </a:xfrm>
            <a:custGeom>
              <a:avLst/>
              <a:pathLst>
                <a:path w="6015395" h="1784183">
                  <a:moveTo>
                    <a:pt x="0" y="0"/>
                  </a:moveTo>
                  <a:lnTo>
                    <a:pt x="82883" y="94816"/>
                  </a:lnTo>
                  <a:lnTo>
                    <a:pt x="165766" y="186632"/>
                  </a:lnTo>
                  <a:lnTo>
                    <a:pt x="248649" y="275411"/>
                  </a:lnTo>
                  <a:lnTo>
                    <a:pt x="331532" y="361116"/>
                  </a:lnTo>
                  <a:lnTo>
                    <a:pt x="414416" y="443704"/>
                  </a:lnTo>
                  <a:lnTo>
                    <a:pt x="497299" y="523131"/>
                  </a:lnTo>
                  <a:lnTo>
                    <a:pt x="580182" y="599348"/>
                  </a:lnTo>
                  <a:lnTo>
                    <a:pt x="663065" y="672303"/>
                  </a:lnTo>
                  <a:lnTo>
                    <a:pt x="745948" y="741939"/>
                  </a:lnTo>
                  <a:lnTo>
                    <a:pt x="828832" y="808200"/>
                  </a:lnTo>
                  <a:lnTo>
                    <a:pt x="911715" y="871024"/>
                  </a:lnTo>
                  <a:lnTo>
                    <a:pt x="994598" y="930355"/>
                  </a:lnTo>
                  <a:lnTo>
                    <a:pt x="1077481" y="986143"/>
                  </a:lnTo>
                  <a:lnTo>
                    <a:pt x="1160364" y="1038354"/>
                  </a:lnTo>
                  <a:lnTo>
                    <a:pt x="1243248" y="1086980"/>
                  </a:lnTo>
                  <a:lnTo>
                    <a:pt x="1326131" y="1132054"/>
                  </a:lnTo>
                  <a:lnTo>
                    <a:pt x="1409014" y="1173657"/>
                  </a:lnTo>
                  <a:lnTo>
                    <a:pt x="1491897" y="1211929"/>
                  </a:lnTo>
                  <a:lnTo>
                    <a:pt x="1574780" y="1247062"/>
                  </a:lnTo>
                  <a:lnTo>
                    <a:pt x="1657664" y="1279291"/>
                  </a:lnTo>
                  <a:lnTo>
                    <a:pt x="1740547" y="1308862"/>
                  </a:lnTo>
                  <a:lnTo>
                    <a:pt x="1823430" y="1336005"/>
                  </a:lnTo>
                  <a:lnTo>
                    <a:pt x="1906313" y="1360927"/>
                  </a:lnTo>
                  <a:lnTo>
                    <a:pt x="1989196" y="1383816"/>
                  </a:lnTo>
                  <a:lnTo>
                    <a:pt x="2072080" y="1404839"/>
                  </a:lnTo>
                  <a:lnTo>
                    <a:pt x="2154963" y="1424204"/>
                  </a:lnTo>
                  <a:lnTo>
                    <a:pt x="2237846" y="1442197"/>
                  </a:lnTo>
                  <a:lnTo>
                    <a:pt x="2320729" y="1459280"/>
                  </a:lnTo>
                  <a:lnTo>
                    <a:pt x="2403612" y="1475831"/>
                  </a:lnTo>
                  <a:lnTo>
                    <a:pt x="2486496" y="1490811"/>
                  </a:lnTo>
                  <a:lnTo>
                    <a:pt x="2569379" y="1503952"/>
                  </a:lnTo>
                  <a:lnTo>
                    <a:pt x="2652262" y="1516184"/>
                  </a:lnTo>
                  <a:lnTo>
                    <a:pt x="2735145" y="1525464"/>
                  </a:lnTo>
                  <a:lnTo>
                    <a:pt x="2818028" y="1531071"/>
                  </a:lnTo>
                  <a:lnTo>
                    <a:pt x="2900912" y="1535003"/>
                  </a:lnTo>
                  <a:lnTo>
                    <a:pt x="2983795" y="1541211"/>
                  </a:lnTo>
                  <a:lnTo>
                    <a:pt x="3066678" y="1548283"/>
                  </a:lnTo>
                  <a:lnTo>
                    <a:pt x="3149561" y="1551538"/>
                  </a:lnTo>
                  <a:lnTo>
                    <a:pt x="3232444" y="1553736"/>
                  </a:lnTo>
                  <a:lnTo>
                    <a:pt x="3315328" y="1560101"/>
                  </a:lnTo>
                  <a:lnTo>
                    <a:pt x="3398211" y="1569990"/>
                  </a:lnTo>
                  <a:lnTo>
                    <a:pt x="3481094" y="1579395"/>
                  </a:lnTo>
                  <a:lnTo>
                    <a:pt x="3563977" y="1588232"/>
                  </a:lnTo>
                  <a:lnTo>
                    <a:pt x="3646860" y="1597527"/>
                  </a:lnTo>
                  <a:lnTo>
                    <a:pt x="3729744" y="1609056"/>
                  </a:lnTo>
                  <a:lnTo>
                    <a:pt x="3812627" y="1622114"/>
                  </a:lnTo>
                  <a:lnTo>
                    <a:pt x="3895510" y="1635418"/>
                  </a:lnTo>
                  <a:lnTo>
                    <a:pt x="3978393" y="1648619"/>
                  </a:lnTo>
                  <a:lnTo>
                    <a:pt x="4061276" y="1661545"/>
                  </a:lnTo>
                  <a:lnTo>
                    <a:pt x="4144160" y="1674202"/>
                  </a:lnTo>
                  <a:lnTo>
                    <a:pt x="4227043" y="1686724"/>
                  </a:lnTo>
                  <a:lnTo>
                    <a:pt x="4309926" y="1699282"/>
                  </a:lnTo>
                  <a:lnTo>
                    <a:pt x="4392809" y="1711555"/>
                  </a:lnTo>
                  <a:lnTo>
                    <a:pt x="4475692" y="1723248"/>
                  </a:lnTo>
                  <a:lnTo>
                    <a:pt x="4558576" y="1734303"/>
                  </a:lnTo>
                  <a:lnTo>
                    <a:pt x="4641459" y="1744618"/>
                  </a:lnTo>
                  <a:lnTo>
                    <a:pt x="4724342" y="1754064"/>
                  </a:lnTo>
                  <a:lnTo>
                    <a:pt x="4807225" y="1762489"/>
                  </a:lnTo>
                  <a:lnTo>
                    <a:pt x="4890108" y="1769736"/>
                  </a:lnTo>
                  <a:lnTo>
                    <a:pt x="4972992" y="1775653"/>
                  </a:lnTo>
                  <a:lnTo>
                    <a:pt x="5055875" y="1780103"/>
                  </a:lnTo>
                  <a:lnTo>
                    <a:pt x="5138758" y="1782975"/>
                  </a:lnTo>
                  <a:lnTo>
                    <a:pt x="5221641" y="1784183"/>
                  </a:lnTo>
                  <a:lnTo>
                    <a:pt x="5304524" y="1783671"/>
                  </a:lnTo>
                  <a:lnTo>
                    <a:pt x="5387408" y="1781407"/>
                  </a:lnTo>
                  <a:lnTo>
                    <a:pt x="5470291" y="1777383"/>
                  </a:lnTo>
                  <a:lnTo>
                    <a:pt x="5553174" y="1771605"/>
                  </a:lnTo>
                  <a:lnTo>
                    <a:pt x="5636057" y="1764092"/>
                  </a:lnTo>
                  <a:lnTo>
                    <a:pt x="5718940" y="1754872"/>
                  </a:lnTo>
                  <a:lnTo>
                    <a:pt x="5801824" y="1743975"/>
                  </a:lnTo>
                  <a:lnTo>
                    <a:pt x="5884707" y="1731437"/>
                  </a:lnTo>
                  <a:lnTo>
                    <a:pt x="5967590" y="1717292"/>
                  </a:lnTo>
                  <a:lnTo>
                    <a:pt x="6015395" y="17082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072465" y="4288597"/>
              <a:ext cx="5408713" cy="1089862"/>
            </a:xfrm>
            <a:custGeom>
              <a:avLst/>
              <a:pathLst>
                <a:path w="5408713" h="1089862">
                  <a:moveTo>
                    <a:pt x="5408713" y="1089862"/>
                  </a:moveTo>
                  <a:lnTo>
                    <a:pt x="5387408" y="1082403"/>
                  </a:lnTo>
                  <a:lnTo>
                    <a:pt x="5304524" y="1054879"/>
                  </a:lnTo>
                  <a:lnTo>
                    <a:pt x="5221641" y="1028825"/>
                  </a:lnTo>
                  <a:lnTo>
                    <a:pt x="5138758" y="1004198"/>
                  </a:lnTo>
                  <a:lnTo>
                    <a:pt x="5055875" y="980926"/>
                  </a:lnTo>
                  <a:lnTo>
                    <a:pt x="4972992" y="958910"/>
                  </a:lnTo>
                  <a:lnTo>
                    <a:pt x="4890108" y="938024"/>
                  </a:lnTo>
                  <a:lnTo>
                    <a:pt x="4807225" y="918119"/>
                  </a:lnTo>
                  <a:lnTo>
                    <a:pt x="4724342" y="899028"/>
                  </a:lnTo>
                  <a:lnTo>
                    <a:pt x="4641459" y="880579"/>
                  </a:lnTo>
                  <a:lnTo>
                    <a:pt x="4558576" y="862609"/>
                  </a:lnTo>
                  <a:lnTo>
                    <a:pt x="4475692" y="844971"/>
                  </a:lnTo>
                  <a:lnTo>
                    <a:pt x="4392809" y="827552"/>
                  </a:lnTo>
                  <a:lnTo>
                    <a:pt x="4309926" y="810280"/>
                  </a:lnTo>
                  <a:lnTo>
                    <a:pt x="4227043" y="792981"/>
                  </a:lnTo>
                  <a:lnTo>
                    <a:pt x="4144160" y="775636"/>
                  </a:lnTo>
                  <a:lnTo>
                    <a:pt x="4061276" y="758599"/>
                  </a:lnTo>
                  <a:lnTo>
                    <a:pt x="3978393" y="742185"/>
                  </a:lnTo>
                  <a:lnTo>
                    <a:pt x="3895510" y="726583"/>
                  </a:lnTo>
                  <a:lnTo>
                    <a:pt x="3812627" y="711802"/>
                  </a:lnTo>
                  <a:lnTo>
                    <a:pt x="3729744" y="697674"/>
                  </a:lnTo>
                  <a:lnTo>
                    <a:pt x="3646860" y="683971"/>
                  </a:lnTo>
                  <a:lnTo>
                    <a:pt x="3563977" y="671131"/>
                  </a:lnTo>
                  <a:lnTo>
                    <a:pt x="3481094" y="659820"/>
                  </a:lnTo>
                  <a:lnTo>
                    <a:pt x="3398211" y="649902"/>
                  </a:lnTo>
                  <a:lnTo>
                    <a:pt x="3315328" y="640135"/>
                  </a:lnTo>
                  <a:lnTo>
                    <a:pt x="3232444" y="631456"/>
                  </a:lnTo>
                  <a:lnTo>
                    <a:pt x="3149561" y="626378"/>
                  </a:lnTo>
                  <a:lnTo>
                    <a:pt x="3066678" y="622927"/>
                  </a:lnTo>
                  <a:lnTo>
                    <a:pt x="2983795" y="616640"/>
                  </a:lnTo>
                  <a:lnTo>
                    <a:pt x="2900912" y="608879"/>
                  </a:lnTo>
                  <a:lnTo>
                    <a:pt x="2818028" y="603627"/>
                  </a:lnTo>
                  <a:lnTo>
                    <a:pt x="2735145" y="599159"/>
                  </a:lnTo>
                  <a:lnTo>
                    <a:pt x="2652262" y="591796"/>
                  </a:lnTo>
                  <a:lnTo>
                    <a:pt x="2569379" y="579259"/>
                  </a:lnTo>
                  <a:lnTo>
                    <a:pt x="2486496" y="565649"/>
                  </a:lnTo>
                  <a:lnTo>
                    <a:pt x="2403612" y="551990"/>
                  </a:lnTo>
                  <a:lnTo>
                    <a:pt x="2320729" y="537850"/>
                  </a:lnTo>
                  <a:lnTo>
                    <a:pt x="2237846" y="522122"/>
                  </a:lnTo>
                  <a:lnTo>
                    <a:pt x="2154963" y="505479"/>
                  </a:lnTo>
                  <a:lnTo>
                    <a:pt x="2072080" y="488110"/>
                  </a:lnTo>
                  <a:lnTo>
                    <a:pt x="1989196" y="469933"/>
                  </a:lnTo>
                  <a:lnTo>
                    <a:pt x="1906313" y="450787"/>
                  </a:lnTo>
                  <a:lnTo>
                    <a:pt x="1823430" y="430472"/>
                  </a:lnTo>
                  <a:lnTo>
                    <a:pt x="1740547" y="408831"/>
                  </a:lnTo>
                  <a:lnTo>
                    <a:pt x="1657664" y="386336"/>
                  </a:lnTo>
                  <a:lnTo>
                    <a:pt x="1574780" y="363410"/>
                  </a:lnTo>
                  <a:lnTo>
                    <a:pt x="1491897" y="340322"/>
                  </a:lnTo>
                  <a:lnTo>
                    <a:pt x="1409014" y="317320"/>
                  </a:lnTo>
                  <a:lnTo>
                    <a:pt x="1326131" y="294617"/>
                  </a:lnTo>
                  <a:lnTo>
                    <a:pt x="1243248" y="272371"/>
                  </a:lnTo>
                  <a:lnTo>
                    <a:pt x="1160364" y="250680"/>
                  </a:lnTo>
                  <a:lnTo>
                    <a:pt x="1077481" y="229595"/>
                  </a:lnTo>
                  <a:lnTo>
                    <a:pt x="994598" y="209126"/>
                  </a:lnTo>
                  <a:lnTo>
                    <a:pt x="911715" y="189257"/>
                  </a:lnTo>
                  <a:lnTo>
                    <a:pt x="828832" y="169957"/>
                  </a:lnTo>
                  <a:lnTo>
                    <a:pt x="745948" y="151186"/>
                  </a:lnTo>
                  <a:lnTo>
                    <a:pt x="663065" y="132902"/>
                  </a:lnTo>
                  <a:lnTo>
                    <a:pt x="580182" y="115065"/>
                  </a:lnTo>
                  <a:lnTo>
                    <a:pt x="497299" y="97638"/>
                  </a:lnTo>
                  <a:lnTo>
                    <a:pt x="414416" y="80586"/>
                  </a:lnTo>
                  <a:lnTo>
                    <a:pt x="331532" y="63878"/>
                  </a:lnTo>
                  <a:lnTo>
                    <a:pt x="248649" y="47487"/>
                  </a:lnTo>
                  <a:lnTo>
                    <a:pt x="165766" y="31391"/>
                  </a:lnTo>
                  <a:lnTo>
                    <a:pt x="82883" y="155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72465" y="3728105"/>
              <a:ext cx="6015395" cy="1523758"/>
            </a:xfrm>
            <a:custGeom>
              <a:avLst/>
              <a:pathLst>
                <a:path w="6015395" h="1523758">
                  <a:moveTo>
                    <a:pt x="0" y="0"/>
                  </a:moveTo>
                  <a:lnTo>
                    <a:pt x="82883" y="55192"/>
                  </a:lnTo>
                  <a:lnTo>
                    <a:pt x="165766" y="109011"/>
                  </a:lnTo>
                  <a:lnTo>
                    <a:pt x="248649" y="161449"/>
                  </a:lnTo>
                  <a:lnTo>
                    <a:pt x="331532" y="212497"/>
                  </a:lnTo>
                  <a:lnTo>
                    <a:pt x="414416" y="262145"/>
                  </a:lnTo>
                  <a:lnTo>
                    <a:pt x="497299" y="310385"/>
                  </a:lnTo>
                  <a:lnTo>
                    <a:pt x="580182" y="357207"/>
                  </a:lnTo>
                  <a:lnTo>
                    <a:pt x="663065" y="402602"/>
                  </a:lnTo>
                  <a:lnTo>
                    <a:pt x="745948" y="446562"/>
                  </a:lnTo>
                  <a:lnTo>
                    <a:pt x="828832" y="489078"/>
                  </a:lnTo>
                  <a:lnTo>
                    <a:pt x="911715" y="530140"/>
                  </a:lnTo>
                  <a:lnTo>
                    <a:pt x="994598" y="569740"/>
                  </a:lnTo>
                  <a:lnTo>
                    <a:pt x="1077481" y="607869"/>
                  </a:lnTo>
                  <a:lnTo>
                    <a:pt x="1160364" y="644517"/>
                  </a:lnTo>
                  <a:lnTo>
                    <a:pt x="1243248" y="679675"/>
                  </a:lnTo>
                  <a:lnTo>
                    <a:pt x="1326131" y="713336"/>
                  </a:lnTo>
                  <a:lnTo>
                    <a:pt x="1409014" y="745489"/>
                  </a:lnTo>
                  <a:lnTo>
                    <a:pt x="1491897" y="776125"/>
                  </a:lnTo>
                  <a:lnTo>
                    <a:pt x="1574780" y="805236"/>
                  </a:lnTo>
                  <a:lnTo>
                    <a:pt x="1657664" y="832813"/>
                  </a:lnTo>
                  <a:lnTo>
                    <a:pt x="1740547" y="858847"/>
                  </a:lnTo>
                  <a:lnTo>
                    <a:pt x="1823430" y="883238"/>
                  </a:lnTo>
                  <a:lnTo>
                    <a:pt x="1906313" y="905857"/>
                  </a:lnTo>
                  <a:lnTo>
                    <a:pt x="1989196" y="926875"/>
                  </a:lnTo>
                  <a:lnTo>
                    <a:pt x="2072080" y="946475"/>
                  </a:lnTo>
                  <a:lnTo>
                    <a:pt x="2154963" y="964842"/>
                  </a:lnTo>
                  <a:lnTo>
                    <a:pt x="2237846" y="982159"/>
                  </a:lnTo>
                  <a:lnTo>
                    <a:pt x="2320729" y="998565"/>
                  </a:lnTo>
                  <a:lnTo>
                    <a:pt x="2403612" y="1013911"/>
                  </a:lnTo>
                  <a:lnTo>
                    <a:pt x="2486496" y="1028230"/>
                  </a:lnTo>
                  <a:lnTo>
                    <a:pt x="2569379" y="1041606"/>
                  </a:lnTo>
                  <a:lnTo>
                    <a:pt x="2652262" y="1053990"/>
                  </a:lnTo>
                  <a:lnTo>
                    <a:pt x="2735145" y="1062312"/>
                  </a:lnTo>
                  <a:lnTo>
                    <a:pt x="2818028" y="1067349"/>
                  </a:lnTo>
                  <a:lnTo>
                    <a:pt x="2900912" y="1071941"/>
                  </a:lnTo>
                  <a:lnTo>
                    <a:pt x="2983795" y="1078926"/>
                  </a:lnTo>
                  <a:lnTo>
                    <a:pt x="3066678" y="1085605"/>
                  </a:lnTo>
                  <a:lnTo>
                    <a:pt x="3149561" y="1088958"/>
                  </a:lnTo>
                  <a:lnTo>
                    <a:pt x="3232444" y="1092596"/>
                  </a:lnTo>
                  <a:lnTo>
                    <a:pt x="3315328" y="1100118"/>
                  </a:lnTo>
                  <a:lnTo>
                    <a:pt x="3398211" y="1109946"/>
                  </a:lnTo>
                  <a:lnTo>
                    <a:pt x="3481094" y="1119607"/>
                  </a:lnTo>
                  <a:lnTo>
                    <a:pt x="3563977" y="1129681"/>
                  </a:lnTo>
                  <a:lnTo>
                    <a:pt x="3646860" y="1140749"/>
                  </a:lnTo>
                  <a:lnTo>
                    <a:pt x="3729744" y="1153365"/>
                  </a:lnTo>
                  <a:lnTo>
                    <a:pt x="3812627" y="1166958"/>
                  </a:lnTo>
                  <a:lnTo>
                    <a:pt x="3895510" y="1181001"/>
                  </a:lnTo>
                  <a:lnTo>
                    <a:pt x="3978393" y="1195402"/>
                  </a:lnTo>
                  <a:lnTo>
                    <a:pt x="4061276" y="1210072"/>
                  </a:lnTo>
                  <a:lnTo>
                    <a:pt x="4144160" y="1224919"/>
                  </a:lnTo>
                  <a:lnTo>
                    <a:pt x="4227043" y="1239853"/>
                  </a:lnTo>
                  <a:lnTo>
                    <a:pt x="4309926" y="1254781"/>
                  </a:lnTo>
                  <a:lnTo>
                    <a:pt x="4392809" y="1269554"/>
                  </a:lnTo>
                  <a:lnTo>
                    <a:pt x="4475692" y="1284110"/>
                  </a:lnTo>
                  <a:lnTo>
                    <a:pt x="4558576" y="1298456"/>
                  </a:lnTo>
                  <a:lnTo>
                    <a:pt x="4641459" y="1312599"/>
                  </a:lnTo>
                  <a:lnTo>
                    <a:pt x="4724342" y="1326546"/>
                  </a:lnTo>
                  <a:lnTo>
                    <a:pt x="4807225" y="1340304"/>
                  </a:lnTo>
                  <a:lnTo>
                    <a:pt x="4890108" y="1353880"/>
                  </a:lnTo>
                  <a:lnTo>
                    <a:pt x="4972992" y="1367281"/>
                  </a:lnTo>
                  <a:lnTo>
                    <a:pt x="5055875" y="1380514"/>
                  </a:lnTo>
                  <a:lnTo>
                    <a:pt x="5138758" y="1393586"/>
                  </a:lnTo>
                  <a:lnTo>
                    <a:pt x="5221641" y="1406504"/>
                  </a:lnTo>
                  <a:lnTo>
                    <a:pt x="5304524" y="1419275"/>
                  </a:lnTo>
                  <a:lnTo>
                    <a:pt x="5387408" y="1431905"/>
                  </a:lnTo>
                  <a:lnTo>
                    <a:pt x="5470291" y="1444402"/>
                  </a:lnTo>
                  <a:lnTo>
                    <a:pt x="5553174" y="1456773"/>
                  </a:lnTo>
                  <a:lnTo>
                    <a:pt x="5636057" y="1469024"/>
                  </a:lnTo>
                  <a:lnTo>
                    <a:pt x="5718940" y="1481163"/>
                  </a:lnTo>
                  <a:lnTo>
                    <a:pt x="5801824" y="1493197"/>
                  </a:lnTo>
                  <a:lnTo>
                    <a:pt x="5884707" y="1505132"/>
                  </a:lnTo>
                  <a:lnTo>
                    <a:pt x="5967590" y="1516975"/>
                  </a:lnTo>
                  <a:lnTo>
                    <a:pt x="6015395" y="152375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244530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34247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393192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72465" y="4557338"/>
              <a:ext cx="6015395" cy="782485"/>
            </a:xfrm>
            <a:custGeom>
              <a:avLst/>
              <a:pathLst>
                <a:path w="6015395" h="782485">
                  <a:moveTo>
                    <a:pt x="0" y="0"/>
                  </a:moveTo>
                  <a:lnTo>
                    <a:pt x="82883" y="39799"/>
                  </a:lnTo>
                  <a:lnTo>
                    <a:pt x="165766" y="78090"/>
                  </a:lnTo>
                  <a:lnTo>
                    <a:pt x="248649" y="114865"/>
                  </a:lnTo>
                  <a:lnTo>
                    <a:pt x="331532" y="150118"/>
                  </a:lnTo>
                  <a:lnTo>
                    <a:pt x="414416" y="183841"/>
                  </a:lnTo>
                  <a:lnTo>
                    <a:pt x="497299" y="216025"/>
                  </a:lnTo>
                  <a:lnTo>
                    <a:pt x="580182" y="246660"/>
                  </a:lnTo>
                  <a:lnTo>
                    <a:pt x="663065" y="275733"/>
                  </a:lnTo>
                  <a:lnTo>
                    <a:pt x="745948" y="303231"/>
                  </a:lnTo>
                  <a:lnTo>
                    <a:pt x="828832" y="329140"/>
                  </a:lnTo>
                  <a:lnTo>
                    <a:pt x="911715" y="353445"/>
                  </a:lnTo>
                  <a:lnTo>
                    <a:pt x="994598" y="376132"/>
                  </a:lnTo>
                  <a:lnTo>
                    <a:pt x="1077481" y="397190"/>
                  </a:lnTo>
                  <a:lnTo>
                    <a:pt x="1160364" y="416614"/>
                  </a:lnTo>
                  <a:lnTo>
                    <a:pt x="1243248" y="434409"/>
                  </a:lnTo>
                  <a:lnTo>
                    <a:pt x="1326131" y="450596"/>
                  </a:lnTo>
                  <a:lnTo>
                    <a:pt x="1409014" y="465216"/>
                  </a:lnTo>
                  <a:lnTo>
                    <a:pt x="1491897" y="478330"/>
                  </a:lnTo>
                  <a:lnTo>
                    <a:pt x="1574780" y="490024"/>
                  </a:lnTo>
                  <a:lnTo>
                    <a:pt x="1657664" y="500395"/>
                  </a:lnTo>
                  <a:lnTo>
                    <a:pt x="1740547" y="509549"/>
                  </a:lnTo>
                  <a:lnTo>
                    <a:pt x="1823430" y="517441"/>
                  </a:lnTo>
                  <a:lnTo>
                    <a:pt x="1906313" y="523878"/>
                  </a:lnTo>
                  <a:lnTo>
                    <a:pt x="1989196" y="529043"/>
                  </a:lnTo>
                  <a:lnTo>
                    <a:pt x="2072080" y="533132"/>
                  </a:lnTo>
                  <a:lnTo>
                    <a:pt x="2154963" y="536355"/>
                  </a:lnTo>
                  <a:lnTo>
                    <a:pt x="2237846" y="538953"/>
                  </a:lnTo>
                  <a:lnTo>
                    <a:pt x="2320729" y="540610"/>
                  </a:lnTo>
                  <a:lnTo>
                    <a:pt x="2403612" y="538463"/>
                  </a:lnTo>
                  <a:lnTo>
                    <a:pt x="2486496" y="533819"/>
                  </a:lnTo>
                  <a:lnTo>
                    <a:pt x="2569379" y="529108"/>
                  </a:lnTo>
                  <a:lnTo>
                    <a:pt x="2652262" y="527105"/>
                  </a:lnTo>
                  <a:lnTo>
                    <a:pt x="2735145" y="525529"/>
                  </a:lnTo>
                  <a:lnTo>
                    <a:pt x="2818028" y="523003"/>
                  </a:lnTo>
                  <a:lnTo>
                    <a:pt x="2900912" y="520586"/>
                  </a:lnTo>
                  <a:lnTo>
                    <a:pt x="2983795" y="520102"/>
                  </a:lnTo>
                  <a:lnTo>
                    <a:pt x="3066678" y="522959"/>
                  </a:lnTo>
                  <a:lnTo>
                    <a:pt x="3149561" y="527585"/>
                  </a:lnTo>
                  <a:lnTo>
                    <a:pt x="3232444" y="532295"/>
                  </a:lnTo>
                  <a:lnTo>
                    <a:pt x="3315328" y="536379"/>
                  </a:lnTo>
                  <a:lnTo>
                    <a:pt x="3398211" y="541622"/>
                  </a:lnTo>
                  <a:lnTo>
                    <a:pt x="3481094" y="548328"/>
                  </a:lnTo>
                  <a:lnTo>
                    <a:pt x="3563977" y="555108"/>
                  </a:lnTo>
                  <a:lnTo>
                    <a:pt x="3646860" y="561004"/>
                  </a:lnTo>
                  <a:lnTo>
                    <a:pt x="3729744" y="565418"/>
                  </a:lnTo>
                  <a:lnTo>
                    <a:pt x="3812627" y="569516"/>
                  </a:lnTo>
                  <a:lnTo>
                    <a:pt x="3895510" y="573796"/>
                  </a:lnTo>
                  <a:lnTo>
                    <a:pt x="3978393" y="577955"/>
                  </a:lnTo>
                  <a:lnTo>
                    <a:pt x="4061276" y="581758"/>
                  </a:lnTo>
                  <a:lnTo>
                    <a:pt x="4144160" y="585043"/>
                  </a:lnTo>
                  <a:lnTo>
                    <a:pt x="4227043" y="587693"/>
                  </a:lnTo>
                  <a:lnTo>
                    <a:pt x="4309926" y="589613"/>
                  </a:lnTo>
                  <a:lnTo>
                    <a:pt x="4392809" y="590990"/>
                  </a:lnTo>
                  <a:lnTo>
                    <a:pt x="4475692" y="591993"/>
                  </a:lnTo>
                  <a:lnTo>
                    <a:pt x="4558576" y="592596"/>
                  </a:lnTo>
                  <a:lnTo>
                    <a:pt x="4641459" y="592758"/>
                  </a:lnTo>
                  <a:lnTo>
                    <a:pt x="4724342" y="592425"/>
                  </a:lnTo>
                  <a:lnTo>
                    <a:pt x="4807225" y="591534"/>
                  </a:lnTo>
                  <a:lnTo>
                    <a:pt x="4890108" y="590023"/>
                  </a:lnTo>
                  <a:lnTo>
                    <a:pt x="4972992" y="587828"/>
                  </a:lnTo>
                  <a:lnTo>
                    <a:pt x="5055875" y="584894"/>
                  </a:lnTo>
                  <a:lnTo>
                    <a:pt x="5138758" y="581174"/>
                  </a:lnTo>
                  <a:lnTo>
                    <a:pt x="5221641" y="576632"/>
                  </a:lnTo>
                  <a:lnTo>
                    <a:pt x="5304524" y="571243"/>
                  </a:lnTo>
                  <a:lnTo>
                    <a:pt x="5387408" y="564992"/>
                  </a:lnTo>
                  <a:lnTo>
                    <a:pt x="5470291" y="557873"/>
                  </a:lnTo>
                  <a:lnTo>
                    <a:pt x="5553174" y="549886"/>
                  </a:lnTo>
                  <a:lnTo>
                    <a:pt x="5636057" y="541034"/>
                  </a:lnTo>
                  <a:lnTo>
                    <a:pt x="5718940" y="531326"/>
                  </a:lnTo>
                  <a:lnTo>
                    <a:pt x="5801824" y="520770"/>
                  </a:lnTo>
                  <a:lnTo>
                    <a:pt x="5884707" y="509378"/>
                  </a:lnTo>
                  <a:lnTo>
                    <a:pt x="5967590" y="497160"/>
                  </a:lnTo>
                  <a:lnTo>
                    <a:pt x="6015395" y="489643"/>
                  </a:lnTo>
                  <a:lnTo>
                    <a:pt x="6015395" y="782485"/>
                  </a:lnTo>
                  <a:lnTo>
                    <a:pt x="5967590" y="777661"/>
                  </a:lnTo>
                  <a:lnTo>
                    <a:pt x="5884707" y="769639"/>
                  </a:lnTo>
                  <a:lnTo>
                    <a:pt x="5801824" y="761971"/>
                  </a:lnTo>
                  <a:lnTo>
                    <a:pt x="5718940" y="754669"/>
                  </a:lnTo>
                  <a:lnTo>
                    <a:pt x="5636057" y="747743"/>
                  </a:lnTo>
                  <a:lnTo>
                    <a:pt x="5553174" y="741202"/>
                  </a:lnTo>
                  <a:lnTo>
                    <a:pt x="5470291" y="735056"/>
                  </a:lnTo>
                  <a:lnTo>
                    <a:pt x="5387408" y="729309"/>
                  </a:lnTo>
                  <a:lnTo>
                    <a:pt x="5304524" y="723960"/>
                  </a:lnTo>
                  <a:lnTo>
                    <a:pt x="5221641" y="719005"/>
                  </a:lnTo>
                  <a:lnTo>
                    <a:pt x="5138758" y="714427"/>
                  </a:lnTo>
                  <a:lnTo>
                    <a:pt x="5055875" y="710203"/>
                  </a:lnTo>
                  <a:lnTo>
                    <a:pt x="4972992" y="706298"/>
                  </a:lnTo>
                  <a:lnTo>
                    <a:pt x="4890108" y="702664"/>
                  </a:lnTo>
                  <a:lnTo>
                    <a:pt x="4807225" y="699246"/>
                  </a:lnTo>
                  <a:lnTo>
                    <a:pt x="4724342" y="695983"/>
                  </a:lnTo>
                  <a:lnTo>
                    <a:pt x="4641459" y="692811"/>
                  </a:lnTo>
                  <a:lnTo>
                    <a:pt x="4558576" y="689668"/>
                  </a:lnTo>
                  <a:lnTo>
                    <a:pt x="4475692" y="686501"/>
                  </a:lnTo>
                  <a:lnTo>
                    <a:pt x="4392809" y="683269"/>
                  </a:lnTo>
                  <a:lnTo>
                    <a:pt x="4309926" y="679946"/>
                  </a:lnTo>
                  <a:lnTo>
                    <a:pt x="4227043" y="676180"/>
                  </a:lnTo>
                  <a:lnTo>
                    <a:pt x="4144160" y="671651"/>
                  </a:lnTo>
                  <a:lnTo>
                    <a:pt x="4061276" y="666661"/>
                  </a:lnTo>
                  <a:lnTo>
                    <a:pt x="3978393" y="661499"/>
                  </a:lnTo>
                  <a:lnTo>
                    <a:pt x="3895510" y="656406"/>
                  </a:lnTo>
                  <a:lnTo>
                    <a:pt x="3812627" y="651551"/>
                  </a:lnTo>
                  <a:lnTo>
                    <a:pt x="3729744" y="647036"/>
                  </a:lnTo>
                  <a:lnTo>
                    <a:pt x="3646860" y="641776"/>
                  </a:lnTo>
                  <a:lnTo>
                    <a:pt x="3563977" y="634499"/>
                  </a:lnTo>
                  <a:lnTo>
                    <a:pt x="3481094" y="626756"/>
                  </a:lnTo>
                  <a:lnTo>
                    <a:pt x="3398211" y="619850"/>
                  </a:lnTo>
                  <a:lnTo>
                    <a:pt x="3315328" y="614654"/>
                  </a:lnTo>
                  <a:lnTo>
                    <a:pt x="3232444" y="609669"/>
                  </a:lnTo>
                  <a:lnTo>
                    <a:pt x="3149561" y="603838"/>
                  </a:lnTo>
                  <a:lnTo>
                    <a:pt x="3066678" y="599136"/>
                  </a:lnTo>
                  <a:lnTo>
                    <a:pt x="2983795" y="596584"/>
                  </a:lnTo>
                  <a:lnTo>
                    <a:pt x="2900912" y="596464"/>
                  </a:lnTo>
                  <a:lnTo>
                    <a:pt x="2818028" y="598366"/>
                  </a:lnTo>
                  <a:lnTo>
                    <a:pt x="2735145" y="601336"/>
                  </a:lnTo>
                  <a:lnTo>
                    <a:pt x="2652262" y="603659"/>
                  </a:lnTo>
                  <a:lnTo>
                    <a:pt x="2569379" y="605543"/>
                  </a:lnTo>
                  <a:lnTo>
                    <a:pt x="2486496" y="610071"/>
                  </a:lnTo>
                  <a:lnTo>
                    <a:pt x="2403612" y="615229"/>
                  </a:lnTo>
                  <a:lnTo>
                    <a:pt x="2320729" y="618315"/>
                  </a:lnTo>
                  <a:lnTo>
                    <a:pt x="2237846" y="617186"/>
                  </a:lnTo>
                  <a:lnTo>
                    <a:pt x="2154963" y="615113"/>
                  </a:lnTo>
                  <a:lnTo>
                    <a:pt x="2072080" y="612668"/>
                  </a:lnTo>
                  <a:lnTo>
                    <a:pt x="1989196" y="609687"/>
                  </a:lnTo>
                  <a:lnTo>
                    <a:pt x="1906313" y="605979"/>
                  </a:lnTo>
                  <a:lnTo>
                    <a:pt x="1823430" y="601337"/>
                  </a:lnTo>
                  <a:lnTo>
                    <a:pt x="1740547" y="595587"/>
                  </a:lnTo>
                  <a:lnTo>
                    <a:pt x="1657664" y="589188"/>
                  </a:lnTo>
                  <a:lnTo>
                    <a:pt x="1574780" y="582440"/>
                  </a:lnTo>
                  <a:lnTo>
                    <a:pt x="1491897" y="575436"/>
                  </a:lnTo>
                  <a:lnTo>
                    <a:pt x="1409014" y="568268"/>
                  </a:lnTo>
                  <a:lnTo>
                    <a:pt x="1326131" y="561008"/>
                  </a:lnTo>
                  <a:lnTo>
                    <a:pt x="1243248" y="553709"/>
                  </a:lnTo>
                  <a:lnTo>
                    <a:pt x="1160364" y="546403"/>
                  </a:lnTo>
                  <a:lnTo>
                    <a:pt x="1077481" y="539099"/>
                  </a:lnTo>
                  <a:lnTo>
                    <a:pt x="994598" y="531794"/>
                  </a:lnTo>
                  <a:lnTo>
                    <a:pt x="911715" y="524474"/>
                  </a:lnTo>
                  <a:lnTo>
                    <a:pt x="828832" y="517117"/>
                  </a:lnTo>
                  <a:lnTo>
                    <a:pt x="745948" y="509700"/>
                  </a:lnTo>
                  <a:lnTo>
                    <a:pt x="663065" y="502198"/>
                  </a:lnTo>
                  <a:lnTo>
                    <a:pt x="580182" y="494588"/>
                  </a:lnTo>
                  <a:lnTo>
                    <a:pt x="497299" y="486845"/>
                  </a:lnTo>
                  <a:lnTo>
                    <a:pt x="414416" y="478949"/>
                  </a:lnTo>
                  <a:lnTo>
                    <a:pt x="331532" y="470879"/>
                  </a:lnTo>
                  <a:lnTo>
                    <a:pt x="248649" y="462617"/>
                  </a:lnTo>
                  <a:lnTo>
                    <a:pt x="165766" y="454144"/>
                  </a:lnTo>
                  <a:lnTo>
                    <a:pt x="82883" y="445445"/>
                  </a:lnTo>
                  <a:lnTo>
                    <a:pt x="0" y="43650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72465" y="4557338"/>
              <a:ext cx="6015395" cy="592758"/>
            </a:xfrm>
            <a:custGeom>
              <a:avLst/>
              <a:pathLst>
                <a:path w="6015395" h="592758">
                  <a:moveTo>
                    <a:pt x="0" y="0"/>
                  </a:moveTo>
                  <a:lnTo>
                    <a:pt x="82883" y="39799"/>
                  </a:lnTo>
                  <a:lnTo>
                    <a:pt x="165766" y="78090"/>
                  </a:lnTo>
                  <a:lnTo>
                    <a:pt x="248649" y="114865"/>
                  </a:lnTo>
                  <a:lnTo>
                    <a:pt x="331532" y="150118"/>
                  </a:lnTo>
                  <a:lnTo>
                    <a:pt x="414416" y="183841"/>
                  </a:lnTo>
                  <a:lnTo>
                    <a:pt x="497299" y="216025"/>
                  </a:lnTo>
                  <a:lnTo>
                    <a:pt x="580182" y="246660"/>
                  </a:lnTo>
                  <a:lnTo>
                    <a:pt x="663065" y="275733"/>
                  </a:lnTo>
                  <a:lnTo>
                    <a:pt x="745948" y="303231"/>
                  </a:lnTo>
                  <a:lnTo>
                    <a:pt x="828832" y="329140"/>
                  </a:lnTo>
                  <a:lnTo>
                    <a:pt x="911715" y="353445"/>
                  </a:lnTo>
                  <a:lnTo>
                    <a:pt x="994598" y="376132"/>
                  </a:lnTo>
                  <a:lnTo>
                    <a:pt x="1077481" y="397190"/>
                  </a:lnTo>
                  <a:lnTo>
                    <a:pt x="1160364" y="416614"/>
                  </a:lnTo>
                  <a:lnTo>
                    <a:pt x="1243248" y="434409"/>
                  </a:lnTo>
                  <a:lnTo>
                    <a:pt x="1326131" y="450596"/>
                  </a:lnTo>
                  <a:lnTo>
                    <a:pt x="1409014" y="465216"/>
                  </a:lnTo>
                  <a:lnTo>
                    <a:pt x="1491897" y="478330"/>
                  </a:lnTo>
                  <a:lnTo>
                    <a:pt x="1574780" y="490024"/>
                  </a:lnTo>
                  <a:lnTo>
                    <a:pt x="1657664" y="500395"/>
                  </a:lnTo>
                  <a:lnTo>
                    <a:pt x="1740547" y="509549"/>
                  </a:lnTo>
                  <a:lnTo>
                    <a:pt x="1823430" y="517441"/>
                  </a:lnTo>
                  <a:lnTo>
                    <a:pt x="1906313" y="523878"/>
                  </a:lnTo>
                  <a:lnTo>
                    <a:pt x="1989196" y="529043"/>
                  </a:lnTo>
                  <a:lnTo>
                    <a:pt x="2072080" y="533132"/>
                  </a:lnTo>
                  <a:lnTo>
                    <a:pt x="2154963" y="536355"/>
                  </a:lnTo>
                  <a:lnTo>
                    <a:pt x="2237846" y="538953"/>
                  </a:lnTo>
                  <a:lnTo>
                    <a:pt x="2320729" y="540610"/>
                  </a:lnTo>
                  <a:lnTo>
                    <a:pt x="2403612" y="538463"/>
                  </a:lnTo>
                  <a:lnTo>
                    <a:pt x="2486496" y="533819"/>
                  </a:lnTo>
                  <a:lnTo>
                    <a:pt x="2569379" y="529108"/>
                  </a:lnTo>
                  <a:lnTo>
                    <a:pt x="2652262" y="527105"/>
                  </a:lnTo>
                  <a:lnTo>
                    <a:pt x="2735145" y="525529"/>
                  </a:lnTo>
                  <a:lnTo>
                    <a:pt x="2818028" y="523003"/>
                  </a:lnTo>
                  <a:lnTo>
                    <a:pt x="2900912" y="520586"/>
                  </a:lnTo>
                  <a:lnTo>
                    <a:pt x="2983795" y="520102"/>
                  </a:lnTo>
                  <a:lnTo>
                    <a:pt x="3066678" y="522959"/>
                  </a:lnTo>
                  <a:lnTo>
                    <a:pt x="3149561" y="527585"/>
                  </a:lnTo>
                  <a:lnTo>
                    <a:pt x="3232444" y="532295"/>
                  </a:lnTo>
                  <a:lnTo>
                    <a:pt x="3315328" y="536379"/>
                  </a:lnTo>
                  <a:lnTo>
                    <a:pt x="3398211" y="541622"/>
                  </a:lnTo>
                  <a:lnTo>
                    <a:pt x="3481094" y="548328"/>
                  </a:lnTo>
                  <a:lnTo>
                    <a:pt x="3563977" y="555108"/>
                  </a:lnTo>
                  <a:lnTo>
                    <a:pt x="3646860" y="561004"/>
                  </a:lnTo>
                  <a:lnTo>
                    <a:pt x="3729744" y="565418"/>
                  </a:lnTo>
                  <a:lnTo>
                    <a:pt x="3812627" y="569516"/>
                  </a:lnTo>
                  <a:lnTo>
                    <a:pt x="3895510" y="573796"/>
                  </a:lnTo>
                  <a:lnTo>
                    <a:pt x="3978393" y="577955"/>
                  </a:lnTo>
                  <a:lnTo>
                    <a:pt x="4061276" y="581758"/>
                  </a:lnTo>
                  <a:lnTo>
                    <a:pt x="4144160" y="585043"/>
                  </a:lnTo>
                  <a:lnTo>
                    <a:pt x="4227043" y="587693"/>
                  </a:lnTo>
                  <a:lnTo>
                    <a:pt x="4309926" y="589613"/>
                  </a:lnTo>
                  <a:lnTo>
                    <a:pt x="4392809" y="590990"/>
                  </a:lnTo>
                  <a:lnTo>
                    <a:pt x="4475692" y="591993"/>
                  </a:lnTo>
                  <a:lnTo>
                    <a:pt x="4558576" y="592596"/>
                  </a:lnTo>
                  <a:lnTo>
                    <a:pt x="4641459" y="592758"/>
                  </a:lnTo>
                  <a:lnTo>
                    <a:pt x="4724342" y="592425"/>
                  </a:lnTo>
                  <a:lnTo>
                    <a:pt x="4807225" y="591534"/>
                  </a:lnTo>
                  <a:lnTo>
                    <a:pt x="4890108" y="590023"/>
                  </a:lnTo>
                  <a:lnTo>
                    <a:pt x="4972992" y="587828"/>
                  </a:lnTo>
                  <a:lnTo>
                    <a:pt x="5055875" y="584894"/>
                  </a:lnTo>
                  <a:lnTo>
                    <a:pt x="5138758" y="581174"/>
                  </a:lnTo>
                  <a:lnTo>
                    <a:pt x="5221641" y="576632"/>
                  </a:lnTo>
                  <a:lnTo>
                    <a:pt x="5304524" y="571243"/>
                  </a:lnTo>
                  <a:lnTo>
                    <a:pt x="5387408" y="564992"/>
                  </a:lnTo>
                  <a:lnTo>
                    <a:pt x="5470291" y="557873"/>
                  </a:lnTo>
                  <a:lnTo>
                    <a:pt x="5553174" y="549886"/>
                  </a:lnTo>
                  <a:lnTo>
                    <a:pt x="5636057" y="541034"/>
                  </a:lnTo>
                  <a:lnTo>
                    <a:pt x="5718940" y="531326"/>
                  </a:lnTo>
                  <a:lnTo>
                    <a:pt x="5801824" y="520770"/>
                  </a:lnTo>
                  <a:lnTo>
                    <a:pt x="5884707" y="509378"/>
                  </a:lnTo>
                  <a:lnTo>
                    <a:pt x="5967590" y="497160"/>
                  </a:lnTo>
                  <a:lnTo>
                    <a:pt x="6015395" y="4896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72465" y="4993842"/>
              <a:ext cx="6015395" cy="345981"/>
            </a:xfrm>
            <a:custGeom>
              <a:avLst/>
              <a:pathLst>
                <a:path w="6015395" h="345981">
                  <a:moveTo>
                    <a:pt x="6015395" y="345981"/>
                  </a:moveTo>
                  <a:lnTo>
                    <a:pt x="5967590" y="341157"/>
                  </a:lnTo>
                  <a:lnTo>
                    <a:pt x="5884707" y="333135"/>
                  </a:lnTo>
                  <a:lnTo>
                    <a:pt x="5801824" y="325467"/>
                  </a:lnTo>
                  <a:lnTo>
                    <a:pt x="5718940" y="318165"/>
                  </a:lnTo>
                  <a:lnTo>
                    <a:pt x="5636057" y="311239"/>
                  </a:lnTo>
                  <a:lnTo>
                    <a:pt x="5553174" y="304698"/>
                  </a:lnTo>
                  <a:lnTo>
                    <a:pt x="5470291" y="298552"/>
                  </a:lnTo>
                  <a:lnTo>
                    <a:pt x="5387408" y="292804"/>
                  </a:lnTo>
                  <a:lnTo>
                    <a:pt x="5304524" y="287456"/>
                  </a:lnTo>
                  <a:lnTo>
                    <a:pt x="5221641" y="282500"/>
                  </a:lnTo>
                  <a:lnTo>
                    <a:pt x="5138758" y="277923"/>
                  </a:lnTo>
                  <a:lnTo>
                    <a:pt x="5055875" y="273699"/>
                  </a:lnTo>
                  <a:lnTo>
                    <a:pt x="4972992" y="269793"/>
                  </a:lnTo>
                  <a:lnTo>
                    <a:pt x="4890108" y="266160"/>
                  </a:lnTo>
                  <a:lnTo>
                    <a:pt x="4807225" y="262742"/>
                  </a:lnTo>
                  <a:lnTo>
                    <a:pt x="4724342" y="259479"/>
                  </a:lnTo>
                  <a:lnTo>
                    <a:pt x="4641459" y="256307"/>
                  </a:lnTo>
                  <a:lnTo>
                    <a:pt x="4558576" y="253164"/>
                  </a:lnTo>
                  <a:lnTo>
                    <a:pt x="4475692" y="249997"/>
                  </a:lnTo>
                  <a:lnTo>
                    <a:pt x="4392809" y="246765"/>
                  </a:lnTo>
                  <a:lnTo>
                    <a:pt x="4309926" y="243442"/>
                  </a:lnTo>
                  <a:lnTo>
                    <a:pt x="4227043" y="239675"/>
                  </a:lnTo>
                  <a:lnTo>
                    <a:pt x="4144160" y="235147"/>
                  </a:lnTo>
                  <a:lnTo>
                    <a:pt x="4061276" y="230157"/>
                  </a:lnTo>
                  <a:lnTo>
                    <a:pt x="3978393" y="224995"/>
                  </a:lnTo>
                  <a:lnTo>
                    <a:pt x="3895510" y="219901"/>
                  </a:lnTo>
                  <a:lnTo>
                    <a:pt x="3812627" y="215046"/>
                  </a:lnTo>
                  <a:lnTo>
                    <a:pt x="3729744" y="210531"/>
                  </a:lnTo>
                  <a:lnTo>
                    <a:pt x="3646860" y="205272"/>
                  </a:lnTo>
                  <a:lnTo>
                    <a:pt x="3563977" y="197995"/>
                  </a:lnTo>
                  <a:lnTo>
                    <a:pt x="3481094" y="190251"/>
                  </a:lnTo>
                  <a:lnTo>
                    <a:pt x="3398211" y="183346"/>
                  </a:lnTo>
                  <a:lnTo>
                    <a:pt x="3315328" y="178150"/>
                  </a:lnTo>
                  <a:lnTo>
                    <a:pt x="3232444" y="173165"/>
                  </a:lnTo>
                  <a:lnTo>
                    <a:pt x="3149561" y="167334"/>
                  </a:lnTo>
                  <a:lnTo>
                    <a:pt x="3066678" y="162631"/>
                  </a:lnTo>
                  <a:lnTo>
                    <a:pt x="2983795" y="160080"/>
                  </a:lnTo>
                  <a:lnTo>
                    <a:pt x="2900912" y="159960"/>
                  </a:lnTo>
                  <a:lnTo>
                    <a:pt x="2818028" y="161862"/>
                  </a:lnTo>
                  <a:lnTo>
                    <a:pt x="2735145" y="164832"/>
                  </a:lnTo>
                  <a:lnTo>
                    <a:pt x="2652262" y="167155"/>
                  </a:lnTo>
                  <a:lnTo>
                    <a:pt x="2569379" y="169038"/>
                  </a:lnTo>
                  <a:lnTo>
                    <a:pt x="2486496" y="173567"/>
                  </a:lnTo>
                  <a:lnTo>
                    <a:pt x="2403612" y="178725"/>
                  </a:lnTo>
                  <a:lnTo>
                    <a:pt x="2320729" y="181811"/>
                  </a:lnTo>
                  <a:lnTo>
                    <a:pt x="2237846" y="180682"/>
                  </a:lnTo>
                  <a:lnTo>
                    <a:pt x="2154963" y="178609"/>
                  </a:lnTo>
                  <a:lnTo>
                    <a:pt x="2072080" y="176163"/>
                  </a:lnTo>
                  <a:lnTo>
                    <a:pt x="1989196" y="173183"/>
                  </a:lnTo>
                  <a:lnTo>
                    <a:pt x="1906313" y="169475"/>
                  </a:lnTo>
                  <a:lnTo>
                    <a:pt x="1823430" y="164833"/>
                  </a:lnTo>
                  <a:lnTo>
                    <a:pt x="1740547" y="159082"/>
                  </a:lnTo>
                  <a:lnTo>
                    <a:pt x="1657664" y="152684"/>
                  </a:lnTo>
                  <a:lnTo>
                    <a:pt x="1574780" y="145935"/>
                  </a:lnTo>
                  <a:lnTo>
                    <a:pt x="1491897" y="138932"/>
                  </a:lnTo>
                  <a:lnTo>
                    <a:pt x="1409014" y="131764"/>
                  </a:lnTo>
                  <a:lnTo>
                    <a:pt x="1326131" y="124504"/>
                  </a:lnTo>
                  <a:lnTo>
                    <a:pt x="1243248" y="117205"/>
                  </a:lnTo>
                  <a:lnTo>
                    <a:pt x="1160364" y="109898"/>
                  </a:lnTo>
                  <a:lnTo>
                    <a:pt x="1077481" y="102595"/>
                  </a:lnTo>
                  <a:lnTo>
                    <a:pt x="994598" y="95290"/>
                  </a:lnTo>
                  <a:lnTo>
                    <a:pt x="911715" y="87970"/>
                  </a:lnTo>
                  <a:lnTo>
                    <a:pt x="828832" y="80613"/>
                  </a:lnTo>
                  <a:lnTo>
                    <a:pt x="745948" y="73196"/>
                  </a:lnTo>
                  <a:lnTo>
                    <a:pt x="663065" y="65694"/>
                  </a:lnTo>
                  <a:lnTo>
                    <a:pt x="580182" y="58083"/>
                  </a:lnTo>
                  <a:lnTo>
                    <a:pt x="497299" y="50341"/>
                  </a:lnTo>
                  <a:lnTo>
                    <a:pt x="414416" y="42445"/>
                  </a:lnTo>
                  <a:lnTo>
                    <a:pt x="331532" y="34375"/>
                  </a:lnTo>
                  <a:lnTo>
                    <a:pt x="248649" y="26113"/>
                  </a:lnTo>
                  <a:lnTo>
                    <a:pt x="165766" y="17640"/>
                  </a:lnTo>
                  <a:lnTo>
                    <a:pt x="82883" y="89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72465" y="4775590"/>
              <a:ext cx="6015395" cy="429566"/>
            </a:xfrm>
            <a:custGeom>
              <a:avLst/>
              <a:pathLst>
                <a:path w="6015395" h="429566">
                  <a:moveTo>
                    <a:pt x="0" y="0"/>
                  </a:moveTo>
                  <a:lnTo>
                    <a:pt x="82883" y="24370"/>
                  </a:lnTo>
                  <a:lnTo>
                    <a:pt x="165766" y="47865"/>
                  </a:lnTo>
                  <a:lnTo>
                    <a:pt x="248649" y="70489"/>
                  </a:lnTo>
                  <a:lnTo>
                    <a:pt x="331532" y="92246"/>
                  </a:lnTo>
                  <a:lnTo>
                    <a:pt x="414416" y="113143"/>
                  </a:lnTo>
                  <a:lnTo>
                    <a:pt x="497299" y="133183"/>
                  </a:lnTo>
                  <a:lnTo>
                    <a:pt x="580182" y="152372"/>
                  </a:lnTo>
                  <a:lnTo>
                    <a:pt x="663065" y="170714"/>
                  </a:lnTo>
                  <a:lnTo>
                    <a:pt x="745948" y="188214"/>
                  </a:lnTo>
                  <a:lnTo>
                    <a:pt x="828832" y="204877"/>
                  </a:lnTo>
                  <a:lnTo>
                    <a:pt x="911715" y="220708"/>
                  </a:lnTo>
                  <a:lnTo>
                    <a:pt x="994598" y="235711"/>
                  </a:lnTo>
                  <a:lnTo>
                    <a:pt x="1077481" y="249892"/>
                  </a:lnTo>
                  <a:lnTo>
                    <a:pt x="1160364" y="263256"/>
                  </a:lnTo>
                  <a:lnTo>
                    <a:pt x="1243248" y="275807"/>
                  </a:lnTo>
                  <a:lnTo>
                    <a:pt x="1326131" y="287550"/>
                  </a:lnTo>
                  <a:lnTo>
                    <a:pt x="1409014" y="298490"/>
                  </a:lnTo>
                  <a:lnTo>
                    <a:pt x="1491897" y="308631"/>
                  </a:lnTo>
                  <a:lnTo>
                    <a:pt x="1574780" y="317980"/>
                  </a:lnTo>
                  <a:lnTo>
                    <a:pt x="1657664" y="326539"/>
                  </a:lnTo>
                  <a:lnTo>
                    <a:pt x="1740547" y="334316"/>
                  </a:lnTo>
                  <a:lnTo>
                    <a:pt x="1823430" y="341137"/>
                  </a:lnTo>
                  <a:lnTo>
                    <a:pt x="1906313" y="346676"/>
                  </a:lnTo>
                  <a:lnTo>
                    <a:pt x="1989196" y="351113"/>
                  </a:lnTo>
                  <a:lnTo>
                    <a:pt x="2072080" y="354647"/>
                  </a:lnTo>
                  <a:lnTo>
                    <a:pt x="2154963" y="357482"/>
                  </a:lnTo>
                  <a:lnTo>
                    <a:pt x="2237846" y="359817"/>
                  </a:lnTo>
                  <a:lnTo>
                    <a:pt x="2320729" y="361210"/>
                  </a:lnTo>
                  <a:lnTo>
                    <a:pt x="2403612" y="358594"/>
                  </a:lnTo>
                  <a:lnTo>
                    <a:pt x="2486496" y="353693"/>
                  </a:lnTo>
                  <a:lnTo>
                    <a:pt x="2569379" y="349073"/>
                  </a:lnTo>
                  <a:lnTo>
                    <a:pt x="2652262" y="347130"/>
                  </a:lnTo>
                  <a:lnTo>
                    <a:pt x="2735145" y="345181"/>
                  </a:lnTo>
                  <a:lnTo>
                    <a:pt x="2818028" y="342432"/>
                  </a:lnTo>
                  <a:lnTo>
                    <a:pt x="2900912" y="340273"/>
                  </a:lnTo>
                  <a:lnTo>
                    <a:pt x="2983795" y="340091"/>
                  </a:lnTo>
                  <a:lnTo>
                    <a:pt x="3066678" y="342795"/>
                  </a:lnTo>
                  <a:lnTo>
                    <a:pt x="3149561" y="347460"/>
                  </a:lnTo>
                  <a:lnTo>
                    <a:pt x="3232444" y="352730"/>
                  </a:lnTo>
                  <a:lnTo>
                    <a:pt x="3315328" y="357265"/>
                  </a:lnTo>
                  <a:lnTo>
                    <a:pt x="3398211" y="362484"/>
                  </a:lnTo>
                  <a:lnTo>
                    <a:pt x="3481094" y="369290"/>
                  </a:lnTo>
                  <a:lnTo>
                    <a:pt x="3563977" y="376551"/>
                  </a:lnTo>
                  <a:lnTo>
                    <a:pt x="3646860" y="383138"/>
                  </a:lnTo>
                  <a:lnTo>
                    <a:pt x="3729744" y="387975"/>
                  </a:lnTo>
                  <a:lnTo>
                    <a:pt x="3812627" y="392281"/>
                  </a:lnTo>
                  <a:lnTo>
                    <a:pt x="3895510" y="396849"/>
                  </a:lnTo>
                  <a:lnTo>
                    <a:pt x="3978393" y="401475"/>
                  </a:lnTo>
                  <a:lnTo>
                    <a:pt x="4061276" y="405958"/>
                  </a:lnTo>
                  <a:lnTo>
                    <a:pt x="4144160" y="410095"/>
                  </a:lnTo>
                  <a:lnTo>
                    <a:pt x="4227043" y="413684"/>
                  </a:lnTo>
                  <a:lnTo>
                    <a:pt x="4309926" y="416527"/>
                  </a:lnTo>
                  <a:lnTo>
                    <a:pt x="4392809" y="418877"/>
                  </a:lnTo>
                  <a:lnTo>
                    <a:pt x="4475692" y="420995"/>
                  </a:lnTo>
                  <a:lnTo>
                    <a:pt x="4558576" y="422880"/>
                  </a:lnTo>
                  <a:lnTo>
                    <a:pt x="4641459" y="424532"/>
                  </a:lnTo>
                  <a:lnTo>
                    <a:pt x="4724342" y="425952"/>
                  </a:lnTo>
                  <a:lnTo>
                    <a:pt x="4807225" y="427138"/>
                  </a:lnTo>
                  <a:lnTo>
                    <a:pt x="4890108" y="428091"/>
                  </a:lnTo>
                  <a:lnTo>
                    <a:pt x="4972992" y="428811"/>
                  </a:lnTo>
                  <a:lnTo>
                    <a:pt x="5055875" y="429296"/>
                  </a:lnTo>
                  <a:lnTo>
                    <a:pt x="5138758" y="429548"/>
                  </a:lnTo>
                  <a:lnTo>
                    <a:pt x="5221641" y="429566"/>
                  </a:lnTo>
                  <a:lnTo>
                    <a:pt x="5304524" y="429349"/>
                  </a:lnTo>
                  <a:lnTo>
                    <a:pt x="5387408" y="428898"/>
                  </a:lnTo>
                  <a:lnTo>
                    <a:pt x="5470291" y="428213"/>
                  </a:lnTo>
                  <a:lnTo>
                    <a:pt x="5553174" y="427292"/>
                  </a:lnTo>
                  <a:lnTo>
                    <a:pt x="5636057" y="426136"/>
                  </a:lnTo>
                  <a:lnTo>
                    <a:pt x="5718940" y="424745"/>
                  </a:lnTo>
                  <a:lnTo>
                    <a:pt x="5801824" y="423119"/>
                  </a:lnTo>
                  <a:lnTo>
                    <a:pt x="5884707" y="421257"/>
                  </a:lnTo>
                  <a:lnTo>
                    <a:pt x="5967590" y="419159"/>
                  </a:lnTo>
                  <a:lnTo>
                    <a:pt x="6015395" y="41781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072465" y="4006552"/>
              <a:ext cx="6015395" cy="1371907"/>
            </a:xfrm>
            <a:custGeom>
              <a:avLst/>
              <a:pathLst>
                <a:path w="6015395" h="1371907">
                  <a:moveTo>
                    <a:pt x="0" y="0"/>
                  </a:moveTo>
                  <a:lnTo>
                    <a:pt x="82883" y="66383"/>
                  </a:lnTo>
                  <a:lnTo>
                    <a:pt x="165766" y="130509"/>
                  </a:lnTo>
                  <a:lnTo>
                    <a:pt x="248649" y="192354"/>
                  </a:lnTo>
                  <a:lnTo>
                    <a:pt x="331532" y="251891"/>
                  </a:lnTo>
                  <a:lnTo>
                    <a:pt x="414416" y="309093"/>
                  </a:lnTo>
                  <a:lnTo>
                    <a:pt x="497299" y="363930"/>
                  </a:lnTo>
                  <a:lnTo>
                    <a:pt x="580182" y="416369"/>
                  </a:lnTo>
                  <a:lnTo>
                    <a:pt x="663065" y="466377"/>
                  </a:lnTo>
                  <a:lnTo>
                    <a:pt x="745948" y="513917"/>
                  </a:lnTo>
                  <a:lnTo>
                    <a:pt x="828832" y="558950"/>
                  </a:lnTo>
                  <a:lnTo>
                    <a:pt x="911715" y="601438"/>
                  </a:lnTo>
                  <a:lnTo>
                    <a:pt x="994598" y="641343"/>
                  </a:lnTo>
                  <a:lnTo>
                    <a:pt x="1077481" y="678633"/>
                  </a:lnTo>
                  <a:lnTo>
                    <a:pt x="1160364" y="713283"/>
                  </a:lnTo>
                  <a:lnTo>
                    <a:pt x="1243248" y="745289"/>
                  </a:lnTo>
                  <a:lnTo>
                    <a:pt x="1326131" y="774666"/>
                  </a:lnTo>
                  <a:lnTo>
                    <a:pt x="1409014" y="801465"/>
                  </a:lnTo>
                  <a:lnTo>
                    <a:pt x="1491897" y="825768"/>
                  </a:lnTo>
                  <a:lnTo>
                    <a:pt x="1574780" y="847695"/>
                  </a:lnTo>
                  <a:lnTo>
                    <a:pt x="1657664" y="867387"/>
                  </a:lnTo>
                  <a:lnTo>
                    <a:pt x="1740547" y="884996"/>
                  </a:lnTo>
                  <a:lnTo>
                    <a:pt x="1823430" y="900669"/>
                  </a:lnTo>
                  <a:lnTo>
                    <a:pt x="1906313" y="914597"/>
                  </a:lnTo>
                  <a:lnTo>
                    <a:pt x="1989196" y="926977"/>
                  </a:lnTo>
                  <a:lnTo>
                    <a:pt x="2072080" y="937993"/>
                  </a:lnTo>
                  <a:lnTo>
                    <a:pt x="2154963" y="947855"/>
                  </a:lnTo>
                  <a:lnTo>
                    <a:pt x="2237846" y="956822"/>
                  </a:lnTo>
                  <a:lnTo>
                    <a:pt x="2320729" y="964743"/>
                  </a:lnTo>
                  <a:lnTo>
                    <a:pt x="2403612" y="969328"/>
                  </a:lnTo>
                  <a:lnTo>
                    <a:pt x="2486496" y="971298"/>
                  </a:lnTo>
                  <a:lnTo>
                    <a:pt x="2569379" y="972527"/>
                  </a:lnTo>
                  <a:lnTo>
                    <a:pt x="2652262" y="975535"/>
                  </a:lnTo>
                  <a:lnTo>
                    <a:pt x="2735145" y="977813"/>
                  </a:lnTo>
                  <a:lnTo>
                    <a:pt x="2818028" y="978054"/>
                  </a:lnTo>
                  <a:lnTo>
                    <a:pt x="2900912" y="977782"/>
                  </a:lnTo>
                  <a:lnTo>
                    <a:pt x="2983795" y="979731"/>
                  </a:lnTo>
                  <a:lnTo>
                    <a:pt x="3066678" y="985989"/>
                  </a:lnTo>
                  <a:lnTo>
                    <a:pt x="3149561" y="994217"/>
                  </a:lnTo>
                  <a:lnTo>
                    <a:pt x="3232444" y="1002047"/>
                  </a:lnTo>
                  <a:lnTo>
                    <a:pt x="3315328" y="1008665"/>
                  </a:lnTo>
                  <a:lnTo>
                    <a:pt x="3398211" y="1016281"/>
                  </a:lnTo>
                  <a:lnTo>
                    <a:pt x="3481094" y="1025163"/>
                  </a:lnTo>
                  <a:lnTo>
                    <a:pt x="3563977" y="1033680"/>
                  </a:lnTo>
                  <a:lnTo>
                    <a:pt x="3646860" y="1040881"/>
                  </a:lnTo>
                  <a:lnTo>
                    <a:pt x="3729744" y="1046355"/>
                  </a:lnTo>
                  <a:lnTo>
                    <a:pt x="3812627" y="1051157"/>
                  </a:lnTo>
                  <a:lnTo>
                    <a:pt x="3895510" y="1055698"/>
                  </a:lnTo>
                  <a:lnTo>
                    <a:pt x="3978393" y="1059753"/>
                  </a:lnTo>
                  <a:lnTo>
                    <a:pt x="4061276" y="1063208"/>
                  </a:lnTo>
                  <a:lnTo>
                    <a:pt x="4144160" y="1066056"/>
                  </a:lnTo>
                  <a:lnTo>
                    <a:pt x="4227043" y="1068372"/>
                  </a:lnTo>
                  <a:lnTo>
                    <a:pt x="4309926" y="1070256"/>
                  </a:lnTo>
                  <a:lnTo>
                    <a:pt x="4392809" y="1071758"/>
                  </a:lnTo>
                  <a:lnTo>
                    <a:pt x="4475692" y="1072864"/>
                  </a:lnTo>
                  <a:lnTo>
                    <a:pt x="4558576" y="1073535"/>
                  </a:lnTo>
                  <a:lnTo>
                    <a:pt x="4641459" y="1073700"/>
                  </a:lnTo>
                  <a:lnTo>
                    <a:pt x="4724342" y="1073272"/>
                  </a:lnTo>
                  <a:lnTo>
                    <a:pt x="4807225" y="1072151"/>
                  </a:lnTo>
                  <a:lnTo>
                    <a:pt x="4890108" y="1070234"/>
                  </a:lnTo>
                  <a:lnTo>
                    <a:pt x="4972992" y="1067420"/>
                  </a:lnTo>
                  <a:lnTo>
                    <a:pt x="5055875" y="1063618"/>
                  </a:lnTo>
                  <a:lnTo>
                    <a:pt x="5138758" y="1058752"/>
                  </a:lnTo>
                  <a:lnTo>
                    <a:pt x="5221641" y="1052762"/>
                  </a:lnTo>
                  <a:lnTo>
                    <a:pt x="5304524" y="1045609"/>
                  </a:lnTo>
                  <a:lnTo>
                    <a:pt x="5387408" y="1037265"/>
                  </a:lnTo>
                  <a:lnTo>
                    <a:pt x="5470291" y="1027719"/>
                  </a:lnTo>
                  <a:lnTo>
                    <a:pt x="5553174" y="1016969"/>
                  </a:lnTo>
                  <a:lnTo>
                    <a:pt x="5636057" y="1005019"/>
                  </a:lnTo>
                  <a:lnTo>
                    <a:pt x="5718940" y="991881"/>
                  </a:lnTo>
                  <a:lnTo>
                    <a:pt x="5801824" y="977567"/>
                  </a:lnTo>
                  <a:lnTo>
                    <a:pt x="5884707" y="962092"/>
                  </a:lnTo>
                  <a:lnTo>
                    <a:pt x="5967590" y="945472"/>
                  </a:lnTo>
                  <a:lnTo>
                    <a:pt x="6015395" y="935234"/>
                  </a:lnTo>
                  <a:lnTo>
                    <a:pt x="6015395" y="1371907"/>
                  </a:lnTo>
                  <a:lnTo>
                    <a:pt x="5861594" y="1371907"/>
                  </a:lnTo>
                  <a:lnTo>
                    <a:pt x="5801824" y="1361205"/>
                  </a:lnTo>
                  <a:lnTo>
                    <a:pt x="5718940" y="1347116"/>
                  </a:lnTo>
                  <a:lnTo>
                    <a:pt x="5636057" y="1333797"/>
                  </a:lnTo>
                  <a:lnTo>
                    <a:pt x="5553174" y="1321265"/>
                  </a:lnTo>
                  <a:lnTo>
                    <a:pt x="5470291" y="1309535"/>
                  </a:lnTo>
                  <a:lnTo>
                    <a:pt x="5387408" y="1298616"/>
                  </a:lnTo>
                  <a:lnTo>
                    <a:pt x="5304524" y="1288511"/>
                  </a:lnTo>
                  <a:lnTo>
                    <a:pt x="5221641" y="1279211"/>
                  </a:lnTo>
                  <a:lnTo>
                    <a:pt x="5138758" y="1270696"/>
                  </a:lnTo>
                  <a:lnTo>
                    <a:pt x="5055875" y="1262927"/>
                  </a:lnTo>
                  <a:lnTo>
                    <a:pt x="4972992" y="1255850"/>
                  </a:lnTo>
                  <a:lnTo>
                    <a:pt x="4890108" y="1249394"/>
                  </a:lnTo>
                  <a:lnTo>
                    <a:pt x="4807225" y="1243471"/>
                  </a:lnTo>
                  <a:lnTo>
                    <a:pt x="4724342" y="1237985"/>
                  </a:lnTo>
                  <a:lnTo>
                    <a:pt x="4641459" y="1232837"/>
                  </a:lnTo>
                  <a:lnTo>
                    <a:pt x="4558576" y="1227931"/>
                  </a:lnTo>
                  <a:lnTo>
                    <a:pt x="4475692" y="1223184"/>
                  </a:lnTo>
                  <a:lnTo>
                    <a:pt x="4392809" y="1218530"/>
                  </a:lnTo>
                  <a:lnTo>
                    <a:pt x="4309926" y="1213933"/>
                  </a:lnTo>
                  <a:lnTo>
                    <a:pt x="4227043" y="1209113"/>
                  </a:lnTo>
                  <a:lnTo>
                    <a:pt x="4144160" y="1203809"/>
                  </a:lnTo>
                  <a:lnTo>
                    <a:pt x="4061276" y="1198248"/>
                  </a:lnTo>
                  <a:lnTo>
                    <a:pt x="3978393" y="1192634"/>
                  </a:lnTo>
                  <a:lnTo>
                    <a:pt x="3895510" y="1187092"/>
                  </a:lnTo>
                  <a:lnTo>
                    <a:pt x="3812627" y="1181636"/>
                  </a:lnTo>
                  <a:lnTo>
                    <a:pt x="3729744" y="1176171"/>
                  </a:lnTo>
                  <a:lnTo>
                    <a:pt x="3646860" y="1169351"/>
                  </a:lnTo>
                  <a:lnTo>
                    <a:pt x="3563977" y="1159953"/>
                  </a:lnTo>
                  <a:lnTo>
                    <a:pt x="3481094" y="1149905"/>
                  </a:lnTo>
                  <a:lnTo>
                    <a:pt x="3398211" y="1140705"/>
                  </a:lnTo>
                  <a:lnTo>
                    <a:pt x="3315328" y="1133165"/>
                  </a:lnTo>
                  <a:lnTo>
                    <a:pt x="3232444" y="1125113"/>
                  </a:lnTo>
                  <a:lnTo>
                    <a:pt x="3149561" y="1115499"/>
                  </a:lnTo>
                  <a:lnTo>
                    <a:pt x="3066678" y="1107151"/>
                  </a:lnTo>
                  <a:lnTo>
                    <a:pt x="2983795" y="1101379"/>
                  </a:lnTo>
                  <a:lnTo>
                    <a:pt x="2900912" y="1098468"/>
                  </a:lnTo>
                  <a:lnTo>
                    <a:pt x="2818028" y="1097922"/>
                  </a:lnTo>
                  <a:lnTo>
                    <a:pt x="2735145" y="1098386"/>
                  </a:lnTo>
                  <a:lnTo>
                    <a:pt x="2652262" y="1097296"/>
                  </a:lnTo>
                  <a:lnTo>
                    <a:pt x="2569379" y="1094099"/>
                  </a:lnTo>
                  <a:lnTo>
                    <a:pt x="2486496" y="1092580"/>
                  </a:lnTo>
                  <a:lnTo>
                    <a:pt x="2403612" y="1091428"/>
                  </a:lnTo>
                  <a:lnTo>
                    <a:pt x="2320729" y="1088336"/>
                  </a:lnTo>
                  <a:lnTo>
                    <a:pt x="2237846" y="1081255"/>
                  </a:lnTo>
                  <a:lnTo>
                    <a:pt x="2154963" y="1073124"/>
                  </a:lnTo>
                  <a:lnTo>
                    <a:pt x="2072080" y="1064498"/>
                  </a:lnTo>
                  <a:lnTo>
                    <a:pt x="1989196" y="1055244"/>
                  </a:lnTo>
                  <a:lnTo>
                    <a:pt x="1906313" y="1045182"/>
                  </a:lnTo>
                  <a:lnTo>
                    <a:pt x="1823430" y="1034108"/>
                  </a:lnTo>
                  <a:lnTo>
                    <a:pt x="1740547" y="1021842"/>
                  </a:lnTo>
                  <a:lnTo>
                    <a:pt x="1657664" y="1008616"/>
                  </a:lnTo>
                  <a:lnTo>
                    <a:pt x="1574780" y="994686"/>
                  </a:lnTo>
                  <a:lnTo>
                    <a:pt x="1491897" y="980219"/>
                  </a:lnTo>
                  <a:lnTo>
                    <a:pt x="1409014" y="965373"/>
                  </a:lnTo>
                  <a:lnTo>
                    <a:pt x="1326131" y="950280"/>
                  </a:lnTo>
                  <a:lnTo>
                    <a:pt x="1243248" y="935040"/>
                  </a:lnTo>
                  <a:lnTo>
                    <a:pt x="1160364" y="919717"/>
                  </a:lnTo>
                  <a:lnTo>
                    <a:pt x="1077481" y="904344"/>
                  </a:lnTo>
                  <a:lnTo>
                    <a:pt x="994598" y="888929"/>
                  </a:lnTo>
                  <a:lnTo>
                    <a:pt x="911715" y="873465"/>
                  </a:lnTo>
                  <a:lnTo>
                    <a:pt x="828832" y="857933"/>
                  </a:lnTo>
                  <a:lnTo>
                    <a:pt x="745948" y="842312"/>
                  </a:lnTo>
                  <a:lnTo>
                    <a:pt x="663065" y="826577"/>
                  </a:lnTo>
                  <a:lnTo>
                    <a:pt x="580182" y="810707"/>
                  </a:lnTo>
                  <a:lnTo>
                    <a:pt x="497299" y="794678"/>
                  </a:lnTo>
                  <a:lnTo>
                    <a:pt x="414416" y="778472"/>
                  </a:lnTo>
                  <a:lnTo>
                    <a:pt x="331532" y="762073"/>
                  </a:lnTo>
                  <a:lnTo>
                    <a:pt x="248649" y="745465"/>
                  </a:lnTo>
                  <a:lnTo>
                    <a:pt x="165766" y="728636"/>
                  </a:lnTo>
                  <a:lnTo>
                    <a:pt x="82883" y="711576"/>
                  </a:lnTo>
                  <a:lnTo>
                    <a:pt x="0" y="69427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72465" y="4006552"/>
              <a:ext cx="6015395" cy="1073700"/>
            </a:xfrm>
            <a:custGeom>
              <a:avLst/>
              <a:pathLst>
                <a:path w="6015395" h="1073700">
                  <a:moveTo>
                    <a:pt x="0" y="0"/>
                  </a:moveTo>
                  <a:lnTo>
                    <a:pt x="82883" y="66383"/>
                  </a:lnTo>
                  <a:lnTo>
                    <a:pt x="165766" y="130509"/>
                  </a:lnTo>
                  <a:lnTo>
                    <a:pt x="248649" y="192354"/>
                  </a:lnTo>
                  <a:lnTo>
                    <a:pt x="331532" y="251891"/>
                  </a:lnTo>
                  <a:lnTo>
                    <a:pt x="414416" y="309093"/>
                  </a:lnTo>
                  <a:lnTo>
                    <a:pt x="497299" y="363930"/>
                  </a:lnTo>
                  <a:lnTo>
                    <a:pt x="580182" y="416369"/>
                  </a:lnTo>
                  <a:lnTo>
                    <a:pt x="663065" y="466377"/>
                  </a:lnTo>
                  <a:lnTo>
                    <a:pt x="745948" y="513917"/>
                  </a:lnTo>
                  <a:lnTo>
                    <a:pt x="828832" y="558950"/>
                  </a:lnTo>
                  <a:lnTo>
                    <a:pt x="911715" y="601438"/>
                  </a:lnTo>
                  <a:lnTo>
                    <a:pt x="994598" y="641343"/>
                  </a:lnTo>
                  <a:lnTo>
                    <a:pt x="1077481" y="678633"/>
                  </a:lnTo>
                  <a:lnTo>
                    <a:pt x="1160364" y="713283"/>
                  </a:lnTo>
                  <a:lnTo>
                    <a:pt x="1243248" y="745289"/>
                  </a:lnTo>
                  <a:lnTo>
                    <a:pt x="1326131" y="774666"/>
                  </a:lnTo>
                  <a:lnTo>
                    <a:pt x="1409014" y="801465"/>
                  </a:lnTo>
                  <a:lnTo>
                    <a:pt x="1491897" y="825768"/>
                  </a:lnTo>
                  <a:lnTo>
                    <a:pt x="1574780" y="847695"/>
                  </a:lnTo>
                  <a:lnTo>
                    <a:pt x="1657664" y="867387"/>
                  </a:lnTo>
                  <a:lnTo>
                    <a:pt x="1740547" y="884996"/>
                  </a:lnTo>
                  <a:lnTo>
                    <a:pt x="1823430" y="900669"/>
                  </a:lnTo>
                  <a:lnTo>
                    <a:pt x="1906313" y="914597"/>
                  </a:lnTo>
                  <a:lnTo>
                    <a:pt x="1989196" y="926977"/>
                  </a:lnTo>
                  <a:lnTo>
                    <a:pt x="2072080" y="937993"/>
                  </a:lnTo>
                  <a:lnTo>
                    <a:pt x="2154963" y="947855"/>
                  </a:lnTo>
                  <a:lnTo>
                    <a:pt x="2237846" y="956822"/>
                  </a:lnTo>
                  <a:lnTo>
                    <a:pt x="2320729" y="964743"/>
                  </a:lnTo>
                  <a:lnTo>
                    <a:pt x="2403612" y="969328"/>
                  </a:lnTo>
                  <a:lnTo>
                    <a:pt x="2486496" y="971298"/>
                  </a:lnTo>
                  <a:lnTo>
                    <a:pt x="2569379" y="972527"/>
                  </a:lnTo>
                  <a:lnTo>
                    <a:pt x="2652262" y="975535"/>
                  </a:lnTo>
                  <a:lnTo>
                    <a:pt x="2735145" y="977813"/>
                  </a:lnTo>
                  <a:lnTo>
                    <a:pt x="2818028" y="978054"/>
                  </a:lnTo>
                  <a:lnTo>
                    <a:pt x="2900912" y="977782"/>
                  </a:lnTo>
                  <a:lnTo>
                    <a:pt x="2983795" y="979731"/>
                  </a:lnTo>
                  <a:lnTo>
                    <a:pt x="3066678" y="985989"/>
                  </a:lnTo>
                  <a:lnTo>
                    <a:pt x="3149561" y="994217"/>
                  </a:lnTo>
                  <a:lnTo>
                    <a:pt x="3232444" y="1002047"/>
                  </a:lnTo>
                  <a:lnTo>
                    <a:pt x="3315328" y="1008665"/>
                  </a:lnTo>
                  <a:lnTo>
                    <a:pt x="3398211" y="1016281"/>
                  </a:lnTo>
                  <a:lnTo>
                    <a:pt x="3481094" y="1025163"/>
                  </a:lnTo>
                  <a:lnTo>
                    <a:pt x="3563977" y="1033680"/>
                  </a:lnTo>
                  <a:lnTo>
                    <a:pt x="3646860" y="1040881"/>
                  </a:lnTo>
                  <a:lnTo>
                    <a:pt x="3729744" y="1046355"/>
                  </a:lnTo>
                  <a:lnTo>
                    <a:pt x="3812627" y="1051157"/>
                  </a:lnTo>
                  <a:lnTo>
                    <a:pt x="3895510" y="1055698"/>
                  </a:lnTo>
                  <a:lnTo>
                    <a:pt x="3978393" y="1059753"/>
                  </a:lnTo>
                  <a:lnTo>
                    <a:pt x="4061276" y="1063208"/>
                  </a:lnTo>
                  <a:lnTo>
                    <a:pt x="4144160" y="1066056"/>
                  </a:lnTo>
                  <a:lnTo>
                    <a:pt x="4227043" y="1068372"/>
                  </a:lnTo>
                  <a:lnTo>
                    <a:pt x="4309926" y="1070256"/>
                  </a:lnTo>
                  <a:lnTo>
                    <a:pt x="4392809" y="1071758"/>
                  </a:lnTo>
                  <a:lnTo>
                    <a:pt x="4475692" y="1072864"/>
                  </a:lnTo>
                  <a:lnTo>
                    <a:pt x="4558576" y="1073535"/>
                  </a:lnTo>
                  <a:lnTo>
                    <a:pt x="4641459" y="1073700"/>
                  </a:lnTo>
                  <a:lnTo>
                    <a:pt x="4724342" y="1073272"/>
                  </a:lnTo>
                  <a:lnTo>
                    <a:pt x="4807225" y="1072151"/>
                  </a:lnTo>
                  <a:lnTo>
                    <a:pt x="4890108" y="1070234"/>
                  </a:lnTo>
                  <a:lnTo>
                    <a:pt x="4972992" y="1067420"/>
                  </a:lnTo>
                  <a:lnTo>
                    <a:pt x="5055875" y="1063618"/>
                  </a:lnTo>
                  <a:lnTo>
                    <a:pt x="5138758" y="1058752"/>
                  </a:lnTo>
                  <a:lnTo>
                    <a:pt x="5221641" y="1052762"/>
                  </a:lnTo>
                  <a:lnTo>
                    <a:pt x="5304524" y="1045609"/>
                  </a:lnTo>
                  <a:lnTo>
                    <a:pt x="5387408" y="1037265"/>
                  </a:lnTo>
                  <a:lnTo>
                    <a:pt x="5470291" y="1027719"/>
                  </a:lnTo>
                  <a:lnTo>
                    <a:pt x="5553174" y="1016969"/>
                  </a:lnTo>
                  <a:lnTo>
                    <a:pt x="5636057" y="1005019"/>
                  </a:lnTo>
                  <a:lnTo>
                    <a:pt x="5718940" y="991881"/>
                  </a:lnTo>
                  <a:lnTo>
                    <a:pt x="5801824" y="977567"/>
                  </a:lnTo>
                  <a:lnTo>
                    <a:pt x="5884707" y="962092"/>
                  </a:lnTo>
                  <a:lnTo>
                    <a:pt x="5967590" y="945472"/>
                  </a:lnTo>
                  <a:lnTo>
                    <a:pt x="6015395" y="9352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072465" y="4700826"/>
              <a:ext cx="5861594" cy="677633"/>
            </a:xfrm>
            <a:custGeom>
              <a:avLst/>
              <a:pathLst>
                <a:path w="5861594" h="677633">
                  <a:moveTo>
                    <a:pt x="5861594" y="677633"/>
                  </a:moveTo>
                  <a:lnTo>
                    <a:pt x="5801824" y="666931"/>
                  </a:lnTo>
                  <a:lnTo>
                    <a:pt x="5718940" y="652841"/>
                  </a:lnTo>
                  <a:lnTo>
                    <a:pt x="5636057" y="639522"/>
                  </a:lnTo>
                  <a:lnTo>
                    <a:pt x="5553174" y="626990"/>
                  </a:lnTo>
                  <a:lnTo>
                    <a:pt x="5470291" y="615260"/>
                  </a:lnTo>
                  <a:lnTo>
                    <a:pt x="5387408" y="604341"/>
                  </a:lnTo>
                  <a:lnTo>
                    <a:pt x="5304524" y="594236"/>
                  </a:lnTo>
                  <a:lnTo>
                    <a:pt x="5221641" y="584937"/>
                  </a:lnTo>
                  <a:lnTo>
                    <a:pt x="5138758" y="576421"/>
                  </a:lnTo>
                  <a:lnTo>
                    <a:pt x="5055875" y="568652"/>
                  </a:lnTo>
                  <a:lnTo>
                    <a:pt x="4972992" y="561576"/>
                  </a:lnTo>
                  <a:lnTo>
                    <a:pt x="4890108" y="555119"/>
                  </a:lnTo>
                  <a:lnTo>
                    <a:pt x="4807225" y="549196"/>
                  </a:lnTo>
                  <a:lnTo>
                    <a:pt x="4724342" y="543711"/>
                  </a:lnTo>
                  <a:lnTo>
                    <a:pt x="4641459" y="538563"/>
                  </a:lnTo>
                  <a:lnTo>
                    <a:pt x="4558576" y="533657"/>
                  </a:lnTo>
                  <a:lnTo>
                    <a:pt x="4475692" y="528909"/>
                  </a:lnTo>
                  <a:lnTo>
                    <a:pt x="4392809" y="524256"/>
                  </a:lnTo>
                  <a:lnTo>
                    <a:pt x="4309926" y="519659"/>
                  </a:lnTo>
                  <a:lnTo>
                    <a:pt x="4227043" y="514839"/>
                  </a:lnTo>
                  <a:lnTo>
                    <a:pt x="4144160" y="509535"/>
                  </a:lnTo>
                  <a:lnTo>
                    <a:pt x="4061276" y="503974"/>
                  </a:lnTo>
                  <a:lnTo>
                    <a:pt x="3978393" y="498359"/>
                  </a:lnTo>
                  <a:lnTo>
                    <a:pt x="3895510" y="492817"/>
                  </a:lnTo>
                  <a:lnTo>
                    <a:pt x="3812627" y="487361"/>
                  </a:lnTo>
                  <a:lnTo>
                    <a:pt x="3729744" y="481897"/>
                  </a:lnTo>
                  <a:lnTo>
                    <a:pt x="3646860" y="475076"/>
                  </a:lnTo>
                  <a:lnTo>
                    <a:pt x="3563977" y="465679"/>
                  </a:lnTo>
                  <a:lnTo>
                    <a:pt x="3481094" y="455631"/>
                  </a:lnTo>
                  <a:lnTo>
                    <a:pt x="3398211" y="446430"/>
                  </a:lnTo>
                  <a:lnTo>
                    <a:pt x="3315328" y="438890"/>
                  </a:lnTo>
                  <a:lnTo>
                    <a:pt x="3232444" y="430839"/>
                  </a:lnTo>
                  <a:lnTo>
                    <a:pt x="3149561" y="421225"/>
                  </a:lnTo>
                  <a:lnTo>
                    <a:pt x="3066678" y="412877"/>
                  </a:lnTo>
                  <a:lnTo>
                    <a:pt x="2983795" y="407104"/>
                  </a:lnTo>
                  <a:lnTo>
                    <a:pt x="2900912" y="404194"/>
                  </a:lnTo>
                  <a:lnTo>
                    <a:pt x="2818028" y="403648"/>
                  </a:lnTo>
                  <a:lnTo>
                    <a:pt x="2735145" y="404112"/>
                  </a:lnTo>
                  <a:lnTo>
                    <a:pt x="2652262" y="403021"/>
                  </a:lnTo>
                  <a:lnTo>
                    <a:pt x="2569379" y="399824"/>
                  </a:lnTo>
                  <a:lnTo>
                    <a:pt x="2486496" y="398305"/>
                  </a:lnTo>
                  <a:lnTo>
                    <a:pt x="2403612" y="397154"/>
                  </a:lnTo>
                  <a:lnTo>
                    <a:pt x="2320729" y="394061"/>
                  </a:lnTo>
                  <a:lnTo>
                    <a:pt x="2237846" y="386980"/>
                  </a:lnTo>
                  <a:lnTo>
                    <a:pt x="2154963" y="378849"/>
                  </a:lnTo>
                  <a:lnTo>
                    <a:pt x="2072080" y="370223"/>
                  </a:lnTo>
                  <a:lnTo>
                    <a:pt x="1989196" y="360969"/>
                  </a:lnTo>
                  <a:lnTo>
                    <a:pt x="1906313" y="350908"/>
                  </a:lnTo>
                  <a:lnTo>
                    <a:pt x="1823430" y="339833"/>
                  </a:lnTo>
                  <a:lnTo>
                    <a:pt x="1740547" y="327568"/>
                  </a:lnTo>
                  <a:lnTo>
                    <a:pt x="1657664" y="314341"/>
                  </a:lnTo>
                  <a:lnTo>
                    <a:pt x="1574780" y="300411"/>
                  </a:lnTo>
                  <a:lnTo>
                    <a:pt x="1491897" y="285944"/>
                  </a:lnTo>
                  <a:lnTo>
                    <a:pt x="1409014" y="271098"/>
                  </a:lnTo>
                  <a:lnTo>
                    <a:pt x="1326131" y="256005"/>
                  </a:lnTo>
                  <a:lnTo>
                    <a:pt x="1243248" y="240765"/>
                  </a:lnTo>
                  <a:lnTo>
                    <a:pt x="1160364" y="225443"/>
                  </a:lnTo>
                  <a:lnTo>
                    <a:pt x="1077481" y="210070"/>
                  </a:lnTo>
                  <a:lnTo>
                    <a:pt x="994598" y="194655"/>
                  </a:lnTo>
                  <a:lnTo>
                    <a:pt x="911715" y="179190"/>
                  </a:lnTo>
                  <a:lnTo>
                    <a:pt x="828832" y="163659"/>
                  </a:lnTo>
                  <a:lnTo>
                    <a:pt x="745948" y="148037"/>
                  </a:lnTo>
                  <a:lnTo>
                    <a:pt x="663065" y="132303"/>
                  </a:lnTo>
                  <a:lnTo>
                    <a:pt x="580182" y="116432"/>
                  </a:lnTo>
                  <a:lnTo>
                    <a:pt x="497299" y="100403"/>
                  </a:lnTo>
                  <a:lnTo>
                    <a:pt x="414416" y="84198"/>
                  </a:lnTo>
                  <a:lnTo>
                    <a:pt x="331532" y="67799"/>
                  </a:lnTo>
                  <a:lnTo>
                    <a:pt x="248649" y="51191"/>
                  </a:lnTo>
                  <a:lnTo>
                    <a:pt x="165766" y="34362"/>
                  </a:lnTo>
                  <a:lnTo>
                    <a:pt x="82883" y="173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72465" y="4353689"/>
              <a:ext cx="6015395" cy="822361"/>
            </a:xfrm>
            <a:custGeom>
              <a:avLst/>
              <a:pathLst>
                <a:path w="6015395" h="822361">
                  <a:moveTo>
                    <a:pt x="0" y="0"/>
                  </a:moveTo>
                  <a:lnTo>
                    <a:pt x="82883" y="41842"/>
                  </a:lnTo>
                  <a:lnTo>
                    <a:pt x="165766" y="82436"/>
                  </a:lnTo>
                  <a:lnTo>
                    <a:pt x="248649" y="121772"/>
                  </a:lnTo>
                  <a:lnTo>
                    <a:pt x="331532" y="159845"/>
                  </a:lnTo>
                  <a:lnTo>
                    <a:pt x="414416" y="196645"/>
                  </a:lnTo>
                  <a:lnTo>
                    <a:pt x="497299" y="232167"/>
                  </a:lnTo>
                  <a:lnTo>
                    <a:pt x="580182" y="266401"/>
                  </a:lnTo>
                  <a:lnTo>
                    <a:pt x="663065" y="299340"/>
                  </a:lnTo>
                  <a:lnTo>
                    <a:pt x="745948" y="330977"/>
                  </a:lnTo>
                  <a:lnTo>
                    <a:pt x="828832" y="361304"/>
                  </a:lnTo>
                  <a:lnTo>
                    <a:pt x="911715" y="390314"/>
                  </a:lnTo>
                  <a:lnTo>
                    <a:pt x="994598" y="417999"/>
                  </a:lnTo>
                  <a:lnTo>
                    <a:pt x="1077481" y="444351"/>
                  </a:lnTo>
                  <a:lnTo>
                    <a:pt x="1160364" y="469363"/>
                  </a:lnTo>
                  <a:lnTo>
                    <a:pt x="1243248" y="493027"/>
                  </a:lnTo>
                  <a:lnTo>
                    <a:pt x="1326131" y="515336"/>
                  </a:lnTo>
                  <a:lnTo>
                    <a:pt x="1409014" y="536281"/>
                  </a:lnTo>
                  <a:lnTo>
                    <a:pt x="1491897" y="555856"/>
                  </a:lnTo>
                  <a:lnTo>
                    <a:pt x="1574780" y="574053"/>
                  </a:lnTo>
                  <a:lnTo>
                    <a:pt x="1657664" y="590864"/>
                  </a:lnTo>
                  <a:lnTo>
                    <a:pt x="1740547" y="606282"/>
                  </a:lnTo>
                  <a:lnTo>
                    <a:pt x="1823430" y="620251"/>
                  </a:lnTo>
                  <a:lnTo>
                    <a:pt x="1906313" y="632752"/>
                  </a:lnTo>
                  <a:lnTo>
                    <a:pt x="1989196" y="643973"/>
                  </a:lnTo>
                  <a:lnTo>
                    <a:pt x="2072080" y="654108"/>
                  </a:lnTo>
                  <a:lnTo>
                    <a:pt x="2154963" y="663352"/>
                  </a:lnTo>
                  <a:lnTo>
                    <a:pt x="2237846" y="671901"/>
                  </a:lnTo>
                  <a:lnTo>
                    <a:pt x="2320729" y="679402"/>
                  </a:lnTo>
                  <a:lnTo>
                    <a:pt x="2403612" y="683241"/>
                  </a:lnTo>
                  <a:lnTo>
                    <a:pt x="2486496" y="684802"/>
                  </a:lnTo>
                  <a:lnTo>
                    <a:pt x="2569379" y="686176"/>
                  </a:lnTo>
                  <a:lnTo>
                    <a:pt x="2652262" y="689278"/>
                  </a:lnTo>
                  <a:lnTo>
                    <a:pt x="2735145" y="690962"/>
                  </a:lnTo>
                  <a:lnTo>
                    <a:pt x="2818028" y="690851"/>
                  </a:lnTo>
                  <a:lnTo>
                    <a:pt x="2900912" y="690988"/>
                  </a:lnTo>
                  <a:lnTo>
                    <a:pt x="2983795" y="693417"/>
                  </a:lnTo>
                  <a:lnTo>
                    <a:pt x="3066678" y="699433"/>
                  </a:lnTo>
                  <a:lnTo>
                    <a:pt x="3149561" y="707721"/>
                  </a:lnTo>
                  <a:lnTo>
                    <a:pt x="3232444" y="716443"/>
                  </a:lnTo>
                  <a:lnTo>
                    <a:pt x="3315328" y="723778"/>
                  </a:lnTo>
                  <a:lnTo>
                    <a:pt x="3398211" y="731355"/>
                  </a:lnTo>
                  <a:lnTo>
                    <a:pt x="3481094" y="740397"/>
                  </a:lnTo>
                  <a:lnTo>
                    <a:pt x="3563977" y="749679"/>
                  </a:lnTo>
                  <a:lnTo>
                    <a:pt x="3646860" y="757979"/>
                  </a:lnTo>
                  <a:lnTo>
                    <a:pt x="3729744" y="764126"/>
                  </a:lnTo>
                  <a:lnTo>
                    <a:pt x="3812627" y="769259"/>
                  </a:lnTo>
                  <a:lnTo>
                    <a:pt x="3895510" y="774258"/>
                  </a:lnTo>
                  <a:lnTo>
                    <a:pt x="3978393" y="779056"/>
                  </a:lnTo>
                  <a:lnTo>
                    <a:pt x="4061276" y="783591"/>
                  </a:lnTo>
                  <a:lnTo>
                    <a:pt x="4144160" y="787795"/>
                  </a:lnTo>
                  <a:lnTo>
                    <a:pt x="4227043" y="791605"/>
                  </a:lnTo>
                  <a:lnTo>
                    <a:pt x="4309926" y="794957"/>
                  </a:lnTo>
                  <a:lnTo>
                    <a:pt x="4392809" y="798007"/>
                  </a:lnTo>
                  <a:lnTo>
                    <a:pt x="4475692" y="800887"/>
                  </a:lnTo>
                  <a:lnTo>
                    <a:pt x="4558576" y="803596"/>
                  </a:lnTo>
                  <a:lnTo>
                    <a:pt x="4641459" y="806131"/>
                  </a:lnTo>
                  <a:lnTo>
                    <a:pt x="4724342" y="808491"/>
                  </a:lnTo>
                  <a:lnTo>
                    <a:pt x="4807225" y="810674"/>
                  </a:lnTo>
                  <a:lnTo>
                    <a:pt x="4890108" y="812677"/>
                  </a:lnTo>
                  <a:lnTo>
                    <a:pt x="4972992" y="814498"/>
                  </a:lnTo>
                  <a:lnTo>
                    <a:pt x="5055875" y="816135"/>
                  </a:lnTo>
                  <a:lnTo>
                    <a:pt x="5138758" y="817586"/>
                  </a:lnTo>
                  <a:lnTo>
                    <a:pt x="5221641" y="818850"/>
                  </a:lnTo>
                  <a:lnTo>
                    <a:pt x="5304524" y="819923"/>
                  </a:lnTo>
                  <a:lnTo>
                    <a:pt x="5387408" y="820803"/>
                  </a:lnTo>
                  <a:lnTo>
                    <a:pt x="5470291" y="821490"/>
                  </a:lnTo>
                  <a:lnTo>
                    <a:pt x="5553174" y="821980"/>
                  </a:lnTo>
                  <a:lnTo>
                    <a:pt x="5636057" y="822271"/>
                  </a:lnTo>
                  <a:lnTo>
                    <a:pt x="5718940" y="822361"/>
                  </a:lnTo>
                  <a:lnTo>
                    <a:pt x="5801824" y="822249"/>
                  </a:lnTo>
                  <a:lnTo>
                    <a:pt x="5884707" y="821932"/>
                  </a:lnTo>
                  <a:lnTo>
                    <a:pt x="5967590" y="821407"/>
                  </a:lnTo>
                  <a:lnTo>
                    <a:pt x="6015395" y="82098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072465" y="3875219"/>
              <a:ext cx="6015395" cy="1503240"/>
            </a:xfrm>
            <a:custGeom>
              <a:avLst/>
              <a:pathLst>
                <a:path w="6015395" h="1503240">
                  <a:moveTo>
                    <a:pt x="0" y="0"/>
                  </a:moveTo>
                  <a:lnTo>
                    <a:pt x="82883" y="68201"/>
                  </a:lnTo>
                  <a:lnTo>
                    <a:pt x="165766" y="134124"/>
                  </a:lnTo>
                  <a:lnTo>
                    <a:pt x="248649" y="197775"/>
                  </a:lnTo>
                  <a:lnTo>
                    <a:pt x="331532" y="259154"/>
                  </a:lnTo>
                  <a:lnTo>
                    <a:pt x="414416" y="318263"/>
                  </a:lnTo>
                  <a:lnTo>
                    <a:pt x="497299" y="375100"/>
                  </a:lnTo>
                  <a:lnTo>
                    <a:pt x="580182" y="429661"/>
                  </a:lnTo>
                  <a:lnTo>
                    <a:pt x="663065" y="481938"/>
                  </a:lnTo>
                  <a:lnTo>
                    <a:pt x="745948" y="531924"/>
                  </a:lnTo>
                  <a:lnTo>
                    <a:pt x="828832" y="579607"/>
                  </a:lnTo>
                  <a:lnTo>
                    <a:pt x="911715" y="624975"/>
                  </a:lnTo>
                  <a:lnTo>
                    <a:pt x="994598" y="668019"/>
                  </a:lnTo>
                  <a:lnTo>
                    <a:pt x="1077481" y="708734"/>
                  </a:lnTo>
                  <a:lnTo>
                    <a:pt x="1160364" y="747126"/>
                  </a:lnTo>
                  <a:lnTo>
                    <a:pt x="1243248" y="783216"/>
                  </a:lnTo>
                  <a:lnTo>
                    <a:pt x="1326131" y="817056"/>
                  </a:lnTo>
                  <a:lnTo>
                    <a:pt x="1409014" y="848726"/>
                  </a:lnTo>
                  <a:lnTo>
                    <a:pt x="1491897" y="878349"/>
                  </a:lnTo>
                  <a:lnTo>
                    <a:pt x="1574780" y="906081"/>
                  </a:lnTo>
                  <a:lnTo>
                    <a:pt x="1657664" y="932106"/>
                  </a:lnTo>
                  <a:lnTo>
                    <a:pt x="1740547" y="956616"/>
                  </a:lnTo>
                  <a:lnTo>
                    <a:pt x="1823430" y="979808"/>
                  </a:lnTo>
                  <a:lnTo>
                    <a:pt x="1906313" y="1001743"/>
                  </a:lnTo>
                  <a:lnTo>
                    <a:pt x="1989196" y="1022288"/>
                  </a:lnTo>
                  <a:lnTo>
                    <a:pt x="2072080" y="1041294"/>
                  </a:lnTo>
                  <a:lnTo>
                    <a:pt x="2154963" y="1058638"/>
                  </a:lnTo>
                  <a:lnTo>
                    <a:pt x="2237846" y="1074249"/>
                  </a:lnTo>
                  <a:lnTo>
                    <a:pt x="2320729" y="1087800"/>
                  </a:lnTo>
                  <a:lnTo>
                    <a:pt x="2403612" y="1097614"/>
                  </a:lnTo>
                  <a:lnTo>
                    <a:pt x="2486496" y="1104220"/>
                  </a:lnTo>
                  <a:lnTo>
                    <a:pt x="2569379" y="1109171"/>
                  </a:lnTo>
                  <a:lnTo>
                    <a:pt x="2652262" y="1114692"/>
                  </a:lnTo>
                  <a:lnTo>
                    <a:pt x="2735145" y="1117260"/>
                  </a:lnTo>
                  <a:lnTo>
                    <a:pt x="2818028" y="1115986"/>
                  </a:lnTo>
                  <a:lnTo>
                    <a:pt x="2900912" y="1113511"/>
                  </a:lnTo>
                  <a:lnTo>
                    <a:pt x="2983795" y="1113775"/>
                  </a:lnTo>
                  <a:lnTo>
                    <a:pt x="3066678" y="1116866"/>
                  </a:lnTo>
                  <a:lnTo>
                    <a:pt x="3149561" y="1118869"/>
                  </a:lnTo>
                  <a:lnTo>
                    <a:pt x="3232444" y="1120160"/>
                  </a:lnTo>
                  <a:lnTo>
                    <a:pt x="3315328" y="1122763"/>
                  </a:lnTo>
                  <a:lnTo>
                    <a:pt x="3398211" y="1127278"/>
                  </a:lnTo>
                  <a:lnTo>
                    <a:pt x="3481094" y="1132041"/>
                  </a:lnTo>
                  <a:lnTo>
                    <a:pt x="3563977" y="1136357"/>
                  </a:lnTo>
                  <a:lnTo>
                    <a:pt x="3646860" y="1140268"/>
                  </a:lnTo>
                  <a:lnTo>
                    <a:pt x="3729744" y="1144341"/>
                  </a:lnTo>
                  <a:lnTo>
                    <a:pt x="3812627" y="1148678"/>
                  </a:lnTo>
                  <a:lnTo>
                    <a:pt x="3895510" y="1152933"/>
                  </a:lnTo>
                  <a:lnTo>
                    <a:pt x="3978393" y="1156914"/>
                  </a:lnTo>
                  <a:lnTo>
                    <a:pt x="4061276" y="1160550"/>
                  </a:lnTo>
                  <a:lnTo>
                    <a:pt x="4144160" y="1163888"/>
                  </a:lnTo>
                  <a:lnTo>
                    <a:pt x="4227043" y="1167059"/>
                  </a:lnTo>
                  <a:lnTo>
                    <a:pt x="4309926" y="1170220"/>
                  </a:lnTo>
                  <a:lnTo>
                    <a:pt x="4392809" y="1173233"/>
                  </a:lnTo>
                  <a:lnTo>
                    <a:pt x="4475692" y="1175933"/>
                  </a:lnTo>
                  <a:lnTo>
                    <a:pt x="4558576" y="1178277"/>
                  </a:lnTo>
                  <a:lnTo>
                    <a:pt x="4641459" y="1180195"/>
                  </a:lnTo>
                  <a:lnTo>
                    <a:pt x="4724342" y="1181597"/>
                  </a:lnTo>
                  <a:lnTo>
                    <a:pt x="4807225" y="1182380"/>
                  </a:lnTo>
                  <a:lnTo>
                    <a:pt x="4890108" y="1182434"/>
                  </a:lnTo>
                  <a:lnTo>
                    <a:pt x="4972992" y="1181656"/>
                  </a:lnTo>
                  <a:lnTo>
                    <a:pt x="5055875" y="1179951"/>
                  </a:lnTo>
                  <a:lnTo>
                    <a:pt x="5138758" y="1177241"/>
                  </a:lnTo>
                  <a:lnTo>
                    <a:pt x="5221641" y="1173467"/>
                  </a:lnTo>
                  <a:lnTo>
                    <a:pt x="5304524" y="1168588"/>
                  </a:lnTo>
                  <a:lnTo>
                    <a:pt x="5387408" y="1162578"/>
                  </a:lnTo>
                  <a:lnTo>
                    <a:pt x="5470291" y="1155430"/>
                  </a:lnTo>
                  <a:lnTo>
                    <a:pt x="5553174" y="1147144"/>
                  </a:lnTo>
                  <a:lnTo>
                    <a:pt x="5636057" y="1137730"/>
                  </a:lnTo>
                  <a:lnTo>
                    <a:pt x="5718940" y="1127201"/>
                  </a:lnTo>
                  <a:lnTo>
                    <a:pt x="5801824" y="1115577"/>
                  </a:lnTo>
                  <a:lnTo>
                    <a:pt x="5884707" y="1102875"/>
                  </a:lnTo>
                  <a:lnTo>
                    <a:pt x="5967590" y="1089118"/>
                  </a:lnTo>
                  <a:lnTo>
                    <a:pt x="6015395" y="1080584"/>
                  </a:lnTo>
                  <a:lnTo>
                    <a:pt x="6015395" y="1503240"/>
                  </a:lnTo>
                  <a:lnTo>
                    <a:pt x="5692208" y="1503240"/>
                  </a:lnTo>
                  <a:lnTo>
                    <a:pt x="5636057" y="1491108"/>
                  </a:lnTo>
                  <a:lnTo>
                    <a:pt x="5553174" y="1474209"/>
                  </a:lnTo>
                  <a:lnTo>
                    <a:pt x="5470291" y="1458332"/>
                  </a:lnTo>
                  <a:lnTo>
                    <a:pt x="5387408" y="1443485"/>
                  </a:lnTo>
                  <a:lnTo>
                    <a:pt x="5304524" y="1429665"/>
                  </a:lnTo>
                  <a:lnTo>
                    <a:pt x="5221641" y="1416860"/>
                  </a:lnTo>
                  <a:lnTo>
                    <a:pt x="5138758" y="1405044"/>
                  </a:lnTo>
                  <a:lnTo>
                    <a:pt x="5055875" y="1394173"/>
                  </a:lnTo>
                  <a:lnTo>
                    <a:pt x="4972992" y="1384185"/>
                  </a:lnTo>
                  <a:lnTo>
                    <a:pt x="4890108" y="1374999"/>
                  </a:lnTo>
                  <a:lnTo>
                    <a:pt x="4807225" y="1366518"/>
                  </a:lnTo>
                  <a:lnTo>
                    <a:pt x="4724342" y="1358636"/>
                  </a:lnTo>
                  <a:lnTo>
                    <a:pt x="4641459" y="1351240"/>
                  </a:lnTo>
                  <a:lnTo>
                    <a:pt x="4558576" y="1344226"/>
                  </a:lnTo>
                  <a:lnTo>
                    <a:pt x="4475692" y="1337500"/>
                  </a:lnTo>
                  <a:lnTo>
                    <a:pt x="4392809" y="1330988"/>
                  </a:lnTo>
                  <a:lnTo>
                    <a:pt x="4309926" y="1324648"/>
                  </a:lnTo>
                  <a:lnTo>
                    <a:pt x="4227043" y="1318331"/>
                  </a:lnTo>
                  <a:lnTo>
                    <a:pt x="4144160" y="1311949"/>
                  </a:lnTo>
                  <a:lnTo>
                    <a:pt x="4061276" y="1305695"/>
                  </a:lnTo>
                  <a:lnTo>
                    <a:pt x="3978393" y="1299737"/>
                  </a:lnTo>
                  <a:lnTo>
                    <a:pt x="3895510" y="1294158"/>
                  </a:lnTo>
                  <a:lnTo>
                    <a:pt x="3812627" y="1288921"/>
                  </a:lnTo>
                  <a:lnTo>
                    <a:pt x="3729744" y="1283871"/>
                  </a:lnTo>
                  <a:lnTo>
                    <a:pt x="3646860" y="1278350"/>
                  </a:lnTo>
                  <a:lnTo>
                    <a:pt x="3563977" y="1272079"/>
                  </a:lnTo>
                  <a:lnTo>
                    <a:pt x="3481094" y="1266117"/>
                  </a:lnTo>
                  <a:lnTo>
                    <a:pt x="3398211" y="1261012"/>
                  </a:lnTo>
                  <a:lnTo>
                    <a:pt x="3315328" y="1256578"/>
                  </a:lnTo>
                  <a:lnTo>
                    <a:pt x="3232444" y="1252435"/>
                  </a:lnTo>
                  <a:lnTo>
                    <a:pt x="3149561" y="1249227"/>
                  </a:lnTo>
                  <a:lnTo>
                    <a:pt x="3066678" y="1247093"/>
                  </a:lnTo>
                  <a:lnTo>
                    <a:pt x="2983795" y="1244525"/>
                  </a:lnTo>
                  <a:lnTo>
                    <a:pt x="2900912" y="1243227"/>
                  </a:lnTo>
                  <a:lnTo>
                    <a:pt x="2818028" y="1244824"/>
                  </a:lnTo>
                  <a:lnTo>
                    <a:pt x="2735145" y="1246856"/>
                  </a:lnTo>
                  <a:lnTo>
                    <a:pt x="2652262" y="1245564"/>
                  </a:lnTo>
                  <a:lnTo>
                    <a:pt x="2569379" y="1239840"/>
                  </a:lnTo>
                  <a:lnTo>
                    <a:pt x="2486496" y="1234576"/>
                  </a:lnTo>
                  <a:lnTo>
                    <a:pt x="2403612" y="1228850"/>
                  </a:lnTo>
                  <a:lnTo>
                    <a:pt x="2320729" y="1220641"/>
                  </a:lnTo>
                  <a:lnTo>
                    <a:pt x="2237846" y="1207992"/>
                  </a:lnTo>
                  <a:lnTo>
                    <a:pt x="2154963" y="1193280"/>
                  </a:lnTo>
                  <a:lnTo>
                    <a:pt x="2072080" y="1177265"/>
                  </a:lnTo>
                  <a:lnTo>
                    <a:pt x="1989196" y="1160153"/>
                  </a:lnTo>
                  <a:lnTo>
                    <a:pt x="1906313" y="1142099"/>
                  </a:lnTo>
                  <a:lnTo>
                    <a:pt x="1823430" y="1123231"/>
                  </a:lnTo>
                  <a:lnTo>
                    <a:pt x="1740547" y="1103702"/>
                  </a:lnTo>
                  <a:lnTo>
                    <a:pt x="1657664" y="1083902"/>
                  </a:lnTo>
                  <a:lnTo>
                    <a:pt x="1574780" y="1064071"/>
                  </a:lnTo>
                  <a:lnTo>
                    <a:pt x="1491897" y="1044357"/>
                  </a:lnTo>
                  <a:lnTo>
                    <a:pt x="1409014" y="1024899"/>
                  </a:lnTo>
                  <a:lnTo>
                    <a:pt x="1326131" y="1005810"/>
                  </a:lnTo>
                  <a:lnTo>
                    <a:pt x="1243248" y="987166"/>
                  </a:lnTo>
                  <a:lnTo>
                    <a:pt x="1160364" y="969006"/>
                  </a:lnTo>
                  <a:lnTo>
                    <a:pt x="1077481" y="951335"/>
                  </a:lnTo>
                  <a:lnTo>
                    <a:pt x="994598" y="934131"/>
                  </a:lnTo>
                  <a:lnTo>
                    <a:pt x="911715" y="917356"/>
                  </a:lnTo>
                  <a:lnTo>
                    <a:pt x="828832" y="900961"/>
                  </a:lnTo>
                  <a:lnTo>
                    <a:pt x="745948" y="884891"/>
                  </a:lnTo>
                  <a:lnTo>
                    <a:pt x="663065" y="869091"/>
                  </a:lnTo>
                  <a:lnTo>
                    <a:pt x="580182" y="853504"/>
                  </a:lnTo>
                  <a:lnTo>
                    <a:pt x="497299" y="838079"/>
                  </a:lnTo>
                  <a:lnTo>
                    <a:pt x="414416" y="822764"/>
                  </a:lnTo>
                  <a:lnTo>
                    <a:pt x="331532" y="807511"/>
                  </a:lnTo>
                  <a:lnTo>
                    <a:pt x="248649" y="792273"/>
                  </a:lnTo>
                  <a:lnTo>
                    <a:pt x="165766" y="777006"/>
                  </a:lnTo>
                  <a:lnTo>
                    <a:pt x="82883" y="761670"/>
                  </a:lnTo>
                  <a:lnTo>
                    <a:pt x="0" y="74622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72465" y="3875219"/>
              <a:ext cx="6015395" cy="1182434"/>
            </a:xfrm>
            <a:custGeom>
              <a:avLst/>
              <a:pathLst>
                <a:path w="6015395" h="1182434">
                  <a:moveTo>
                    <a:pt x="0" y="0"/>
                  </a:moveTo>
                  <a:lnTo>
                    <a:pt x="82883" y="68201"/>
                  </a:lnTo>
                  <a:lnTo>
                    <a:pt x="165766" y="134124"/>
                  </a:lnTo>
                  <a:lnTo>
                    <a:pt x="248649" y="197775"/>
                  </a:lnTo>
                  <a:lnTo>
                    <a:pt x="331532" y="259154"/>
                  </a:lnTo>
                  <a:lnTo>
                    <a:pt x="414416" y="318263"/>
                  </a:lnTo>
                  <a:lnTo>
                    <a:pt x="497299" y="375100"/>
                  </a:lnTo>
                  <a:lnTo>
                    <a:pt x="580182" y="429661"/>
                  </a:lnTo>
                  <a:lnTo>
                    <a:pt x="663065" y="481938"/>
                  </a:lnTo>
                  <a:lnTo>
                    <a:pt x="745948" y="531924"/>
                  </a:lnTo>
                  <a:lnTo>
                    <a:pt x="828832" y="579607"/>
                  </a:lnTo>
                  <a:lnTo>
                    <a:pt x="911715" y="624975"/>
                  </a:lnTo>
                  <a:lnTo>
                    <a:pt x="994598" y="668019"/>
                  </a:lnTo>
                  <a:lnTo>
                    <a:pt x="1077481" y="708734"/>
                  </a:lnTo>
                  <a:lnTo>
                    <a:pt x="1160364" y="747126"/>
                  </a:lnTo>
                  <a:lnTo>
                    <a:pt x="1243248" y="783216"/>
                  </a:lnTo>
                  <a:lnTo>
                    <a:pt x="1326131" y="817056"/>
                  </a:lnTo>
                  <a:lnTo>
                    <a:pt x="1409014" y="848726"/>
                  </a:lnTo>
                  <a:lnTo>
                    <a:pt x="1491897" y="878349"/>
                  </a:lnTo>
                  <a:lnTo>
                    <a:pt x="1574780" y="906081"/>
                  </a:lnTo>
                  <a:lnTo>
                    <a:pt x="1657664" y="932106"/>
                  </a:lnTo>
                  <a:lnTo>
                    <a:pt x="1740547" y="956616"/>
                  </a:lnTo>
                  <a:lnTo>
                    <a:pt x="1823430" y="979808"/>
                  </a:lnTo>
                  <a:lnTo>
                    <a:pt x="1906313" y="1001743"/>
                  </a:lnTo>
                  <a:lnTo>
                    <a:pt x="1989196" y="1022288"/>
                  </a:lnTo>
                  <a:lnTo>
                    <a:pt x="2072080" y="1041294"/>
                  </a:lnTo>
                  <a:lnTo>
                    <a:pt x="2154963" y="1058638"/>
                  </a:lnTo>
                  <a:lnTo>
                    <a:pt x="2237846" y="1074249"/>
                  </a:lnTo>
                  <a:lnTo>
                    <a:pt x="2320729" y="1087800"/>
                  </a:lnTo>
                  <a:lnTo>
                    <a:pt x="2403612" y="1097614"/>
                  </a:lnTo>
                  <a:lnTo>
                    <a:pt x="2486496" y="1104220"/>
                  </a:lnTo>
                  <a:lnTo>
                    <a:pt x="2569379" y="1109171"/>
                  </a:lnTo>
                  <a:lnTo>
                    <a:pt x="2652262" y="1114692"/>
                  </a:lnTo>
                  <a:lnTo>
                    <a:pt x="2735145" y="1117260"/>
                  </a:lnTo>
                  <a:lnTo>
                    <a:pt x="2818028" y="1115986"/>
                  </a:lnTo>
                  <a:lnTo>
                    <a:pt x="2900912" y="1113511"/>
                  </a:lnTo>
                  <a:lnTo>
                    <a:pt x="2983795" y="1113775"/>
                  </a:lnTo>
                  <a:lnTo>
                    <a:pt x="3066678" y="1116866"/>
                  </a:lnTo>
                  <a:lnTo>
                    <a:pt x="3149561" y="1118869"/>
                  </a:lnTo>
                  <a:lnTo>
                    <a:pt x="3232444" y="1120160"/>
                  </a:lnTo>
                  <a:lnTo>
                    <a:pt x="3315328" y="1122763"/>
                  </a:lnTo>
                  <a:lnTo>
                    <a:pt x="3398211" y="1127278"/>
                  </a:lnTo>
                  <a:lnTo>
                    <a:pt x="3481094" y="1132041"/>
                  </a:lnTo>
                  <a:lnTo>
                    <a:pt x="3563977" y="1136357"/>
                  </a:lnTo>
                  <a:lnTo>
                    <a:pt x="3646860" y="1140268"/>
                  </a:lnTo>
                  <a:lnTo>
                    <a:pt x="3729744" y="1144341"/>
                  </a:lnTo>
                  <a:lnTo>
                    <a:pt x="3812627" y="1148678"/>
                  </a:lnTo>
                  <a:lnTo>
                    <a:pt x="3895510" y="1152933"/>
                  </a:lnTo>
                  <a:lnTo>
                    <a:pt x="3978393" y="1156914"/>
                  </a:lnTo>
                  <a:lnTo>
                    <a:pt x="4061276" y="1160550"/>
                  </a:lnTo>
                  <a:lnTo>
                    <a:pt x="4144160" y="1163888"/>
                  </a:lnTo>
                  <a:lnTo>
                    <a:pt x="4227043" y="1167059"/>
                  </a:lnTo>
                  <a:lnTo>
                    <a:pt x="4309926" y="1170220"/>
                  </a:lnTo>
                  <a:lnTo>
                    <a:pt x="4392809" y="1173233"/>
                  </a:lnTo>
                  <a:lnTo>
                    <a:pt x="4475692" y="1175933"/>
                  </a:lnTo>
                  <a:lnTo>
                    <a:pt x="4558576" y="1178277"/>
                  </a:lnTo>
                  <a:lnTo>
                    <a:pt x="4641459" y="1180195"/>
                  </a:lnTo>
                  <a:lnTo>
                    <a:pt x="4724342" y="1181597"/>
                  </a:lnTo>
                  <a:lnTo>
                    <a:pt x="4807225" y="1182380"/>
                  </a:lnTo>
                  <a:lnTo>
                    <a:pt x="4890108" y="1182434"/>
                  </a:lnTo>
                  <a:lnTo>
                    <a:pt x="4972992" y="1181656"/>
                  </a:lnTo>
                  <a:lnTo>
                    <a:pt x="5055875" y="1179951"/>
                  </a:lnTo>
                  <a:lnTo>
                    <a:pt x="5138758" y="1177241"/>
                  </a:lnTo>
                  <a:lnTo>
                    <a:pt x="5221641" y="1173467"/>
                  </a:lnTo>
                  <a:lnTo>
                    <a:pt x="5304524" y="1168588"/>
                  </a:lnTo>
                  <a:lnTo>
                    <a:pt x="5387408" y="1162578"/>
                  </a:lnTo>
                  <a:lnTo>
                    <a:pt x="5470291" y="1155430"/>
                  </a:lnTo>
                  <a:lnTo>
                    <a:pt x="5553174" y="1147144"/>
                  </a:lnTo>
                  <a:lnTo>
                    <a:pt x="5636057" y="1137730"/>
                  </a:lnTo>
                  <a:lnTo>
                    <a:pt x="5718940" y="1127201"/>
                  </a:lnTo>
                  <a:lnTo>
                    <a:pt x="5801824" y="1115577"/>
                  </a:lnTo>
                  <a:lnTo>
                    <a:pt x="5884707" y="1102875"/>
                  </a:lnTo>
                  <a:lnTo>
                    <a:pt x="5967590" y="1089118"/>
                  </a:lnTo>
                  <a:lnTo>
                    <a:pt x="6015395" y="10805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72465" y="4621442"/>
              <a:ext cx="5692208" cy="757017"/>
            </a:xfrm>
            <a:custGeom>
              <a:avLst/>
              <a:pathLst>
                <a:path w="5692208" h="757017">
                  <a:moveTo>
                    <a:pt x="5692208" y="757017"/>
                  </a:moveTo>
                  <a:lnTo>
                    <a:pt x="5636057" y="744884"/>
                  </a:lnTo>
                  <a:lnTo>
                    <a:pt x="5553174" y="727985"/>
                  </a:lnTo>
                  <a:lnTo>
                    <a:pt x="5470291" y="712109"/>
                  </a:lnTo>
                  <a:lnTo>
                    <a:pt x="5387408" y="697261"/>
                  </a:lnTo>
                  <a:lnTo>
                    <a:pt x="5304524" y="683441"/>
                  </a:lnTo>
                  <a:lnTo>
                    <a:pt x="5221641" y="670636"/>
                  </a:lnTo>
                  <a:lnTo>
                    <a:pt x="5138758" y="658820"/>
                  </a:lnTo>
                  <a:lnTo>
                    <a:pt x="5055875" y="647950"/>
                  </a:lnTo>
                  <a:lnTo>
                    <a:pt x="4972992" y="637961"/>
                  </a:lnTo>
                  <a:lnTo>
                    <a:pt x="4890108" y="628775"/>
                  </a:lnTo>
                  <a:lnTo>
                    <a:pt x="4807225" y="620295"/>
                  </a:lnTo>
                  <a:lnTo>
                    <a:pt x="4724342" y="612412"/>
                  </a:lnTo>
                  <a:lnTo>
                    <a:pt x="4641459" y="605017"/>
                  </a:lnTo>
                  <a:lnTo>
                    <a:pt x="4558576" y="598002"/>
                  </a:lnTo>
                  <a:lnTo>
                    <a:pt x="4475692" y="591276"/>
                  </a:lnTo>
                  <a:lnTo>
                    <a:pt x="4392809" y="584765"/>
                  </a:lnTo>
                  <a:lnTo>
                    <a:pt x="4309926" y="578424"/>
                  </a:lnTo>
                  <a:lnTo>
                    <a:pt x="4227043" y="572107"/>
                  </a:lnTo>
                  <a:lnTo>
                    <a:pt x="4144160" y="565725"/>
                  </a:lnTo>
                  <a:lnTo>
                    <a:pt x="4061276" y="559471"/>
                  </a:lnTo>
                  <a:lnTo>
                    <a:pt x="3978393" y="553514"/>
                  </a:lnTo>
                  <a:lnTo>
                    <a:pt x="3895510" y="547934"/>
                  </a:lnTo>
                  <a:lnTo>
                    <a:pt x="3812627" y="542697"/>
                  </a:lnTo>
                  <a:lnTo>
                    <a:pt x="3729744" y="537647"/>
                  </a:lnTo>
                  <a:lnTo>
                    <a:pt x="3646860" y="532126"/>
                  </a:lnTo>
                  <a:lnTo>
                    <a:pt x="3563977" y="525856"/>
                  </a:lnTo>
                  <a:lnTo>
                    <a:pt x="3481094" y="519893"/>
                  </a:lnTo>
                  <a:lnTo>
                    <a:pt x="3398211" y="514788"/>
                  </a:lnTo>
                  <a:lnTo>
                    <a:pt x="3315328" y="510354"/>
                  </a:lnTo>
                  <a:lnTo>
                    <a:pt x="3232444" y="506211"/>
                  </a:lnTo>
                  <a:lnTo>
                    <a:pt x="3149561" y="503003"/>
                  </a:lnTo>
                  <a:lnTo>
                    <a:pt x="3066678" y="500870"/>
                  </a:lnTo>
                  <a:lnTo>
                    <a:pt x="2983795" y="498302"/>
                  </a:lnTo>
                  <a:lnTo>
                    <a:pt x="2900912" y="497003"/>
                  </a:lnTo>
                  <a:lnTo>
                    <a:pt x="2818028" y="498600"/>
                  </a:lnTo>
                  <a:lnTo>
                    <a:pt x="2735145" y="500632"/>
                  </a:lnTo>
                  <a:lnTo>
                    <a:pt x="2652262" y="499340"/>
                  </a:lnTo>
                  <a:lnTo>
                    <a:pt x="2569379" y="493616"/>
                  </a:lnTo>
                  <a:lnTo>
                    <a:pt x="2486496" y="488352"/>
                  </a:lnTo>
                  <a:lnTo>
                    <a:pt x="2403612" y="482627"/>
                  </a:lnTo>
                  <a:lnTo>
                    <a:pt x="2320729" y="474417"/>
                  </a:lnTo>
                  <a:lnTo>
                    <a:pt x="2237846" y="461768"/>
                  </a:lnTo>
                  <a:lnTo>
                    <a:pt x="2154963" y="447056"/>
                  </a:lnTo>
                  <a:lnTo>
                    <a:pt x="2072080" y="431041"/>
                  </a:lnTo>
                  <a:lnTo>
                    <a:pt x="1989196" y="413929"/>
                  </a:lnTo>
                  <a:lnTo>
                    <a:pt x="1906313" y="395876"/>
                  </a:lnTo>
                  <a:lnTo>
                    <a:pt x="1823430" y="377008"/>
                  </a:lnTo>
                  <a:lnTo>
                    <a:pt x="1740547" y="357478"/>
                  </a:lnTo>
                  <a:lnTo>
                    <a:pt x="1657664" y="337678"/>
                  </a:lnTo>
                  <a:lnTo>
                    <a:pt x="1574780" y="317847"/>
                  </a:lnTo>
                  <a:lnTo>
                    <a:pt x="1491897" y="298133"/>
                  </a:lnTo>
                  <a:lnTo>
                    <a:pt x="1409014" y="278675"/>
                  </a:lnTo>
                  <a:lnTo>
                    <a:pt x="1326131" y="259586"/>
                  </a:lnTo>
                  <a:lnTo>
                    <a:pt x="1243248" y="240942"/>
                  </a:lnTo>
                  <a:lnTo>
                    <a:pt x="1160364" y="222782"/>
                  </a:lnTo>
                  <a:lnTo>
                    <a:pt x="1077481" y="205111"/>
                  </a:lnTo>
                  <a:lnTo>
                    <a:pt x="994598" y="187907"/>
                  </a:lnTo>
                  <a:lnTo>
                    <a:pt x="911715" y="171133"/>
                  </a:lnTo>
                  <a:lnTo>
                    <a:pt x="828832" y="154737"/>
                  </a:lnTo>
                  <a:lnTo>
                    <a:pt x="745948" y="138667"/>
                  </a:lnTo>
                  <a:lnTo>
                    <a:pt x="663065" y="122867"/>
                  </a:lnTo>
                  <a:lnTo>
                    <a:pt x="580182" y="107281"/>
                  </a:lnTo>
                  <a:lnTo>
                    <a:pt x="497299" y="91855"/>
                  </a:lnTo>
                  <a:lnTo>
                    <a:pt x="414416" y="76540"/>
                  </a:lnTo>
                  <a:lnTo>
                    <a:pt x="331532" y="61287"/>
                  </a:lnTo>
                  <a:lnTo>
                    <a:pt x="248649" y="46049"/>
                  </a:lnTo>
                  <a:lnTo>
                    <a:pt x="165766" y="30783"/>
                  </a:lnTo>
                  <a:lnTo>
                    <a:pt x="82883" y="1544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72465" y="4248331"/>
              <a:ext cx="6015395" cy="957786"/>
            </a:xfrm>
            <a:custGeom>
              <a:avLst/>
              <a:pathLst>
                <a:path w="6015395" h="957786">
                  <a:moveTo>
                    <a:pt x="0" y="0"/>
                  </a:moveTo>
                  <a:lnTo>
                    <a:pt x="82883" y="41823"/>
                  </a:lnTo>
                  <a:lnTo>
                    <a:pt x="165766" y="82453"/>
                  </a:lnTo>
                  <a:lnTo>
                    <a:pt x="248649" y="121912"/>
                  </a:lnTo>
                  <a:lnTo>
                    <a:pt x="331532" y="160221"/>
                  </a:lnTo>
                  <a:lnTo>
                    <a:pt x="414416" y="197402"/>
                  </a:lnTo>
                  <a:lnTo>
                    <a:pt x="497299" y="233478"/>
                  </a:lnTo>
                  <a:lnTo>
                    <a:pt x="580182" y="268471"/>
                  </a:lnTo>
                  <a:lnTo>
                    <a:pt x="663065" y="302403"/>
                  </a:lnTo>
                  <a:lnTo>
                    <a:pt x="745948" y="335296"/>
                  </a:lnTo>
                  <a:lnTo>
                    <a:pt x="828832" y="367172"/>
                  </a:lnTo>
                  <a:lnTo>
                    <a:pt x="911715" y="398054"/>
                  </a:lnTo>
                  <a:lnTo>
                    <a:pt x="994598" y="427963"/>
                  </a:lnTo>
                  <a:lnTo>
                    <a:pt x="1077481" y="456923"/>
                  </a:lnTo>
                  <a:lnTo>
                    <a:pt x="1160364" y="484954"/>
                  </a:lnTo>
                  <a:lnTo>
                    <a:pt x="1243248" y="512079"/>
                  </a:lnTo>
                  <a:lnTo>
                    <a:pt x="1326131" y="538321"/>
                  </a:lnTo>
                  <a:lnTo>
                    <a:pt x="1409014" y="563701"/>
                  </a:lnTo>
                  <a:lnTo>
                    <a:pt x="1491897" y="588241"/>
                  </a:lnTo>
                  <a:lnTo>
                    <a:pt x="1574780" y="611964"/>
                  </a:lnTo>
                  <a:lnTo>
                    <a:pt x="1657664" y="634892"/>
                  </a:lnTo>
                  <a:lnTo>
                    <a:pt x="1740547" y="657047"/>
                  </a:lnTo>
                  <a:lnTo>
                    <a:pt x="1823430" y="678408"/>
                  </a:lnTo>
                  <a:lnTo>
                    <a:pt x="1906313" y="698809"/>
                  </a:lnTo>
                  <a:lnTo>
                    <a:pt x="1989196" y="718109"/>
                  </a:lnTo>
                  <a:lnTo>
                    <a:pt x="2072080" y="736168"/>
                  </a:lnTo>
                  <a:lnTo>
                    <a:pt x="2154963" y="752847"/>
                  </a:lnTo>
                  <a:lnTo>
                    <a:pt x="2237846" y="768009"/>
                  </a:lnTo>
                  <a:lnTo>
                    <a:pt x="2320729" y="781108"/>
                  </a:lnTo>
                  <a:lnTo>
                    <a:pt x="2403612" y="790120"/>
                  </a:lnTo>
                  <a:lnTo>
                    <a:pt x="2486496" y="796286"/>
                  </a:lnTo>
                  <a:lnTo>
                    <a:pt x="2569379" y="801394"/>
                  </a:lnTo>
                  <a:lnTo>
                    <a:pt x="2652262" y="807016"/>
                  </a:lnTo>
                  <a:lnTo>
                    <a:pt x="2735145" y="808946"/>
                  </a:lnTo>
                  <a:lnTo>
                    <a:pt x="2818028" y="807293"/>
                  </a:lnTo>
                  <a:lnTo>
                    <a:pt x="2900912" y="805257"/>
                  </a:lnTo>
                  <a:lnTo>
                    <a:pt x="2983795" y="806038"/>
                  </a:lnTo>
                  <a:lnTo>
                    <a:pt x="3066678" y="808868"/>
                  </a:lnTo>
                  <a:lnTo>
                    <a:pt x="3149561" y="810936"/>
                  </a:lnTo>
                  <a:lnTo>
                    <a:pt x="3232444" y="813186"/>
                  </a:lnTo>
                  <a:lnTo>
                    <a:pt x="3315328" y="816559"/>
                  </a:lnTo>
                  <a:lnTo>
                    <a:pt x="3398211" y="821033"/>
                  </a:lnTo>
                  <a:lnTo>
                    <a:pt x="3481094" y="825967"/>
                  </a:lnTo>
                  <a:lnTo>
                    <a:pt x="3563977" y="831106"/>
                  </a:lnTo>
                  <a:lnTo>
                    <a:pt x="3646860" y="836197"/>
                  </a:lnTo>
                  <a:lnTo>
                    <a:pt x="3729744" y="840994"/>
                  </a:lnTo>
                  <a:lnTo>
                    <a:pt x="3812627" y="845688"/>
                  </a:lnTo>
                  <a:lnTo>
                    <a:pt x="3895510" y="850433"/>
                  </a:lnTo>
                  <a:lnTo>
                    <a:pt x="3978393" y="855214"/>
                  </a:lnTo>
                  <a:lnTo>
                    <a:pt x="4061276" y="860011"/>
                  </a:lnTo>
                  <a:lnTo>
                    <a:pt x="4144160" y="864806"/>
                  </a:lnTo>
                  <a:lnTo>
                    <a:pt x="4227043" y="869583"/>
                  </a:lnTo>
                  <a:lnTo>
                    <a:pt x="4309926" y="874322"/>
                  </a:lnTo>
                  <a:lnTo>
                    <a:pt x="4392809" y="878999"/>
                  </a:lnTo>
                  <a:lnTo>
                    <a:pt x="4475692" y="883604"/>
                  </a:lnTo>
                  <a:lnTo>
                    <a:pt x="4558576" y="888140"/>
                  </a:lnTo>
                  <a:lnTo>
                    <a:pt x="4641459" y="892606"/>
                  </a:lnTo>
                  <a:lnTo>
                    <a:pt x="4724342" y="897005"/>
                  </a:lnTo>
                  <a:lnTo>
                    <a:pt x="4807225" y="901337"/>
                  </a:lnTo>
                  <a:lnTo>
                    <a:pt x="4890108" y="905605"/>
                  </a:lnTo>
                  <a:lnTo>
                    <a:pt x="4972992" y="909809"/>
                  </a:lnTo>
                  <a:lnTo>
                    <a:pt x="5055875" y="913950"/>
                  </a:lnTo>
                  <a:lnTo>
                    <a:pt x="5138758" y="918031"/>
                  </a:lnTo>
                  <a:lnTo>
                    <a:pt x="5221641" y="922052"/>
                  </a:lnTo>
                  <a:lnTo>
                    <a:pt x="5304524" y="926014"/>
                  </a:lnTo>
                  <a:lnTo>
                    <a:pt x="5387408" y="929920"/>
                  </a:lnTo>
                  <a:lnTo>
                    <a:pt x="5470291" y="933769"/>
                  </a:lnTo>
                  <a:lnTo>
                    <a:pt x="5553174" y="937565"/>
                  </a:lnTo>
                  <a:lnTo>
                    <a:pt x="5636057" y="941307"/>
                  </a:lnTo>
                  <a:lnTo>
                    <a:pt x="5718940" y="944997"/>
                  </a:lnTo>
                  <a:lnTo>
                    <a:pt x="5801824" y="948637"/>
                  </a:lnTo>
                  <a:lnTo>
                    <a:pt x="5884707" y="952227"/>
                  </a:lnTo>
                  <a:lnTo>
                    <a:pt x="5967590" y="955770"/>
                  </a:lnTo>
                  <a:lnTo>
                    <a:pt x="6015395" y="95778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072465" y="4156454"/>
              <a:ext cx="6015395" cy="1222005"/>
            </a:xfrm>
            <a:custGeom>
              <a:avLst/>
              <a:pathLst>
                <a:path w="6015395" h="1222005">
                  <a:moveTo>
                    <a:pt x="0" y="0"/>
                  </a:moveTo>
                  <a:lnTo>
                    <a:pt x="82883" y="49005"/>
                  </a:lnTo>
                  <a:lnTo>
                    <a:pt x="165766" y="96460"/>
                  </a:lnTo>
                  <a:lnTo>
                    <a:pt x="248649" y="142362"/>
                  </a:lnTo>
                  <a:lnTo>
                    <a:pt x="331532" y="186704"/>
                  </a:lnTo>
                  <a:lnTo>
                    <a:pt x="414416" y="229480"/>
                  </a:lnTo>
                  <a:lnTo>
                    <a:pt x="497299" y="270682"/>
                  </a:lnTo>
                  <a:lnTo>
                    <a:pt x="580182" y="310297"/>
                  </a:lnTo>
                  <a:lnTo>
                    <a:pt x="663065" y="348312"/>
                  </a:lnTo>
                  <a:lnTo>
                    <a:pt x="745948" y="384712"/>
                  </a:lnTo>
                  <a:lnTo>
                    <a:pt x="828832" y="419477"/>
                  </a:lnTo>
                  <a:lnTo>
                    <a:pt x="911715" y="452590"/>
                  </a:lnTo>
                  <a:lnTo>
                    <a:pt x="994598" y="484035"/>
                  </a:lnTo>
                  <a:lnTo>
                    <a:pt x="1077481" y="513798"/>
                  </a:lnTo>
                  <a:lnTo>
                    <a:pt x="1160364" y="541878"/>
                  </a:lnTo>
                  <a:lnTo>
                    <a:pt x="1243248" y="568289"/>
                  </a:lnTo>
                  <a:lnTo>
                    <a:pt x="1326131" y="593072"/>
                  </a:lnTo>
                  <a:lnTo>
                    <a:pt x="1409014" y="616299"/>
                  </a:lnTo>
                  <a:lnTo>
                    <a:pt x="1491897" y="638077"/>
                  </a:lnTo>
                  <a:lnTo>
                    <a:pt x="1574780" y="658550"/>
                  </a:lnTo>
                  <a:lnTo>
                    <a:pt x="1657664" y="677887"/>
                  </a:lnTo>
                  <a:lnTo>
                    <a:pt x="1740547" y="696264"/>
                  </a:lnTo>
                  <a:lnTo>
                    <a:pt x="1823430" y="713881"/>
                  </a:lnTo>
                  <a:lnTo>
                    <a:pt x="1906313" y="730847"/>
                  </a:lnTo>
                  <a:lnTo>
                    <a:pt x="1989196" y="747058"/>
                  </a:lnTo>
                  <a:lnTo>
                    <a:pt x="2072080" y="762390"/>
                  </a:lnTo>
                  <a:lnTo>
                    <a:pt x="2154963" y="776748"/>
                  </a:lnTo>
                  <a:lnTo>
                    <a:pt x="2237846" y="790083"/>
                  </a:lnTo>
                  <a:lnTo>
                    <a:pt x="2320729" y="802514"/>
                  </a:lnTo>
                  <a:lnTo>
                    <a:pt x="2403612" y="814441"/>
                  </a:lnTo>
                  <a:lnTo>
                    <a:pt x="2486496" y="825180"/>
                  </a:lnTo>
                  <a:lnTo>
                    <a:pt x="2569379" y="834483"/>
                  </a:lnTo>
                  <a:lnTo>
                    <a:pt x="2652262" y="842877"/>
                  </a:lnTo>
                  <a:lnTo>
                    <a:pt x="2735145" y="849227"/>
                  </a:lnTo>
                  <a:lnTo>
                    <a:pt x="2818028" y="853054"/>
                  </a:lnTo>
                  <a:lnTo>
                    <a:pt x="2900912" y="855491"/>
                  </a:lnTo>
                  <a:lnTo>
                    <a:pt x="2983795" y="858914"/>
                  </a:lnTo>
                  <a:lnTo>
                    <a:pt x="3066678" y="863122"/>
                  </a:lnTo>
                  <a:lnTo>
                    <a:pt x="3149561" y="865433"/>
                  </a:lnTo>
                  <a:lnTo>
                    <a:pt x="3232444" y="866668"/>
                  </a:lnTo>
                  <a:lnTo>
                    <a:pt x="3315328" y="869224"/>
                  </a:lnTo>
                  <a:lnTo>
                    <a:pt x="3398211" y="873203"/>
                  </a:lnTo>
                  <a:lnTo>
                    <a:pt x="3481094" y="876708"/>
                  </a:lnTo>
                  <a:lnTo>
                    <a:pt x="3563977" y="879456"/>
                  </a:lnTo>
                  <a:lnTo>
                    <a:pt x="3646860" y="881869"/>
                  </a:lnTo>
                  <a:lnTo>
                    <a:pt x="3729744" y="884856"/>
                  </a:lnTo>
                  <a:lnTo>
                    <a:pt x="3812627" y="888155"/>
                  </a:lnTo>
                  <a:lnTo>
                    <a:pt x="3895510" y="891191"/>
                  </a:lnTo>
                  <a:lnTo>
                    <a:pt x="3978393" y="893847"/>
                  </a:lnTo>
                  <a:lnTo>
                    <a:pt x="4061276" y="896121"/>
                  </a:lnTo>
                  <a:lnTo>
                    <a:pt x="4144160" y="898121"/>
                  </a:lnTo>
                  <a:lnTo>
                    <a:pt x="4227043" y="900041"/>
                  </a:lnTo>
                  <a:lnTo>
                    <a:pt x="4309926" y="902095"/>
                  </a:lnTo>
                  <a:lnTo>
                    <a:pt x="4392809" y="904098"/>
                  </a:lnTo>
                  <a:lnTo>
                    <a:pt x="4475692" y="905825"/>
                  </a:lnTo>
                  <a:lnTo>
                    <a:pt x="4558576" y="907235"/>
                  </a:lnTo>
                  <a:lnTo>
                    <a:pt x="4641459" y="908261"/>
                  </a:lnTo>
                  <a:lnTo>
                    <a:pt x="4724342" y="908815"/>
                  </a:lnTo>
                  <a:lnTo>
                    <a:pt x="4807225" y="908795"/>
                  </a:lnTo>
                  <a:lnTo>
                    <a:pt x="4890108" y="908099"/>
                  </a:lnTo>
                  <a:lnTo>
                    <a:pt x="4972992" y="906624"/>
                  </a:lnTo>
                  <a:lnTo>
                    <a:pt x="5055875" y="904280"/>
                  </a:lnTo>
                  <a:lnTo>
                    <a:pt x="5138758" y="900991"/>
                  </a:lnTo>
                  <a:lnTo>
                    <a:pt x="5221641" y="896698"/>
                  </a:lnTo>
                  <a:lnTo>
                    <a:pt x="5304524" y="891363"/>
                  </a:lnTo>
                  <a:lnTo>
                    <a:pt x="5387408" y="884960"/>
                  </a:lnTo>
                  <a:lnTo>
                    <a:pt x="5470291" y="877479"/>
                  </a:lnTo>
                  <a:lnTo>
                    <a:pt x="5553174" y="868922"/>
                  </a:lnTo>
                  <a:lnTo>
                    <a:pt x="5636057" y="859295"/>
                  </a:lnTo>
                  <a:lnTo>
                    <a:pt x="5718940" y="848613"/>
                  </a:lnTo>
                  <a:lnTo>
                    <a:pt x="5801824" y="836892"/>
                  </a:lnTo>
                  <a:lnTo>
                    <a:pt x="5884707" y="824148"/>
                  </a:lnTo>
                  <a:lnTo>
                    <a:pt x="5967590" y="810401"/>
                  </a:lnTo>
                  <a:lnTo>
                    <a:pt x="6015395" y="801903"/>
                  </a:lnTo>
                  <a:lnTo>
                    <a:pt x="6015395" y="1222005"/>
                  </a:lnTo>
                  <a:lnTo>
                    <a:pt x="5754031" y="1222005"/>
                  </a:lnTo>
                  <a:lnTo>
                    <a:pt x="5718940" y="1214579"/>
                  </a:lnTo>
                  <a:lnTo>
                    <a:pt x="5636057" y="1198004"/>
                  </a:lnTo>
                  <a:lnTo>
                    <a:pt x="5553174" y="1182409"/>
                  </a:lnTo>
                  <a:lnTo>
                    <a:pt x="5470291" y="1167807"/>
                  </a:lnTo>
                  <a:lnTo>
                    <a:pt x="5387408" y="1154205"/>
                  </a:lnTo>
                  <a:lnTo>
                    <a:pt x="5304524" y="1141602"/>
                  </a:lnTo>
                  <a:lnTo>
                    <a:pt x="5221641" y="1129988"/>
                  </a:lnTo>
                  <a:lnTo>
                    <a:pt x="5138758" y="1119337"/>
                  </a:lnTo>
                  <a:lnTo>
                    <a:pt x="5055875" y="1109610"/>
                  </a:lnTo>
                  <a:lnTo>
                    <a:pt x="4972992" y="1100746"/>
                  </a:lnTo>
                  <a:lnTo>
                    <a:pt x="4890108" y="1092670"/>
                  </a:lnTo>
                  <a:lnTo>
                    <a:pt x="4807225" y="1085290"/>
                  </a:lnTo>
                  <a:lnTo>
                    <a:pt x="4724342" y="1078504"/>
                  </a:lnTo>
                  <a:lnTo>
                    <a:pt x="4641459" y="1072206"/>
                  </a:lnTo>
                  <a:lnTo>
                    <a:pt x="4558576" y="1066296"/>
                  </a:lnTo>
                  <a:lnTo>
                    <a:pt x="4475692" y="1060685"/>
                  </a:lnTo>
                  <a:lnTo>
                    <a:pt x="4392809" y="1055304"/>
                  </a:lnTo>
                  <a:lnTo>
                    <a:pt x="4309926" y="1050112"/>
                  </a:lnTo>
                  <a:lnTo>
                    <a:pt x="4227043" y="1045033"/>
                  </a:lnTo>
                  <a:lnTo>
                    <a:pt x="4144160" y="1040036"/>
                  </a:lnTo>
                  <a:lnTo>
                    <a:pt x="4061276" y="1035240"/>
                  </a:lnTo>
                  <a:lnTo>
                    <a:pt x="3978393" y="1030742"/>
                  </a:lnTo>
                  <a:lnTo>
                    <a:pt x="3895510" y="1026554"/>
                  </a:lnTo>
                  <a:lnTo>
                    <a:pt x="3812627" y="1022576"/>
                  </a:lnTo>
                  <a:lnTo>
                    <a:pt x="3729744" y="1018594"/>
                  </a:lnTo>
                  <a:lnTo>
                    <a:pt x="3646860" y="1014219"/>
                  </a:lnTo>
                  <a:lnTo>
                    <a:pt x="3563977" y="1009544"/>
                  </a:lnTo>
                  <a:lnTo>
                    <a:pt x="3481094" y="1005218"/>
                  </a:lnTo>
                  <a:lnTo>
                    <a:pt x="3398211" y="1001385"/>
                  </a:lnTo>
                  <a:lnTo>
                    <a:pt x="3315328" y="997485"/>
                  </a:lnTo>
                  <a:lnTo>
                    <a:pt x="3232444" y="993452"/>
                  </a:lnTo>
                  <a:lnTo>
                    <a:pt x="3149561" y="990379"/>
                  </a:lnTo>
                  <a:lnTo>
                    <a:pt x="3066678" y="987943"/>
                  </a:lnTo>
                  <a:lnTo>
                    <a:pt x="2983795" y="984237"/>
                  </a:lnTo>
                  <a:lnTo>
                    <a:pt x="2900912" y="979822"/>
                  </a:lnTo>
                  <a:lnTo>
                    <a:pt x="2818028" y="976543"/>
                  </a:lnTo>
                  <a:lnTo>
                    <a:pt x="2735145" y="973443"/>
                  </a:lnTo>
                  <a:lnTo>
                    <a:pt x="2652262" y="968317"/>
                  </a:lnTo>
                  <a:lnTo>
                    <a:pt x="2569379" y="959727"/>
                  </a:lnTo>
                  <a:lnTo>
                    <a:pt x="2486496" y="950125"/>
                  </a:lnTo>
                  <a:lnTo>
                    <a:pt x="2403612" y="940229"/>
                  </a:lnTo>
                  <a:lnTo>
                    <a:pt x="2320729" y="929840"/>
                  </a:lnTo>
                  <a:lnTo>
                    <a:pt x="2237846" y="918274"/>
                  </a:lnTo>
                  <a:lnTo>
                    <a:pt x="2154963" y="905800"/>
                  </a:lnTo>
                  <a:lnTo>
                    <a:pt x="2072080" y="892716"/>
                  </a:lnTo>
                  <a:lnTo>
                    <a:pt x="1989196" y="879199"/>
                  </a:lnTo>
                  <a:lnTo>
                    <a:pt x="1906313" y="865377"/>
                  </a:lnTo>
                  <a:lnTo>
                    <a:pt x="1823430" y="851351"/>
                  </a:lnTo>
                  <a:lnTo>
                    <a:pt x="1740547" y="837244"/>
                  </a:lnTo>
                  <a:lnTo>
                    <a:pt x="1657664" y="823382"/>
                  </a:lnTo>
                  <a:lnTo>
                    <a:pt x="1574780" y="809981"/>
                  </a:lnTo>
                  <a:lnTo>
                    <a:pt x="1491897" y="797193"/>
                  </a:lnTo>
                  <a:lnTo>
                    <a:pt x="1409014" y="785158"/>
                  </a:lnTo>
                  <a:lnTo>
                    <a:pt x="1326131" y="773991"/>
                  </a:lnTo>
                  <a:lnTo>
                    <a:pt x="1243248" y="763773"/>
                  </a:lnTo>
                  <a:lnTo>
                    <a:pt x="1160364" y="754548"/>
                  </a:lnTo>
                  <a:lnTo>
                    <a:pt x="1077481" y="746328"/>
                  </a:lnTo>
                  <a:lnTo>
                    <a:pt x="994598" y="739100"/>
                  </a:lnTo>
                  <a:lnTo>
                    <a:pt x="911715" y="732834"/>
                  </a:lnTo>
                  <a:lnTo>
                    <a:pt x="828832" y="727492"/>
                  </a:lnTo>
                  <a:lnTo>
                    <a:pt x="745948" y="723027"/>
                  </a:lnTo>
                  <a:lnTo>
                    <a:pt x="663065" y="719393"/>
                  </a:lnTo>
                  <a:lnTo>
                    <a:pt x="580182" y="716546"/>
                  </a:lnTo>
                  <a:lnTo>
                    <a:pt x="497299" y="714442"/>
                  </a:lnTo>
                  <a:lnTo>
                    <a:pt x="414416" y="713039"/>
                  </a:lnTo>
                  <a:lnTo>
                    <a:pt x="331532" y="712297"/>
                  </a:lnTo>
                  <a:lnTo>
                    <a:pt x="248649" y="712181"/>
                  </a:lnTo>
                  <a:lnTo>
                    <a:pt x="165766" y="712656"/>
                  </a:lnTo>
                  <a:lnTo>
                    <a:pt x="82883" y="713688"/>
                  </a:lnTo>
                  <a:lnTo>
                    <a:pt x="0" y="71524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072465" y="4156454"/>
              <a:ext cx="6015395" cy="908815"/>
            </a:xfrm>
            <a:custGeom>
              <a:avLst/>
              <a:pathLst>
                <a:path w="6015395" h="908815">
                  <a:moveTo>
                    <a:pt x="0" y="0"/>
                  </a:moveTo>
                  <a:lnTo>
                    <a:pt x="82883" y="49005"/>
                  </a:lnTo>
                  <a:lnTo>
                    <a:pt x="165766" y="96460"/>
                  </a:lnTo>
                  <a:lnTo>
                    <a:pt x="248649" y="142362"/>
                  </a:lnTo>
                  <a:lnTo>
                    <a:pt x="331532" y="186704"/>
                  </a:lnTo>
                  <a:lnTo>
                    <a:pt x="414416" y="229480"/>
                  </a:lnTo>
                  <a:lnTo>
                    <a:pt x="497299" y="270682"/>
                  </a:lnTo>
                  <a:lnTo>
                    <a:pt x="580182" y="310297"/>
                  </a:lnTo>
                  <a:lnTo>
                    <a:pt x="663065" y="348312"/>
                  </a:lnTo>
                  <a:lnTo>
                    <a:pt x="745948" y="384712"/>
                  </a:lnTo>
                  <a:lnTo>
                    <a:pt x="828832" y="419477"/>
                  </a:lnTo>
                  <a:lnTo>
                    <a:pt x="911715" y="452590"/>
                  </a:lnTo>
                  <a:lnTo>
                    <a:pt x="994598" y="484035"/>
                  </a:lnTo>
                  <a:lnTo>
                    <a:pt x="1077481" y="513798"/>
                  </a:lnTo>
                  <a:lnTo>
                    <a:pt x="1160364" y="541878"/>
                  </a:lnTo>
                  <a:lnTo>
                    <a:pt x="1243248" y="568289"/>
                  </a:lnTo>
                  <a:lnTo>
                    <a:pt x="1326131" y="593072"/>
                  </a:lnTo>
                  <a:lnTo>
                    <a:pt x="1409014" y="616299"/>
                  </a:lnTo>
                  <a:lnTo>
                    <a:pt x="1491897" y="638077"/>
                  </a:lnTo>
                  <a:lnTo>
                    <a:pt x="1574780" y="658550"/>
                  </a:lnTo>
                  <a:lnTo>
                    <a:pt x="1657664" y="677887"/>
                  </a:lnTo>
                  <a:lnTo>
                    <a:pt x="1740547" y="696264"/>
                  </a:lnTo>
                  <a:lnTo>
                    <a:pt x="1823430" y="713881"/>
                  </a:lnTo>
                  <a:lnTo>
                    <a:pt x="1906313" y="730847"/>
                  </a:lnTo>
                  <a:lnTo>
                    <a:pt x="1989196" y="747058"/>
                  </a:lnTo>
                  <a:lnTo>
                    <a:pt x="2072080" y="762390"/>
                  </a:lnTo>
                  <a:lnTo>
                    <a:pt x="2154963" y="776748"/>
                  </a:lnTo>
                  <a:lnTo>
                    <a:pt x="2237846" y="790083"/>
                  </a:lnTo>
                  <a:lnTo>
                    <a:pt x="2320729" y="802514"/>
                  </a:lnTo>
                  <a:lnTo>
                    <a:pt x="2403612" y="814441"/>
                  </a:lnTo>
                  <a:lnTo>
                    <a:pt x="2486496" y="825180"/>
                  </a:lnTo>
                  <a:lnTo>
                    <a:pt x="2569379" y="834483"/>
                  </a:lnTo>
                  <a:lnTo>
                    <a:pt x="2652262" y="842877"/>
                  </a:lnTo>
                  <a:lnTo>
                    <a:pt x="2735145" y="849227"/>
                  </a:lnTo>
                  <a:lnTo>
                    <a:pt x="2818028" y="853054"/>
                  </a:lnTo>
                  <a:lnTo>
                    <a:pt x="2900912" y="855491"/>
                  </a:lnTo>
                  <a:lnTo>
                    <a:pt x="2983795" y="858914"/>
                  </a:lnTo>
                  <a:lnTo>
                    <a:pt x="3066678" y="863122"/>
                  </a:lnTo>
                  <a:lnTo>
                    <a:pt x="3149561" y="865433"/>
                  </a:lnTo>
                  <a:lnTo>
                    <a:pt x="3232444" y="866668"/>
                  </a:lnTo>
                  <a:lnTo>
                    <a:pt x="3315328" y="869224"/>
                  </a:lnTo>
                  <a:lnTo>
                    <a:pt x="3398211" y="873203"/>
                  </a:lnTo>
                  <a:lnTo>
                    <a:pt x="3481094" y="876708"/>
                  </a:lnTo>
                  <a:lnTo>
                    <a:pt x="3563977" y="879456"/>
                  </a:lnTo>
                  <a:lnTo>
                    <a:pt x="3646860" y="881869"/>
                  </a:lnTo>
                  <a:lnTo>
                    <a:pt x="3729744" y="884856"/>
                  </a:lnTo>
                  <a:lnTo>
                    <a:pt x="3812627" y="888155"/>
                  </a:lnTo>
                  <a:lnTo>
                    <a:pt x="3895510" y="891191"/>
                  </a:lnTo>
                  <a:lnTo>
                    <a:pt x="3978393" y="893847"/>
                  </a:lnTo>
                  <a:lnTo>
                    <a:pt x="4061276" y="896121"/>
                  </a:lnTo>
                  <a:lnTo>
                    <a:pt x="4144160" y="898121"/>
                  </a:lnTo>
                  <a:lnTo>
                    <a:pt x="4227043" y="900041"/>
                  </a:lnTo>
                  <a:lnTo>
                    <a:pt x="4309926" y="902095"/>
                  </a:lnTo>
                  <a:lnTo>
                    <a:pt x="4392809" y="904098"/>
                  </a:lnTo>
                  <a:lnTo>
                    <a:pt x="4475692" y="905825"/>
                  </a:lnTo>
                  <a:lnTo>
                    <a:pt x="4558576" y="907235"/>
                  </a:lnTo>
                  <a:lnTo>
                    <a:pt x="4641459" y="908261"/>
                  </a:lnTo>
                  <a:lnTo>
                    <a:pt x="4724342" y="908815"/>
                  </a:lnTo>
                  <a:lnTo>
                    <a:pt x="4807225" y="908795"/>
                  </a:lnTo>
                  <a:lnTo>
                    <a:pt x="4890108" y="908099"/>
                  </a:lnTo>
                  <a:lnTo>
                    <a:pt x="4972992" y="906624"/>
                  </a:lnTo>
                  <a:lnTo>
                    <a:pt x="5055875" y="904280"/>
                  </a:lnTo>
                  <a:lnTo>
                    <a:pt x="5138758" y="900991"/>
                  </a:lnTo>
                  <a:lnTo>
                    <a:pt x="5221641" y="896698"/>
                  </a:lnTo>
                  <a:lnTo>
                    <a:pt x="5304524" y="891363"/>
                  </a:lnTo>
                  <a:lnTo>
                    <a:pt x="5387408" y="884960"/>
                  </a:lnTo>
                  <a:lnTo>
                    <a:pt x="5470291" y="877479"/>
                  </a:lnTo>
                  <a:lnTo>
                    <a:pt x="5553174" y="868922"/>
                  </a:lnTo>
                  <a:lnTo>
                    <a:pt x="5636057" y="859295"/>
                  </a:lnTo>
                  <a:lnTo>
                    <a:pt x="5718940" y="848613"/>
                  </a:lnTo>
                  <a:lnTo>
                    <a:pt x="5801824" y="836892"/>
                  </a:lnTo>
                  <a:lnTo>
                    <a:pt x="5884707" y="824148"/>
                  </a:lnTo>
                  <a:lnTo>
                    <a:pt x="5967590" y="810401"/>
                  </a:lnTo>
                  <a:lnTo>
                    <a:pt x="6015395" y="801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72465" y="4868636"/>
              <a:ext cx="5754031" cy="509823"/>
            </a:xfrm>
            <a:custGeom>
              <a:avLst/>
              <a:pathLst>
                <a:path w="5754031" h="509823">
                  <a:moveTo>
                    <a:pt x="5754031" y="509823"/>
                  </a:moveTo>
                  <a:lnTo>
                    <a:pt x="5718940" y="502397"/>
                  </a:lnTo>
                  <a:lnTo>
                    <a:pt x="5636057" y="485822"/>
                  </a:lnTo>
                  <a:lnTo>
                    <a:pt x="5553174" y="470228"/>
                  </a:lnTo>
                  <a:lnTo>
                    <a:pt x="5470291" y="455626"/>
                  </a:lnTo>
                  <a:lnTo>
                    <a:pt x="5387408" y="442023"/>
                  </a:lnTo>
                  <a:lnTo>
                    <a:pt x="5304524" y="429420"/>
                  </a:lnTo>
                  <a:lnTo>
                    <a:pt x="5221641" y="417806"/>
                  </a:lnTo>
                  <a:lnTo>
                    <a:pt x="5138758" y="407156"/>
                  </a:lnTo>
                  <a:lnTo>
                    <a:pt x="5055875" y="397428"/>
                  </a:lnTo>
                  <a:lnTo>
                    <a:pt x="4972992" y="388564"/>
                  </a:lnTo>
                  <a:lnTo>
                    <a:pt x="4890108" y="380489"/>
                  </a:lnTo>
                  <a:lnTo>
                    <a:pt x="4807225" y="373108"/>
                  </a:lnTo>
                  <a:lnTo>
                    <a:pt x="4724342" y="366322"/>
                  </a:lnTo>
                  <a:lnTo>
                    <a:pt x="4641459" y="360025"/>
                  </a:lnTo>
                  <a:lnTo>
                    <a:pt x="4558576" y="354114"/>
                  </a:lnTo>
                  <a:lnTo>
                    <a:pt x="4475692" y="348503"/>
                  </a:lnTo>
                  <a:lnTo>
                    <a:pt x="4392809" y="343123"/>
                  </a:lnTo>
                  <a:lnTo>
                    <a:pt x="4309926" y="337931"/>
                  </a:lnTo>
                  <a:lnTo>
                    <a:pt x="4227043" y="332851"/>
                  </a:lnTo>
                  <a:lnTo>
                    <a:pt x="4144160" y="327854"/>
                  </a:lnTo>
                  <a:lnTo>
                    <a:pt x="4061276" y="323059"/>
                  </a:lnTo>
                  <a:lnTo>
                    <a:pt x="3978393" y="318560"/>
                  </a:lnTo>
                  <a:lnTo>
                    <a:pt x="3895510" y="314372"/>
                  </a:lnTo>
                  <a:lnTo>
                    <a:pt x="3812627" y="310394"/>
                  </a:lnTo>
                  <a:lnTo>
                    <a:pt x="3729744" y="306412"/>
                  </a:lnTo>
                  <a:lnTo>
                    <a:pt x="3646860" y="302037"/>
                  </a:lnTo>
                  <a:lnTo>
                    <a:pt x="3563977" y="297363"/>
                  </a:lnTo>
                  <a:lnTo>
                    <a:pt x="3481094" y="293036"/>
                  </a:lnTo>
                  <a:lnTo>
                    <a:pt x="3398211" y="289203"/>
                  </a:lnTo>
                  <a:lnTo>
                    <a:pt x="3315328" y="285303"/>
                  </a:lnTo>
                  <a:lnTo>
                    <a:pt x="3232444" y="281271"/>
                  </a:lnTo>
                  <a:lnTo>
                    <a:pt x="3149561" y="278197"/>
                  </a:lnTo>
                  <a:lnTo>
                    <a:pt x="3066678" y="275762"/>
                  </a:lnTo>
                  <a:lnTo>
                    <a:pt x="2983795" y="272055"/>
                  </a:lnTo>
                  <a:lnTo>
                    <a:pt x="2900912" y="267640"/>
                  </a:lnTo>
                  <a:lnTo>
                    <a:pt x="2818028" y="264362"/>
                  </a:lnTo>
                  <a:lnTo>
                    <a:pt x="2735145" y="261261"/>
                  </a:lnTo>
                  <a:lnTo>
                    <a:pt x="2652262" y="256135"/>
                  </a:lnTo>
                  <a:lnTo>
                    <a:pt x="2569379" y="247546"/>
                  </a:lnTo>
                  <a:lnTo>
                    <a:pt x="2486496" y="237943"/>
                  </a:lnTo>
                  <a:lnTo>
                    <a:pt x="2403612" y="228048"/>
                  </a:lnTo>
                  <a:lnTo>
                    <a:pt x="2320729" y="217658"/>
                  </a:lnTo>
                  <a:lnTo>
                    <a:pt x="2237846" y="206092"/>
                  </a:lnTo>
                  <a:lnTo>
                    <a:pt x="2154963" y="193618"/>
                  </a:lnTo>
                  <a:lnTo>
                    <a:pt x="2072080" y="180535"/>
                  </a:lnTo>
                  <a:lnTo>
                    <a:pt x="1989196" y="167018"/>
                  </a:lnTo>
                  <a:lnTo>
                    <a:pt x="1906313" y="153195"/>
                  </a:lnTo>
                  <a:lnTo>
                    <a:pt x="1823430" y="139169"/>
                  </a:lnTo>
                  <a:lnTo>
                    <a:pt x="1740547" y="125062"/>
                  </a:lnTo>
                  <a:lnTo>
                    <a:pt x="1657664" y="111200"/>
                  </a:lnTo>
                  <a:lnTo>
                    <a:pt x="1574780" y="97800"/>
                  </a:lnTo>
                  <a:lnTo>
                    <a:pt x="1491897" y="85012"/>
                  </a:lnTo>
                  <a:lnTo>
                    <a:pt x="1409014" y="72976"/>
                  </a:lnTo>
                  <a:lnTo>
                    <a:pt x="1326131" y="61809"/>
                  </a:lnTo>
                  <a:lnTo>
                    <a:pt x="1243248" y="51591"/>
                  </a:lnTo>
                  <a:lnTo>
                    <a:pt x="1160364" y="42366"/>
                  </a:lnTo>
                  <a:lnTo>
                    <a:pt x="1077481" y="34146"/>
                  </a:lnTo>
                  <a:lnTo>
                    <a:pt x="994598" y="26918"/>
                  </a:lnTo>
                  <a:lnTo>
                    <a:pt x="911715" y="20653"/>
                  </a:lnTo>
                  <a:lnTo>
                    <a:pt x="828832" y="15310"/>
                  </a:lnTo>
                  <a:lnTo>
                    <a:pt x="745948" y="10845"/>
                  </a:lnTo>
                  <a:lnTo>
                    <a:pt x="663065" y="7212"/>
                  </a:lnTo>
                  <a:lnTo>
                    <a:pt x="580182" y="4365"/>
                  </a:lnTo>
                  <a:lnTo>
                    <a:pt x="497299" y="2260"/>
                  </a:lnTo>
                  <a:lnTo>
                    <a:pt x="414416" y="857"/>
                  </a:lnTo>
                  <a:lnTo>
                    <a:pt x="331532" y="116"/>
                  </a:lnTo>
                  <a:lnTo>
                    <a:pt x="248649" y="0"/>
                  </a:lnTo>
                  <a:lnTo>
                    <a:pt x="165766" y="474"/>
                  </a:lnTo>
                  <a:lnTo>
                    <a:pt x="82883" y="1506"/>
                  </a:lnTo>
                  <a:lnTo>
                    <a:pt x="0" y="30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72465" y="4514078"/>
              <a:ext cx="6015395" cy="684203"/>
            </a:xfrm>
            <a:custGeom>
              <a:avLst/>
              <a:pathLst>
                <a:path w="6015395" h="684203">
                  <a:moveTo>
                    <a:pt x="0" y="0"/>
                  </a:moveTo>
                  <a:lnTo>
                    <a:pt x="82883" y="23723"/>
                  </a:lnTo>
                  <a:lnTo>
                    <a:pt x="165766" y="46935"/>
                  </a:lnTo>
                  <a:lnTo>
                    <a:pt x="248649" y="69648"/>
                  </a:lnTo>
                  <a:lnTo>
                    <a:pt x="331532" y="91877"/>
                  </a:lnTo>
                  <a:lnTo>
                    <a:pt x="414416" y="113636"/>
                  </a:lnTo>
                  <a:lnTo>
                    <a:pt x="497299" y="134939"/>
                  </a:lnTo>
                  <a:lnTo>
                    <a:pt x="580182" y="155798"/>
                  </a:lnTo>
                  <a:lnTo>
                    <a:pt x="663065" y="176229"/>
                  </a:lnTo>
                  <a:lnTo>
                    <a:pt x="745948" y="196246"/>
                  </a:lnTo>
                  <a:lnTo>
                    <a:pt x="828832" y="215861"/>
                  </a:lnTo>
                  <a:lnTo>
                    <a:pt x="911715" y="235089"/>
                  </a:lnTo>
                  <a:lnTo>
                    <a:pt x="994598" y="253944"/>
                  </a:lnTo>
                  <a:lnTo>
                    <a:pt x="1077481" y="272439"/>
                  </a:lnTo>
                  <a:lnTo>
                    <a:pt x="1160364" y="290589"/>
                  </a:lnTo>
                  <a:lnTo>
                    <a:pt x="1243248" y="308408"/>
                  </a:lnTo>
                  <a:lnTo>
                    <a:pt x="1326131" y="325908"/>
                  </a:lnTo>
                  <a:lnTo>
                    <a:pt x="1409014" y="343105"/>
                  </a:lnTo>
                  <a:lnTo>
                    <a:pt x="1491897" y="360012"/>
                  </a:lnTo>
                  <a:lnTo>
                    <a:pt x="1574780" y="376642"/>
                  </a:lnTo>
                  <a:lnTo>
                    <a:pt x="1657664" y="393011"/>
                  </a:lnTo>
                  <a:lnTo>
                    <a:pt x="1740547" y="409131"/>
                  </a:lnTo>
                  <a:lnTo>
                    <a:pt x="1823430" y="424993"/>
                  </a:lnTo>
                  <a:lnTo>
                    <a:pt x="1906313" y="440489"/>
                  </a:lnTo>
                  <a:lnTo>
                    <a:pt x="1989196" y="455505"/>
                  </a:lnTo>
                  <a:lnTo>
                    <a:pt x="2072080" y="469930"/>
                  </a:lnTo>
                  <a:lnTo>
                    <a:pt x="2154963" y="483650"/>
                  </a:lnTo>
                  <a:lnTo>
                    <a:pt x="2237846" y="496555"/>
                  </a:lnTo>
                  <a:lnTo>
                    <a:pt x="2320729" y="508554"/>
                  </a:lnTo>
                  <a:lnTo>
                    <a:pt x="2403612" y="519712"/>
                  </a:lnTo>
                  <a:lnTo>
                    <a:pt x="2486496" y="530029"/>
                  </a:lnTo>
                  <a:lnTo>
                    <a:pt x="2569379" y="539482"/>
                  </a:lnTo>
                  <a:lnTo>
                    <a:pt x="2652262" y="547974"/>
                  </a:lnTo>
                  <a:lnTo>
                    <a:pt x="2735145" y="553712"/>
                  </a:lnTo>
                  <a:lnTo>
                    <a:pt x="2818028" y="557175"/>
                  </a:lnTo>
                  <a:lnTo>
                    <a:pt x="2900912" y="560033"/>
                  </a:lnTo>
                  <a:lnTo>
                    <a:pt x="2983795" y="563952"/>
                  </a:lnTo>
                  <a:lnTo>
                    <a:pt x="3066678" y="567909"/>
                  </a:lnTo>
                  <a:lnTo>
                    <a:pt x="3149561" y="570283"/>
                  </a:lnTo>
                  <a:lnTo>
                    <a:pt x="3232444" y="572437"/>
                  </a:lnTo>
                  <a:lnTo>
                    <a:pt x="3315328" y="575731"/>
                  </a:lnTo>
                  <a:lnTo>
                    <a:pt x="3398211" y="579670"/>
                  </a:lnTo>
                  <a:lnTo>
                    <a:pt x="3481094" y="583339"/>
                  </a:lnTo>
                  <a:lnTo>
                    <a:pt x="3563977" y="586877"/>
                  </a:lnTo>
                  <a:lnTo>
                    <a:pt x="3646860" y="590420"/>
                  </a:lnTo>
                  <a:lnTo>
                    <a:pt x="3729744" y="594102"/>
                  </a:lnTo>
                  <a:lnTo>
                    <a:pt x="3812627" y="597742"/>
                  </a:lnTo>
                  <a:lnTo>
                    <a:pt x="3895510" y="601249"/>
                  </a:lnTo>
                  <a:lnTo>
                    <a:pt x="3978393" y="604671"/>
                  </a:lnTo>
                  <a:lnTo>
                    <a:pt x="4061276" y="608057"/>
                  </a:lnTo>
                  <a:lnTo>
                    <a:pt x="4144160" y="611455"/>
                  </a:lnTo>
                  <a:lnTo>
                    <a:pt x="4227043" y="614913"/>
                  </a:lnTo>
                  <a:lnTo>
                    <a:pt x="4309926" y="618480"/>
                  </a:lnTo>
                  <a:lnTo>
                    <a:pt x="4392809" y="622078"/>
                  </a:lnTo>
                  <a:lnTo>
                    <a:pt x="4475692" y="625632"/>
                  </a:lnTo>
                  <a:lnTo>
                    <a:pt x="4558576" y="629142"/>
                  </a:lnTo>
                  <a:lnTo>
                    <a:pt x="4641459" y="632610"/>
                  </a:lnTo>
                  <a:lnTo>
                    <a:pt x="4724342" y="636036"/>
                  </a:lnTo>
                  <a:lnTo>
                    <a:pt x="4807225" y="639419"/>
                  </a:lnTo>
                  <a:lnTo>
                    <a:pt x="4890108" y="642761"/>
                  </a:lnTo>
                  <a:lnTo>
                    <a:pt x="4972992" y="646062"/>
                  </a:lnTo>
                  <a:lnTo>
                    <a:pt x="5055875" y="649321"/>
                  </a:lnTo>
                  <a:lnTo>
                    <a:pt x="5138758" y="652541"/>
                  </a:lnTo>
                  <a:lnTo>
                    <a:pt x="5221641" y="655720"/>
                  </a:lnTo>
                  <a:lnTo>
                    <a:pt x="5304524" y="658859"/>
                  </a:lnTo>
                  <a:lnTo>
                    <a:pt x="5387408" y="661959"/>
                  </a:lnTo>
                  <a:lnTo>
                    <a:pt x="5470291" y="665020"/>
                  </a:lnTo>
                  <a:lnTo>
                    <a:pt x="5553174" y="668042"/>
                  </a:lnTo>
                  <a:lnTo>
                    <a:pt x="5636057" y="671026"/>
                  </a:lnTo>
                  <a:lnTo>
                    <a:pt x="5718940" y="673973"/>
                  </a:lnTo>
                  <a:lnTo>
                    <a:pt x="5801824" y="676882"/>
                  </a:lnTo>
                  <a:lnTo>
                    <a:pt x="5884707" y="679753"/>
                  </a:lnTo>
                  <a:lnTo>
                    <a:pt x="5967590" y="682588"/>
                  </a:lnTo>
                  <a:lnTo>
                    <a:pt x="6015395" y="68420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072465" y="4100536"/>
              <a:ext cx="6015395" cy="1277923"/>
            </a:xfrm>
            <a:custGeom>
              <a:avLst/>
              <a:pathLst>
                <a:path w="6015395" h="1277923">
                  <a:moveTo>
                    <a:pt x="0" y="0"/>
                  </a:moveTo>
                  <a:lnTo>
                    <a:pt x="82883" y="59068"/>
                  </a:lnTo>
                  <a:lnTo>
                    <a:pt x="165766" y="116103"/>
                  </a:lnTo>
                  <a:lnTo>
                    <a:pt x="248649" y="171099"/>
                  </a:lnTo>
                  <a:lnTo>
                    <a:pt x="331532" y="224053"/>
                  </a:lnTo>
                  <a:lnTo>
                    <a:pt x="414416" y="274959"/>
                  </a:lnTo>
                  <a:lnTo>
                    <a:pt x="497299" y="323808"/>
                  </a:lnTo>
                  <a:lnTo>
                    <a:pt x="580182" y="370590"/>
                  </a:lnTo>
                  <a:lnTo>
                    <a:pt x="663065" y="415292"/>
                  </a:lnTo>
                  <a:lnTo>
                    <a:pt x="745948" y="457898"/>
                  </a:lnTo>
                  <a:lnTo>
                    <a:pt x="828832" y="498393"/>
                  </a:lnTo>
                  <a:lnTo>
                    <a:pt x="911715" y="536760"/>
                  </a:lnTo>
                  <a:lnTo>
                    <a:pt x="994598" y="572982"/>
                  </a:lnTo>
                  <a:lnTo>
                    <a:pt x="1077481" y="607048"/>
                  </a:lnTo>
                  <a:lnTo>
                    <a:pt x="1160364" y="638956"/>
                  </a:lnTo>
                  <a:lnTo>
                    <a:pt x="1243248" y="668722"/>
                  </a:lnTo>
                  <a:lnTo>
                    <a:pt x="1326131" y="696383"/>
                  </a:lnTo>
                  <a:lnTo>
                    <a:pt x="1409014" y="722007"/>
                  </a:lnTo>
                  <a:lnTo>
                    <a:pt x="1491897" y="745699"/>
                  </a:lnTo>
                  <a:lnTo>
                    <a:pt x="1574780" y="767595"/>
                  </a:lnTo>
                  <a:lnTo>
                    <a:pt x="1657664" y="787855"/>
                  </a:lnTo>
                  <a:lnTo>
                    <a:pt x="1740547" y="806649"/>
                  </a:lnTo>
                  <a:lnTo>
                    <a:pt x="1823430" y="824075"/>
                  </a:lnTo>
                  <a:lnTo>
                    <a:pt x="1906313" y="840077"/>
                  </a:lnTo>
                  <a:lnTo>
                    <a:pt x="1989196" y="854674"/>
                  </a:lnTo>
                  <a:lnTo>
                    <a:pt x="2072080" y="867877"/>
                  </a:lnTo>
                  <a:lnTo>
                    <a:pt x="2154963" y="879721"/>
                  </a:lnTo>
                  <a:lnTo>
                    <a:pt x="2237846" y="890290"/>
                  </a:lnTo>
                  <a:lnTo>
                    <a:pt x="2320729" y="899413"/>
                  </a:lnTo>
                  <a:lnTo>
                    <a:pt x="2403612" y="905513"/>
                  </a:lnTo>
                  <a:lnTo>
                    <a:pt x="2486496" y="909022"/>
                  </a:lnTo>
                  <a:lnTo>
                    <a:pt x="2569379" y="911325"/>
                  </a:lnTo>
                  <a:lnTo>
                    <a:pt x="2652262" y="914398"/>
                  </a:lnTo>
                  <a:lnTo>
                    <a:pt x="2735145" y="914569"/>
                  </a:lnTo>
                  <a:lnTo>
                    <a:pt x="2818028" y="911119"/>
                  </a:lnTo>
                  <a:lnTo>
                    <a:pt x="2900912" y="906836"/>
                  </a:lnTo>
                  <a:lnTo>
                    <a:pt x="2983795" y="905695"/>
                  </a:lnTo>
                  <a:lnTo>
                    <a:pt x="3066678" y="907451"/>
                  </a:lnTo>
                  <a:lnTo>
                    <a:pt x="3149561" y="908093"/>
                  </a:lnTo>
                  <a:lnTo>
                    <a:pt x="3232444" y="908322"/>
                  </a:lnTo>
                  <a:lnTo>
                    <a:pt x="3315328" y="910346"/>
                  </a:lnTo>
                  <a:lnTo>
                    <a:pt x="3398211" y="914829"/>
                  </a:lnTo>
                  <a:lnTo>
                    <a:pt x="3481094" y="919987"/>
                  </a:lnTo>
                  <a:lnTo>
                    <a:pt x="3563977" y="924923"/>
                  </a:lnTo>
                  <a:lnTo>
                    <a:pt x="3646860" y="929408"/>
                  </a:lnTo>
                  <a:lnTo>
                    <a:pt x="3729744" y="933711"/>
                  </a:lnTo>
                  <a:lnTo>
                    <a:pt x="3812627" y="938252"/>
                  </a:lnTo>
                  <a:lnTo>
                    <a:pt x="3895510" y="942897"/>
                  </a:lnTo>
                  <a:lnTo>
                    <a:pt x="3978393" y="947393"/>
                  </a:lnTo>
                  <a:lnTo>
                    <a:pt x="4061276" y="951593"/>
                  </a:lnTo>
                  <a:lnTo>
                    <a:pt x="4144160" y="955458"/>
                  </a:lnTo>
                  <a:lnTo>
                    <a:pt x="4227043" y="959029"/>
                  </a:lnTo>
                  <a:lnTo>
                    <a:pt x="4309926" y="962370"/>
                  </a:lnTo>
                  <a:lnTo>
                    <a:pt x="4392809" y="965432"/>
                  </a:lnTo>
                  <a:lnTo>
                    <a:pt x="4475692" y="968149"/>
                  </a:lnTo>
                  <a:lnTo>
                    <a:pt x="4558576" y="970484"/>
                  </a:lnTo>
                  <a:lnTo>
                    <a:pt x="4641459" y="972374"/>
                  </a:lnTo>
                  <a:lnTo>
                    <a:pt x="4724342" y="973735"/>
                  </a:lnTo>
                  <a:lnTo>
                    <a:pt x="4807225" y="974473"/>
                  </a:lnTo>
                  <a:lnTo>
                    <a:pt x="4890108" y="974489"/>
                  </a:lnTo>
                  <a:lnTo>
                    <a:pt x="4972992" y="973687"/>
                  </a:lnTo>
                  <a:lnTo>
                    <a:pt x="5055875" y="971983"/>
                  </a:lnTo>
                  <a:lnTo>
                    <a:pt x="5138758" y="969305"/>
                  </a:lnTo>
                  <a:lnTo>
                    <a:pt x="5221641" y="965597"/>
                  </a:lnTo>
                  <a:lnTo>
                    <a:pt x="5304524" y="960824"/>
                  </a:lnTo>
                  <a:lnTo>
                    <a:pt x="5387408" y="954962"/>
                  </a:lnTo>
                  <a:lnTo>
                    <a:pt x="5470291" y="948003"/>
                  </a:lnTo>
                  <a:lnTo>
                    <a:pt x="5553174" y="939949"/>
                  </a:lnTo>
                  <a:lnTo>
                    <a:pt x="5636057" y="930807"/>
                  </a:lnTo>
                  <a:lnTo>
                    <a:pt x="5718940" y="920591"/>
                  </a:lnTo>
                  <a:lnTo>
                    <a:pt x="5801824" y="909318"/>
                  </a:lnTo>
                  <a:lnTo>
                    <a:pt x="5884707" y="897004"/>
                  </a:lnTo>
                  <a:lnTo>
                    <a:pt x="5967590" y="883669"/>
                  </a:lnTo>
                  <a:lnTo>
                    <a:pt x="6015395" y="875398"/>
                  </a:lnTo>
                  <a:lnTo>
                    <a:pt x="6015395" y="1277923"/>
                  </a:lnTo>
                  <a:lnTo>
                    <a:pt x="5764470" y="1277923"/>
                  </a:lnTo>
                  <a:lnTo>
                    <a:pt x="5718940" y="1268821"/>
                  </a:lnTo>
                  <a:lnTo>
                    <a:pt x="5636057" y="1253100"/>
                  </a:lnTo>
                  <a:lnTo>
                    <a:pt x="5553174" y="1238244"/>
                  </a:lnTo>
                  <a:lnTo>
                    <a:pt x="5470291" y="1224261"/>
                  </a:lnTo>
                  <a:lnTo>
                    <a:pt x="5387408" y="1211159"/>
                  </a:lnTo>
                  <a:lnTo>
                    <a:pt x="5304524" y="1198935"/>
                  </a:lnTo>
                  <a:lnTo>
                    <a:pt x="5221641" y="1187580"/>
                  </a:lnTo>
                  <a:lnTo>
                    <a:pt x="5138758" y="1177069"/>
                  </a:lnTo>
                  <a:lnTo>
                    <a:pt x="5055875" y="1167362"/>
                  </a:lnTo>
                  <a:lnTo>
                    <a:pt x="4972992" y="1158401"/>
                  </a:lnTo>
                  <a:lnTo>
                    <a:pt x="4890108" y="1150115"/>
                  </a:lnTo>
                  <a:lnTo>
                    <a:pt x="4807225" y="1142414"/>
                  </a:lnTo>
                  <a:lnTo>
                    <a:pt x="4724342" y="1135200"/>
                  </a:lnTo>
                  <a:lnTo>
                    <a:pt x="4641459" y="1128373"/>
                  </a:lnTo>
                  <a:lnTo>
                    <a:pt x="4558576" y="1121836"/>
                  </a:lnTo>
                  <a:lnTo>
                    <a:pt x="4475692" y="1115504"/>
                  </a:lnTo>
                  <a:lnTo>
                    <a:pt x="4392809" y="1109310"/>
                  </a:lnTo>
                  <a:lnTo>
                    <a:pt x="4309926" y="1103214"/>
                  </a:lnTo>
                  <a:lnTo>
                    <a:pt x="4227043" y="1096995"/>
                  </a:lnTo>
                  <a:lnTo>
                    <a:pt x="4144160" y="1090495"/>
                  </a:lnTo>
                  <a:lnTo>
                    <a:pt x="4061276" y="1083970"/>
                  </a:lnTo>
                  <a:lnTo>
                    <a:pt x="3978393" y="1077653"/>
                  </a:lnTo>
                  <a:lnTo>
                    <a:pt x="3895510" y="1071700"/>
                  </a:lnTo>
                  <a:lnTo>
                    <a:pt x="3812627" y="1066158"/>
                  </a:lnTo>
                  <a:lnTo>
                    <a:pt x="3729744" y="1060967"/>
                  </a:lnTo>
                  <a:lnTo>
                    <a:pt x="3646860" y="1055344"/>
                  </a:lnTo>
                  <a:lnTo>
                    <a:pt x="3563977" y="1048707"/>
                  </a:lnTo>
                  <a:lnTo>
                    <a:pt x="3481094" y="1042269"/>
                  </a:lnTo>
                  <a:lnTo>
                    <a:pt x="3398211" y="1036799"/>
                  </a:lnTo>
                  <a:lnTo>
                    <a:pt x="3315328" y="1032390"/>
                  </a:lnTo>
                  <a:lnTo>
                    <a:pt x="3232444" y="1028962"/>
                  </a:lnTo>
                  <a:lnTo>
                    <a:pt x="3149561" y="1026984"/>
                  </a:lnTo>
                  <a:lnTo>
                    <a:pt x="3066678" y="1026223"/>
                  </a:lnTo>
                  <a:lnTo>
                    <a:pt x="2983795" y="1024944"/>
                  </a:lnTo>
                  <a:lnTo>
                    <a:pt x="2900912" y="1025142"/>
                  </a:lnTo>
                  <a:lnTo>
                    <a:pt x="2818028" y="1028623"/>
                  </a:lnTo>
                  <a:lnTo>
                    <a:pt x="2735145" y="1032764"/>
                  </a:lnTo>
                  <a:lnTo>
                    <a:pt x="2652262" y="1033758"/>
                  </a:lnTo>
                  <a:lnTo>
                    <a:pt x="2569379" y="1030500"/>
                  </a:lnTo>
                  <a:lnTo>
                    <a:pt x="2486496" y="1027912"/>
                  </a:lnTo>
                  <a:lnTo>
                    <a:pt x="2403612" y="1025205"/>
                  </a:lnTo>
                  <a:lnTo>
                    <a:pt x="2320729" y="1020568"/>
                  </a:lnTo>
                  <a:lnTo>
                    <a:pt x="2237846" y="1012268"/>
                  </a:lnTo>
                  <a:lnTo>
                    <a:pt x="2154963" y="1002519"/>
                  </a:lnTo>
                  <a:lnTo>
                    <a:pt x="2072080" y="991887"/>
                  </a:lnTo>
                  <a:lnTo>
                    <a:pt x="1989196" y="980412"/>
                  </a:lnTo>
                  <a:lnTo>
                    <a:pt x="1906313" y="968087"/>
                  </a:lnTo>
                  <a:lnTo>
                    <a:pt x="1823430" y="954882"/>
                  </a:lnTo>
                  <a:lnTo>
                    <a:pt x="1740547" y="940796"/>
                  </a:lnTo>
                  <a:lnTo>
                    <a:pt x="1657664" y="926299"/>
                  </a:lnTo>
                  <a:lnTo>
                    <a:pt x="1574780" y="911687"/>
                  </a:lnTo>
                  <a:lnTo>
                    <a:pt x="1491897" y="897104"/>
                  </a:lnTo>
                  <a:lnTo>
                    <a:pt x="1409014" y="882683"/>
                  </a:lnTo>
                  <a:lnTo>
                    <a:pt x="1326131" y="868533"/>
                  </a:lnTo>
                  <a:lnTo>
                    <a:pt x="1243248" y="854731"/>
                  </a:lnTo>
                  <a:lnTo>
                    <a:pt x="1160364" y="841319"/>
                  </a:lnTo>
                  <a:lnTo>
                    <a:pt x="1077481" y="828308"/>
                  </a:lnTo>
                  <a:lnTo>
                    <a:pt x="994598" y="815685"/>
                  </a:lnTo>
                  <a:lnTo>
                    <a:pt x="911715" y="803422"/>
                  </a:lnTo>
                  <a:lnTo>
                    <a:pt x="828832" y="791480"/>
                  </a:lnTo>
                  <a:lnTo>
                    <a:pt x="745948" y="779817"/>
                  </a:lnTo>
                  <a:lnTo>
                    <a:pt x="663065" y="768388"/>
                  </a:lnTo>
                  <a:lnTo>
                    <a:pt x="580182" y="757150"/>
                  </a:lnTo>
                  <a:lnTo>
                    <a:pt x="497299" y="746062"/>
                  </a:lnTo>
                  <a:lnTo>
                    <a:pt x="414416" y="735082"/>
                  </a:lnTo>
                  <a:lnTo>
                    <a:pt x="331532" y="724174"/>
                  </a:lnTo>
                  <a:lnTo>
                    <a:pt x="248649" y="713302"/>
                  </a:lnTo>
                  <a:lnTo>
                    <a:pt x="165766" y="702434"/>
                  </a:lnTo>
                  <a:lnTo>
                    <a:pt x="82883" y="691537"/>
                  </a:lnTo>
                  <a:lnTo>
                    <a:pt x="0" y="68058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072465" y="4100536"/>
              <a:ext cx="6015395" cy="974489"/>
            </a:xfrm>
            <a:custGeom>
              <a:avLst/>
              <a:pathLst>
                <a:path w="6015395" h="974489">
                  <a:moveTo>
                    <a:pt x="0" y="0"/>
                  </a:moveTo>
                  <a:lnTo>
                    <a:pt x="82883" y="59068"/>
                  </a:lnTo>
                  <a:lnTo>
                    <a:pt x="165766" y="116103"/>
                  </a:lnTo>
                  <a:lnTo>
                    <a:pt x="248649" y="171099"/>
                  </a:lnTo>
                  <a:lnTo>
                    <a:pt x="331532" y="224053"/>
                  </a:lnTo>
                  <a:lnTo>
                    <a:pt x="414416" y="274959"/>
                  </a:lnTo>
                  <a:lnTo>
                    <a:pt x="497299" y="323808"/>
                  </a:lnTo>
                  <a:lnTo>
                    <a:pt x="580182" y="370590"/>
                  </a:lnTo>
                  <a:lnTo>
                    <a:pt x="663065" y="415292"/>
                  </a:lnTo>
                  <a:lnTo>
                    <a:pt x="745948" y="457898"/>
                  </a:lnTo>
                  <a:lnTo>
                    <a:pt x="828832" y="498393"/>
                  </a:lnTo>
                  <a:lnTo>
                    <a:pt x="911715" y="536760"/>
                  </a:lnTo>
                  <a:lnTo>
                    <a:pt x="994598" y="572982"/>
                  </a:lnTo>
                  <a:lnTo>
                    <a:pt x="1077481" y="607048"/>
                  </a:lnTo>
                  <a:lnTo>
                    <a:pt x="1160364" y="638956"/>
                  </a:lnTo>
                  <a:lnTo>
                    <a:pt x="1243248" y="668722"/>
                  </a:lnTo>
                  <a:lnTo>
                    <a:pt x="1326131" y="696383"/>
                  </a:lnTo>
                  <a:lnTo>
                    <a:pt x="1409014" y="722007"/>
                  </a:lnTo>
                  <a:lnTo>
                    <a:pt x="1491897" y="745699"/>
                  </a:lnTo>
                  <a:lnTo>
                    <a:pt x="1574780" y="767595"/>
                  </a:lnTo>
                  <a:lnTo>
                    <a:pt x="1657664" y="787855"/>
                  </a:lnTo>
                  <a:lnTo>
                    <a:pt x="1740547" y="806649"/>
                  </a:lnTo>
                  <a:lnTo>
                    <a:pt x="1823430" y="824075"/>
                  </a:lnTo>
                  <a:lnTo>
                    <a:pt x="1906313" y="840077"/>
                  </a:lnTo>
                  <a:lnTo>
                    <a:pt x="1989196" y="854674"/>
                  </a:lnTo>
                  <a:lnTo>
                    <a:pt x="2072080" y="867877"/>
                  </a:lnTo>
                  <a:lnTo>
                    <a:pt x="2154963" y="879721"/>
                  </a:lnTo>
                  <a:lnTo>
                    <a:pt x="2237846" y="890290"/>
                  </a:lnTo>
                  <a:lnTo>
                    <a:pt x="2320729" y="899413"/>
                  </a:lnTo>
                  <a:lnTo>
                    <a:pt x="2403612" y="905513"/>
                  </a:lnTo>
                  <a:lnTo>
                    <a:pt x="2486496" y="909022"/>
                  </a:lnTo>
                  <a:lnTo>
                    <a:pt x="2569379" y="911325"/>
                  </a:lnTo>
                  <a:lnTo>
                    <a:pt x="2652262" y="914398"/>
                  </a:lnTo>
                  <a:lnTo>
                    <a:pt x="2735145" y="914569"/>
                  </a:lnTo>
                  <a:lnTo>
                    <a:pt x="2818028" y="911119"/>
                  </a:lnTo>
                  <a:lnTo>
                    <a:pt x="2900912" y="906836"/>
                  </a:lnTo>
                  <a:lnTo>
                    <a:pt x="2983795" y="905695"/>
                  </a:lnTo>
                  <a:lnTo>
                    <a:pt x="3066678" y="907451"/>
                  </a:lnTo>
                  <a:lnTo>
                    <a:pt x="3149561" y="908093"/>
                  </a:lnTo>
                  <a:lnTo>
                    <a:pt x="3232444" y="908322"/>
                  </a:lnTo>
                  <a:lnTo>
                    <a:pt x="3315328" y="910346"/>
                  </a:lnTo>
                  <a:lnTo>
                    <a:pt x="3398211" y="914829"/>
                  </a:lnTo>
                  <a:lnTo>
                    <a:pt x="3481094" y="919987"/>
                  </a:lnTo>
                  <a:lnTo>
                    <a:pt x="3563977" y="924923"/>
                  </a:lnTo>
                  <a:lnTo>
                    <a:pt x="3646860" y="929408"/>
                  </a:lnTo>
                  <a:lnTo>
                    <a:pt x="3729744" y="933711"/>
                  </a:lnTo>
                  <a:lnTo>
                    <a:pt x="3812627" y="938252"/>
                  </a:lnTo>
                  <a:lnTo>
                    <a:pt x="3895510" y="942897"/>
                  </a:lnTo>
                  <a:lnTo>
                    <a:pt x="3978393" y="947393"/>
                  </a:lnTo>
                  <a:lnTo>
                    <a:pt x="4061276" y="951593"/>
                  </a:lnTo>
                  <a:lnTo>
                    <a:pt x="4144160" y="955458"/>
                  </a:lnTo>
                  <a:lnTo>
                    <a:pt x="4227043" y="959029"/>
                  </a:lnTo>
                  <a:lnTo>
                    <a:pt x="4309926" y="962370"/>
                  </a:lnTo>
                  <a:lnTo>
                    <a:pt x="4392809" y="965432"/>
                  </a:lnTo>
                  <a:lnTo>
                    <a:pt x="4475692" y="968149"/>
                  </a:lnTo>
                  <a:lnTo>
                    <a:pt x="4558576" y="970484"/>
                  </a:lnTo>
                  <a:lnTo>
                    <a:pt x="4641459" y="972374"/>
                  </a:lnTo>
                  <a:lnTo>
                    <a:pt x="4724342" y="973735"/>
                  </a:lnTo>
                  <a:lnTo>
                    <a:pt x="4807225" y="974473"/>
                  </a:lnTo>
                  <a:lnTo>
                    <a:pt x="4890108" y="974489"/>
                  </a:lnTo>
                  <a:lnTo>
                    <a:pt x="4972992" y="973687"/>
                  </a:lnTo>
                  <a:lnTo>
                    <a:pt x="5055875" y="971983"/>
                  </a:lnTo>
                  <a:lnTo>
                    <a:pt x="5138758" y="969305"/>
                  </a:lnTo>
                  <a:lnTo>
                    <a:pt x="5221641" y="965597"/>
                  </a:lnTo>
                  <a:lnTo>
                    <a:pt x="5304524" y="960824"/>
                  </a:lnTo>
                  <a:lnTo>
                    <a:pt x="5387408" y="954962"/>
                  </a:lnTo>
                  <a:lnTo>
                    <a:pt x="5470291" y="948003"/>
                  </a:lnTo>
                  <a:lnTo>
                    <a:pt x="5553174" y="939949"/>
                  </a:lnTo>
                  <a:lnTo>
                    <a:pt x="5636057" y="930807"/>
                  </a:lnTo>
                  <a:lnTo>
                    <a:pt x="5718940" y="920591"/>
                  </a:lnTo>
                  <a:lnTo>
                    <a:pt x="5801824" y="909318"/>
                  </a:lnTo>
                  <a:lnTo>
                    <a:pt x="5884707" y="897004"/>
                  </a:lnTo>
                  <a:lnTo>
                    <a:pt x="5967590" y="883669"/>
                  </a:lnTo>
                  <a:lnTo>
                    <a:pt x="6015395" y="8753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072465" y="4781119"/>
              <a:ext cx="5764470" cy="597340"/>
            </a:xfrm>
            <a:custGeom>
              <a:avLst/>
              <a:pathLst>
                <a:path w="5764470" h="597340">
                  <a:moveTo>
                    <a:pt x="5764470" y="597340"/>
                  </a:moveTo>
                  <a:lnTo>
                    <a:pt x="5718940" y="588238"/>
                  </a:lnTo>
                  <a:lnTo>
                    <a:pt x="5636057" y="572518"/>
                  </a:lnTo>
                  <a:lnTo>
                    <a:pt x="5553174" y="557661"/>
                  </a:lnTo>
                  <a:lnTo>
                    <a:pt x="5470291" y="543678"/>
                  </a:lnTo>
                  <a:lnTo>
                    <a:pt x="5387408" y="530576"/>
                  </a:lnTo>
                  <a:lnTo>
                    <a:pt x="5304524" y="518353"/>
                  </a:lnTo>
                  <a:lnTo>
                    <a:pt x="5221641" y="506998"/>
                  </a:lnTo>
                  <a:lnTo>
                    <a:pt x="5138758" y="496486"/>
                  </a:lnTo>
                  <a:lnTo>
                    <a:pt x="5055875" y="486779"/>
                  </a:lnTo>
                  <a:lnTo>
                    <a:pt x="4972992" y="477819"/>
                  </a:lnTo>
                  <a:lnTo>
                    <a:pt x="4890108" y="469532"/>
                  </a:lnTo>
                  <a:lnTo>
                    <a:pt x="4807225" y="461831"/>
                  </a:lnTo>
                  <a:lnTo>
                    <a:pt x="4724342" y="454618"/>
                  </a:lnTo>
                  <a:lnTo>
                    <a:pt x="4641459" y="447791"/>
                  </a:lnTo>
                  <a:lnTo>
                    <a:pt x="4558576" y="441254"/>
                  </a:lnTo>
                  <a:lnTo>
                    <a:pt x="4475692" y="434921"/>
                  </a:lnTo>
                  <a:lnTo>
                    <a:pt x="4392809" y="428727"/>
                  </a:lnTo>
                  <a:lnTo>
                    <a:pt x="4309926" y="422632"/>
                  </a:lnTo>
                  <a:lnTo>
                    <a:pt x="4227043" y="416412"/>
                  </a:lnTo>
                  <a:lnTo>
                    <a:pt x="4144160" y="409912"/>
                  </a:lnTo>
                  <a:lnTo>
                    <a:pt x="4061276" y="403387"/>
                  </a:lnTo>
                  <a:lnTo>
                    <a:pt x="3978393" y="397071"/>
                  </a:lnTo>
                  <a:lnTo>
                    <a:pt x="3895510" y="391117"/>
                  </a:lnTo>
                  <a:lnTo>
                    <a:pt x="3812627" y="385575"/>
                  </a:lnTo>
                  <a:lnTo>
                    <a:pt x="3729744" y="380384"/>
                  </a:lnTo>
                  <a:lnTo>
                    <a:pt x="3646860" y="374762"/>
                  </a:lnTo>
                  <a:lnTo>
                    <a:pt x="3563977" y="368124"/>
                  </a:lnTo>
                  <a:lnTo>
                    <a:pt x="3481094" y="361687"/>
                  </a:lnTo>
                  <a:lnTo>
                    <a:pt x="3398211" y="356216"/>
                  </a:lnTo>
                  <a:lnTo>
                    <a:pt x="3315328" y="351807"/>
                  </a:lnTo>
                  <a:lnTo>
                    <a:pt x="3232444" y="348379"/>
                  </a:lnTo>
                  <a:lnTo>
                    <a:pt x="3149561" y="346401"/>
                  </a:lnTo>
                  <a:lnTo>
                    <a:pt x="3066678" y="345640"/>
                  </a:lnTo>
                  <a:lnTo>
                    <a:pt x="2983795" y="344361"/>
                  </a:lnTo>
                  <a:lnTo>
                    <a:pt x="2900912" y="344560"/>
                  </a:lnTo>
                  <a:lnTo>
                    <a:pt x="2818028" y="348041"/>
                  </a:lnTo>
                  <a:lnTo>
                    <a:pt x="2735145" y="352182"/>
                  </a:lnTo>
                  <a:lnTo>
                    <a:pt x="2652262" y="353175"/>
                  </a:lnTo>
                  <a:lnTo>
                    <a:pt x="2569379" y="349917"/>
                  </a:lnTo>
                  <a:lnTo>
                    <a:pt x="2486496" y="347329"/>
                  </a:lnTo>
                  <a:lnTo>
                    <a:pt x="2403612" y="344622"/>
                  </a:lnTo>
                  <a:lnTo>
                    <a:pt x="2320729" y="339985"/>
                  </a:lnTo>
                  <a:lnTo>
                    <a:pt x="2237846" y="331685"/>
                  </a:lnTo>
                  <a:lnTo>
                    <a:pt x="2154963" y="321936"/>
                  </a:lnTo>
                  <a:lnTo>
                    <a:pt x="2072080" y="311304"/>
                  </a:lnTo>
                  <a:lnTo>
                    <a:pt x="1989196" y="299829"/>
                  </a:lnTo>
                  <a:lnTo>
                    <a:pt x="1906313" y="287505"/>
                  </a:lnTo>
                  <a:lnTo>
                    <a:pt x="1823430" y="274299"/>
                  </a:lnTo>
                  <a:lnTo>
                    <a:pt x="1740547" y="260214"/>
                  </a:lnTo>
                  <a:lnTo>
                    <a:pt x="1657664" y="245716"/>
                  </a:lnTo>
                  <a:lnTo>
                    <a:pt x="1574780" y="231104"/>
                  </a:lnTo>
                  <a:lnTo>
                    <a:pt x="1491897" y="216521"/>
                  </a:lnTo>
                  <a:lnTo>
                    <a:pt x="1409014" y="202100"/>
                  </a:lnTo>
                  <a:lnTo>
                    <a:pt x="1326131" y="187950"/>
                  </a:lnTo>
                  <a:lnTo>
                    <a:pt x="1243248" y="174149"/>
                  </a:lnTo>
                  <a:lnTo>
                    <a:pt x="1160364" y="160737"/>
                  </a:lnTo>
                  <a:lnTo>
                    <a:pt x="1077481" y="147725"/>
                  </a:lnTo>
                  <a:lnTo>
                    <a:pt x="994598" y="135103"/>
                  </a:lnTo>
                  <a:lnTo>
                    <a:pt x="911715" y="122839"/>
                  </a:lnTo>
                  <a:lnTo>
                    <a:pt x="828832" y="110898"/>
                  </a:lnTo>
                  <a:lnTo>
                    <a:pt x="745948" y="99235"/>
                  </a:lnTo>
                  <a:lnTo>
                    <a:pt x="663065" y="87806"/>
                  </a:lnTo>
                  <a:lnTo>
                    <a:pt x="580182" y="76568"/>
                  </a:lnTo>
                  <a:lnTo>
                    <a:pt x="497299" y="65479"/>
                  </a:lnTo>
                  <a:lnTo>
                    <a:pt x="414416" y="54499"/>
                  </a:lnTo>
                  <a:lnTo>
                    <a:pt x="331532" y="43591"/>
                  </a:lnTo>
                  <a:lnTo>
                    <a:pt x="248649" y="32720"/>
                  </a:lnTo>
                  <a:lnTo>
                    <a:pt x="165766" y="21851"/>
                  </a:lnTo>
                  <a:lnTo>
                    <a:pt x="82883" y="109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72465" y="4440827"/>
              <a:ext cx="6015395" cy="763402"/>
            </a:xfrm>
            <a:custGeom>
              <a:avLst/>
              <a:pathLst>
                <a:path w="6015395" h="763402">
                  <a:moveTo>
                    <a:pt x="0" y="0"/>
                  </a:moveTo>
                  <a:lnTo>
                    <a:pt x="82883" y="35012"/>
                  </a:lnTo>
                  <a:lnTo>
                    <a:pt x="165766" y="68977"/>
                  </a:lnTo>
                  <a:lnTo>
                    <a:pt x="248649" y="101909"/>
                  </a:lnTo>
                  <a:lnTo>
                    <a:pt x="331532" y="133822"/>
                  </a:lnTo>
                  <a:lnTo>
                    <a:pt x="414416" y="164729"/>
                  </a:lnTo>
                  <a:lnTo>
                    <a:pt x="497299" y="194644"/>
                  </a:lnTo>
                  <a:lnTo>
                    <a:pt x="580182" y="223579"/>
                  </a:lnTo>
                  <a:lnTo>
                    <a:pt x="663065" y="251549"/>
                  </a:lnTo>
                  <a:lnTo>
                    <a:pt x="745948" y="278566"/>
                  </a:lnTo>
                  <a:lnTo>
                    <a:pt x="828832" y="304646"/>
                  </a:lnTo>
                  <a:lnTo>
                    <a:pt x="911715" y="329800"/>
                  </a:lnTo>
                  <a:lnTo>
                    <a:pt x="994598" y="354042"/>
                  </a:lnTo>
                  <a:lnTo>
                    <a:pt x="1077481" y="377387"/>
                  </a:lnTo>
                  <a:lnTo>
                    <a:pt x="1160364" y="399847"/>
                  </a:lnTo>
                  <a:lnTo>
                    <a:pt x="1243248" y="421435"/>
                  </a:lnTo>
                  <a:lnTo>
                    <a:pt x="1326131" y="442167"/>
                  </a:lnTo>
                  <a:lnTo>
                    <a:pt x="1409014" y="462054"/>
                  </a:lnTo>
                  <a:lnTo>
                    <a:pt x="1491897" y="481110"/>
                  </a:lnTo>
                  <a:lnTo>
                    <a:pt x="1574780" y="499350"/>
                  </a:lnTo>
                  <a:lnTo>
                    <a:pt x="1657664" y="516785"/>
                  </a:lnTo>
                  <a:lnTo>
                    <a:pt x="1740547" y="533431"/>
                  </a:lnTo>
                  <a:lnTo>
                    <a:pt x="1823430" y="549187"/>
                  </a:lnTo>
                  <a:lnTo>
                    <a:pt x="1906313" y="563791"/>
                  </a:lnTo>
                  <a:lnTo>
                    <a:pt x="1989196" y="577252"/>
                  </a:lnTo>
                  <a:lnTo>
                    <a:pt x="2072080" y="589591"/>
                  </a:lnTo>
                  <a:lnTo>
                    <a:pt x="2154963" y="600829"/>
                  </a:lnTo>
                  <a:lnTo>
                    <a:pt x="2237846" y="610987"/>
                  </a:lnTo>
                  <a:lnTo>
                    <a:pt x="2320729" y="619699"/>
                  </a:lnTo>
                  <a:lnTo>
                    <a:pt x="2403612" y="625067"/>
                  </a:lnTo>
                  <a:lnTo>
                    <a:pt x="2486496" y="628176"/>
                  </a:lnTo>
                  <a:lnTo>
                    <a:pt x="2569379" y="630621"/>
                  </a:lnTo>
                  <a:lnTo>
                    <a:pt x="2652262" y="633787"/>
                  </a:lnTo>
                  <a:lnTo>
                    <a:pt x="2735145" y="633375"/>
                  </a:lnTo>
                  <a:lnTo>
                    <a:pt x="2818028" y="629580"/>
                  </a:lnTo>
                  <a:lnTo>
                    <a:pt x="2900912" y="625698"/>
                  </a:lnTo>
                  <a:lnTo>
                    <a:pt x="2983795" y="625028"/>
                  </a:lnTo>
                  <a:lnTo>
                    <a:pt x="3066678" y="626545"/>
                  </a:lnTo>
                  <a:lnTo>
                    <a:pt x="3149561" y="627247"/>
                  </a:lnTo>
                  <a:lnTo>
                    <a:pt x="3232444" y="628351"/>
                  </a:lnTo>
                  <a:lnTo>
                    <a:pt x="3315328" y="631077"/>
                  </a:lnTo>
                  <a:lnTo>
                    <a:pt x="3398211" y="635522"/>
                  </a:lnTo>
                  <a:lnTo>
                    <a:pt x="3481094" y="640837"/>
                  </a:lnTo>
                  <a:lnTo>
                    <a:pt x="3563977" y="646523"/>
                  </a:lnTo>
                  <a:lnTo>
                    <a:pt x="3646860" y="652085"/>
                  </a:lnTo>
                  <a:lnTo>
                    <a:pt x="3729744" y="657048"/>
                  </a:lnTo>
                  <a:lnTo>
                    <a:pt x="3812627" y="661914"/>
                  </a:lnTo>
                  <a:lnTo>
                    <a:pt x="3895510" y="667007"/>
                  </a:lnTo>
                  <a:lnTo>
                    <a:pt x="3978393" y="672232"/>
                  </a:lnTo>
                  <a:lnTo>
                    <a:pt x="4061276" y="677490"/>
                  </a:lnTo>
                  <a:lnTo>
                    <a:pt x="4144160" y="682685"/>
                  </a:lnTo>
                  <a:lnTo>
                    <a:pt x="4227043" y="687721"/>
                  </a:lnTo>
                  <a:lnTo>
                    <a:pt x="4309926" y="692501"/>
                  </a:lnTo>
                  <a:lnTo>
                    <a:pt x="4392809" y="697080"/>
                  </a:lnTo>
                  <a:lnTo>
                    <a:pt x="4475692" y="701535"/>
                  </a:lnTo>
                  <a:lnTo>
                    <a:pt x="4558576" y="705869"/>
                  </a:lnTo>
                  <a:lnTo>
                    <a:pt x="4641459" y="710082"/>
                  </a:lnTo>
                  <a:lnTo>
                    <a:pt x="4724342" y="714176"/>
                  </a:lnTo>
                  <a:lnTo>
                    <a:pt x="4807225" y="718152"/>
                  </a:lnTo>
                  <a:lnTo>
                    <a:pt x="4890108" y="722010"/>
                  </a:lnTo>
                  <a:lnTo>
                    <a:pt x="4972992" y="725753"/>
                  </a:lnTo>
                  <a:lnTo>
                    <a:pt x="5055875" y="729381"/>
                  </a:lnTo>
                  <a:lnTo>
                    <a:pt x="5138758" y="732896"/>
                  </a:lnTo>
                  <a:lnTo>
                    <a:pt x="5221641" y="736298"/>
                  </a:lnTo>
                  <a:lnTo>
                    <a:pt x="5304524" y="739588"/>
                  </a:lnTo>
                  <a:lnTo>
                    <a:pt x="5387408" y="742769"/>
                  </a:lnTo>
                  <a:lnTo>
                    <a:pt x="5470291" y="745841"/>
                  </a:lnTo>
                  <a:lnTo>
                    <a:pt x="5553174" y="748805"/>
                  </a:lnTo>
                  <a:lnTo>
                    <a:pt x="5636057" y="751663"/>
                  </a:lnTo>
                  <a:lnTo>
                    <a:pt x="5718940" y="754415"/>
                  </a:lnTo>
                  <a:lnTo>
                    <a:pt x="5801824" y="757063"/>
                  </a:lnTo>
                  <a:lnTo>
                    <a:pt x="5884707" y="759608"/>
                  </a:lnTo>
                  <a:lnTo>
                    <a:pt x="5967590" y="762051"/>
                  </a:lnTo>
                  <a:lnTo>
                    <a:pt x="6015395" y="76340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244530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34247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393192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72465" y="4599593"/>
              <a:ext cx="6015395" cy="778866"/>
            </a:xfrm>
            <a:custGeom>
              <a:avLst/>
              <a:pathLst>
                <a:path w="6015395" h="778866">
                  <a:moveTo>
                    <a:pt x="0" y="0"/>
                  </a:moveTo>
                  <a:lnTo>
                    <a:pt x="82883" y="37704"/>
                  </a:lnTo>
                  <a:lnTo>
                    <a:pt x="165766" y="73870"/>
                  </a:lnTo>
                  <a:lnTo>
                    <a:pt x="248649" y="108486"/>
                  </a:lnTo>
                  <a:lnTo>
                    <a:pt x="331532" y="141538"/>
                  </a:lnTo>
                  <a:lnTo>
                    <a:pt x="414416" y="173010"/>
                  </a:lnTo>
                  <a:lnTo>
                    <a:pt x="497299" y="202885"/>
                  </a:lnTo>
                  <a:lnTo>
                    <a:pt x="580182" y="231145"/>
                  </a:lnTo>
                  <a:lnTo>
                    <a:pt x="663065" y="257769"/>
                  </a:lnTo>
                  <a:lnTo>
                    <a:pt x="745948" y="282735"/>
                  </a:lnTo>
                  <a:lnTo>
                    <a:pt x="828832" y="306017"/>
                  </a:lnTo>
                  <a:lnTo>
                    <a:pt x="911715" y="327592"/>
                  </a:lnTo>
                  <a:lnTo>
                    <a:pt x="994598" y="347436"/>
                  </a:lnTo>
                  <a:lnTo>
                    <a:pt x="1077481" y="365530"/>
                  </a:lnTo>
                  <a:lnTo>
                    <a:pt x="1160364" y="381862"/>
                  </a:lnTo>
                  <a:lnTo>
                    <a:pt x="1243248" y="396435"/>
                  </a:lnTo>
                  <a:lnTo>
                    <a:pt x="1326131" y="409272"/>
                  </a:lnTo>
                  <a:lnTo>
                    <a:pt x="1409014" y="420421"/>
                  </a:lnTo>
                  <a:lnTo>
                    <a:pt x="1491897" y="429961"/>
                  </a:lnTo>
                  <a:lnTo>
                    <a:pt x="1574780" y="437999"/>
                  </a:lnTo>
                  <a:lnTo>
                    <a:pt x="1657664" y="444663"/>
                  </a:lnTo>
                  <a:lnTo>
                    <a:pt x="1740547" y="450087"/>
                  </a:lnTo>
                  <a:lnTo>
                    <a:pt x="1823430" y="454309"/>
                  </a:lnTo>
                  <a:lnTo>
                    <a:pt x="1906313" y="457266"/>
                  </a:lnTo>
                  <a:lnTo>
                    <a:pt x="1989196" y="459114"/>
                  </a:lnTo>
                  <a:lnTo>
                    <a:pt x="2072080" y="460013"/>
                  </a:lnTo>
                  <a:lnTo>
                    <a:pt x="2154963" y="460140"/>
                  </a:lnTo>
                  <a:lnTo>
                    <a:pt x="2237846" y="459716"/>
                  </a:lnTo>
                  <a:lnTo>
                    <a:pt x="2320729" y="458667"/>
                  </a:lnTo>
                  <a:lnTo>
                    <a:pt x="2403612" y="455340"/>
                  </a:lnTo>
                  <a:lnTo>
                    <a:pt x="2486496" y="450265"/>
                  </a:lnTo>
                  <a:lnTo>
                    <a:pt x="2569379" y="444883"/>
                  </a:lnTo>
                  <a:lnTo>
                    <a:pt x="2652262" y="441202"/>
                  </a:lnTo>
                  <a:lnTo>
                    <a:pt x="2735145" y="437803"/>
                  </a:lnTo>
                  <a:lnTo>
                    <a:pt x="2818028" y="433454"/>
                  </a:lnTo>
                  <a:lnTo>
                    <a:pt x="2900912" y="428808"/>
                  </a:lnTo>
                  <a:lnTo>
                    <a:pt x="2983795" y="425533"/>
                  </a:lnTo>
                  <a:lnTo>
                    <a:pt x="3066678" y="424946"/>
                  </a:lnTo>
                  <a:lnTo>
                    <a:pt x="3149561" y="425492"/>
                  </a:lnTo>
                  <a:lnTo>
                    <a:pt x="3232444" y="425833"/>
                  </a:lnTo>
                  <a:lnTo>
                    <a:pt x="3315328" y="425928"/>
                  </a:lnTo>
                  <a:lnTo>
                    <a:pt x="3398211" y="426970"/>
                  </a:lnTo>
                  <a:lnTo>
                    <a:pt x="3481094" y="428774"/>
                  </a:lnTo>
                  <a:lnTo>
                    <a:pt x="3563977" y="430514"/>
                  </a:lnTo>
                  <a:lnTo>
                    <a:pt x="3646860" y="431938"/>
                  </a:lnTo>
                  <a:lnTo>
                    <a:pt x="3729744" y="433223"/>
                  </a:lnTo>
                  <a:lnTo>
                    <a:pt x="3812627" y="434797"/>
                  </a:lnTo>
                  <a:lnTo>
                    <a:pt x="3895510" y="436610"/>
                  </a:lnTo>
                  <a:lnTo>
                    <a:pt x="3978393" y="438462"/>
                  </a:lnTo>
                  <a:lnTo>
                    <a:pt x="4061276" y="440244"/>
                  </a:lnTo>
                  <a:lnTo>
                    <a:pt x="4144160" y="441939"/>
                  </a:lnTo>
                  <a:lnTo>
                    <a:pt x="4227043" y="443596"/>
                  </a:lnTo>
                  <a:lnTo>
                    <a:pt x="4309926" y="445288"/>
                  </a:lnTo>
                  <a:lnTo>
                    <a:pt x="4392809" y="446975"/>
                  </a:lnTo>
                  <a:lnTo>
                    <a:pt x="4475692" y="448598"/>
                  </a:lnTo>
                  <a:lnTo>
                    <a:pt x="4558576" y="450126"/>
                  </a:lnTo>
                  <a:lnTo>
                    <a:pt x="4641459" y="451503"/>
                  </a:lnTo>
                  <a:lnTo>
                    <a:pt x="4724342" y="452660"/>
                  </a:lnTo>
                  <a:lnTo>
                    <a:pt x="4807225" y="453514"/>
                  </a:lnTo>
                  <a:lnTo>
                    <a:pt x="4890108" y="453982"/>
                  </a:lnTo>
                  <a:lnTo>
                    <a:pt x="4972992" y="453982"/>
                  </a:lnTo>
                  <a:lnTo>
                    <a:pt x="5055875" y="453442"/>
                  </a:lnTo>
                  <a:lnTo>
                    <a:pt x="5138758" y="452299"/>
                  </a:lnTo>
                  <a:lnTo>
                    <a:pt x="5221641" y="450508"/>
                  </a:lnTo>
                  <a:lnTo>
                    <a:pt x="5304524" y="448037"/>
                  </a:lnTo>
                  <a:lnTo>
                    <a:pt x="5387408" y="444866"/>
                  </a:lnTo>
                  <a:lnTo>
                    <a:pt x="5470291" y="440990"/>
                  </a:lnTo>
                  <a:lnTo>
                    <a:pt x="5553174" y="436407"/>
                  </a:lnTo>
                  <a:lnTo>
                    <a:pt x="5636057" y="431127"/>
                  </a:lnTo>
                  <a:lnTo>
                    <a:pt x="5718940" y="425160"/>
                  </a:lnTo>
                  <a:lnTo>
                    <a:pt x="5801824" y="418520"/>
                  </a:lnTo>
                  <a:lnTo>
                    <a:pt x="5884707" y="411223"/>
                  </a:lnTo>
                  <a:lnTo>
                    <a:pt x="5967590" y="403284"/>
                  </a:lnTo>
                  <a:lnTo>
                    <a:pt x="6015395" y="398344"/>
                  </a:lnTo>
                  <a:lnTo>
                    <a:pt x="6015395" y="778866"/>
                  </a:lnTo>
                  <a:lnTo>
                    <a:pt x="5974109" y="778866"/>
                  </a:lnTo>
                  <a:lnTo>
                    <a:pt x="5967590" y="777295"/>
                  </a:lnTo>
                  <a:lnTo>
                    <a:pt x="5884707" y="758247"/>
                  </a:lnTo>
                  <a:lnTo>
                    <a:pt x="5801824" y="740131"/>
                  </a:lnTo>
                  <a:lnTo>
                    <a:pt x="5718940" y="722959"/>
                  </a:lnTo>
                  <a:lnTo>
                    <a:pt x="5636057" y="706746"/>
                  </a:lnTo>
                  <a:lnTo>
                    <a:pt x="5553174" y="691504"/>
                  </a:lnTo>
                  <a:lnTo>
                    <a:pt x="5470291" y="677240"/>
                  </a:lnTo>
                  <a:lnTo>
                    <a:pt x="5387408" y="663961"/>
                  </a:lnTo>
                  <a:lnTo>
                    <a:pt x="5304524" y="651666"/>
                  </a:lnTo>
                  <a:lnTo>
                    <a:pt x="5221641" y="640344"/>
                  </a:lnTo>
                  <a:lnTo>
                    <a:pt x="5138758" y="629975"/>
                  </a:lnTo>
                  <a:lnTo>
                    <a:pt x="5055875" y="620526"/>
                  </a:lnTo>
                  <a:lnTo>
                    <a:pt x="4972992" y="611946"/>
                  </a:lnTo>
                  <a:lnTo>
                    <a:pt x="4890108" y="604174"/>
                  </a:lnTo>
                  <a:lnTo>
                    <a:pt x="4807225" y="597134"/>
                  </a:lnTo>
                  <a:lnTo>
                    <a:pt x="4724342" y="590742"/>
                  </a:lnTo>
                  <a:lnTo>
                    <a:pt x="4641459" y="584911"/>
                  </a:lnTo>
                  <a:lnTo>
                    <a:pt x="4558576" y="579560"/>
                  </a:lnTo>
                  <a:lnTo>
                    <a:pt x="4475692" y="574614"/>
                  </a:lnTo>
                  <a:lnTo>
                    <a:pt x="4392809" y="570017"/>
                  </a:lnTo>
                  <a:lnTo>
                    <a:pt x="4309926" y="565735"/>
                  </a:lnTo>
                  <a:lnTo>
                    <a:pt x="4227043" y="561582"/>
                  </a:lnTo>
                  <a:lnTo>
                    <a:pt x="4144160" y="557420"/>
                  </a:lnTo>
                  <a:lnTo>
                    <a:pt x="4061276" y="553451"/>
                  </a:lnTo>
                  <a:lnTo>
                    <a:pt x="3978393" y="549859"/>
                  </a:lnTo>
                  <a:lnTo>
                    <a:pt x="3895510" y="546760"/>
                  </a:lnTo>
                  <a:lnTo>
                    <a:pt x="3812627" y="544180"/>
                  </a:lnTo>
                  <a:lnTo>
                    <a:pt x="3729744" y="542049"/>
                  </a:lnTo>
                  <a:lnTo>
                    <a:pt x="3646860" y="539637"/>
                  </a:lnTo>
                  <a:lnTo>
                    <a:pt x="3563977" y="536371"/>
                  </a:lnTo>
                  <a:lnTo>
                    <a:pt x="3481094" y="533347"/>
                  </a:lnTo>
                  <a:lnTo>
                    <a:pt x="3398211" y="531277"/>
                  </a:lnTo>
                  <a:lnTo>
                    <a:pt x="3315328" y="530298"/>
                  </a:lnTo>
                  <a:lnTo>
                    <a:pt x="3232444" y="529002"/>
                  </a:lnTo>
                  <a:lnTo>
                    <a:pt x="3149561" y="527165"/>
                  </a:lnTo>
                  <a:lnTo>
                    <a:pt x="3066678" y="526518"/>
                  </a:lnTo>
                  <a:lnTo>
                    <a:pt x="2983795" y="527513"/>
                  </a:lnTo>
                  <a:lnTo>
                    <a:pt x="2900912" y="529981"/>
                  </a:lnTo>
                  <a:lnTo>
                    <a:pt x="2818028" y="533942"/>
                  </a:lnTo>
                  <a:lnTo>
                    <a:pt x="2735145" y="538882"/>
                  </a:lnTo>
                  <a:lnTo>
                    <a:pt x="2652262" y="543276"/>
                  </a:lnTo>
                  <a:lnTo>
                    <a:pt x="2569379" y="546799"/>
                  </a:lnTo>
                  <a:lnTo>
                    <a:pt x="2486496" y="551938"/>
                  </a:lnTo>
                  <a:lnTo>
                    <a:pt x="2403612" y="557698"/>
                  </a:lnTo>
                  <a:lnTo>
                    <a:pt x="2320729" y="562277"/>
                  </a:lnTo>
                  <a:lnTo>
                    <a:pt x="2237846" y="564030"/>
                  </a:lnTo>
                  <a:lnTo>
                    <a:pt x="2154963" y="565155"/>
                  </a:lnTo>
                  <a:lnTo>
                    <a:pt x="2072080" y="566064"/>
                  </a:lnTo>
                  <a:lnTo>
                    <a:pt x="1989196" y="566643"/>
                  </a:lnTo>
                  <a:lnTo>
                    <a:pt x="1906313" y="566738"/>
                  </a:lnTo>
                  <a:lnTo>
                    <a:pt x="1823430" y="566173"/>
                  </a:lnTo>
                  <a:lnTo>
                    <a:pt x="1740547" y="564807"/>
                  </a:lnTo>
                  <a:lnTo>
                    <a:pt x="1657664" y="563057"/>
                  </a:lnTo>
                  <a:lnTo>
                    <a:pt x="1574780" y="561224"/>
                  </a:lnTo>
                  <a:lnTo>
                    <a:pt x="1491897" y="559440"/>
                  </a:lnTo>
                  <a:lnTo>
                    <a:pt x="1409014" y="557828"/>
                  </a:lnTo>
                  <a:lnTo>
                    <a:pt x="1326131" y="556492"/>
                  </a:lnTo>
                  <a:lnTo>
                    <a:pt x="1243248" y="555507"/>
                  </a:lnTo>
                  <a:lnTo>
                    <a:pt x="1160364" y="554919"/>
                  </a:lnTo>
                  <a:lnTo>
                    <a:pt x="1077481" y="554748"/>
                  </a:lnTo>
                  <a:lnTo>
                    <a:pt x="994598" y="554992"/>
                  </a:lnTo>
                  <a:lnTo>
                    <a:pt x="911715" y="555637"/>
                  </a:lnTo>
                  <a:lnTo>
                    <a:pt x="828832" y="556660"/>
                  </a:lnTo>
                  <a:lnTo>
                    <a:pt x="745948" y="558034"/>
                  </a:lnTo>
                  <a:lnTo>
                    <a:pt x="663065" y="559731"/>
                  </a:lnTo>
                  <a:lnTo>
                    <a:pt x="580182" y="561725"/>
                  </a:lnTo>
                  <a:lnTo>
                    <a:pt x="497299" y="563989"/>
                  </a:lnTo>
                  <a:lnTo>
                    <a:pt x="414416" y="566498"/>
                  </a:lnTo>
                  <a:lnTo>
                    <a:pt x="331532" y="569232"/>
                  </a:lnTo>
                  <a:lnTo>
                    <a:pt x="248649" y="572169"/>
                  </a:lnTo>
                  <a:lnTo>
                    <a:pt x="165766" y="575290"/>
                  </a:lnTo>
                  <a:lnTo>
                    <a:pt x="82883" y="578580"/>
                  </a:lnTo>
                  <a:lnTo>
                    <a:pt x="0" y="58202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72465" y="4599593"/>
              <a:ext cx="6015395" cy="460140"/>
            </a:xfrm>
            <a:custGeom>
              <a:avLst/>
              <a:pathLst>
                <a:path w="6015395" h="460140">
                  <a:moveTo>
                    <a:pt x="0" y="0"/>
                  </a:moveTo>
                  <a:lnTo>
                    <a:pt x="82883" y="37704"/>
                  </a:lnTo>
                  <a:lnTo>
                    <a:pt x="165766" y="73870"/>
                  </a:lnTo>
                  <a:lnTo>
                    <a:pt x="248649" y="108486"/>
                  </a:lnTo>
                  <a:lnTo>
                    <a:pt x="331532" y="141538"/>
                  </a:lnTo>
                  <a:lnTo>
                    <a:pt x="414416" y="173010"/>
                  </a:lnTo>
                  <a:lnTo>
                    <a:pt x="497299" y="202885"/>
                  </a:lnTo>
                  <a:lnTo>
                    <a:pt x="580182" y="231145"/>
                  </a:lnTo>
                  <a:lnTo>
                    <a:pt x="663065" y="257769"/>
                  </a:lnTo>
                  <a:lnTo>
                    <a:pt x="745948" y="282735"/>
                  </a:lnTo>
                  <a:lnTo>
                    <a:pt x="828832" y="306017"/>
                  </a:lnTo>
                  <a:lnTo>
                    <a:pt x="911715" y="327592"/>
                  </a:lnTo>
                  <a:lnTo>
                    <a:pt x="994598" y="347436"/>
                  </a:lnTo>
                  <a:lnTo>
                    <a:pt x="1077481" y="365530"/>
                  </a:lnTo>
                  <a:lnTo>
                    <a:pt x="1160364" y="381862"/>
                  </a:lnTo>
                  <a:lnTo>
                    <a:pt x="1243248" y="396435"/>
                  </a:lnTo>
                  <a:lnTo>
                    <a:pt x="1326131" y="409272"/>
                  </a:lnTo>
                  <a:lnTo>
                    <a:pt x="1409014" y="420421"/>
                  </a:lnTo>
                  <a:lnTo>
                    <a:pt x="1491897" y="429961"/>
                  </a:lnTo>
                  <a:lnTo>
                    <a:pt x="1574780" y="437999"/>
                  </a:lnTo>
                  <a:lnTo>
                    <a:pt x="1657664" y="444663"/>
                  </a:lnTo>
                  <a:lnTo>
                    <a:pt x="1740547" y="450087"/>
                  </a:lnTo>
                  <a:lnTo>
                    <a:pt x="1823430" y="454309"/>
                  </a:lnTo>
                  <a:lnTo>
                    <a:pt x="1906313" y="457266"/>
                  </a:lnTo>
                  <a:lnTo>
                    <a:pt x="1989196" y="459114"/>
                  </a:lnTo>
                  <a:lnTo>
                    <a:pt x="2072080" y="460013"/>
                  </a:lnTo>
                  <a:lnTo>
                    <a:pt x="2154963" y="460140"/>
                  </a:lnTo>
                  <a:lnTo>
                    <a:pt x="2237846" y="459716"/>
                  </a:lnTo>
                  <a:lnTo>
                    <a:pt x="2320729" y="458667"/>
                  </a:lnTo>
                  <a:lnTo>
                    <a:pt x="2403612" y="455340"/>
                  </a:lnTo>
                  <a:lnTo>
                    <a:pt x="2486496" y="450265"/>
                  </a:lnTo>
                  <a:lnTo>
                    <a:pt x="2569379" y="444883"/>
                  </a:lnTo>
                  <a:lnTo>
                    <a:pt x="2652262" y="441202"/>
                  </a:lnTo>
                  <a:lnTo>
                    <a:pt x="2735145" y="437803"/>
                  </a:lnTo>
                  <a:lnTo>
                    <a:pt x="2818028" y="433454"/>
                  </a:lnTo>
                  <a:lnTo>
                    <a:pt x="2900912" y="428808"/>
                  </a:lnTo>
                  <a:lnTo>
                    <a:pt x="2983795" y="425533"/>
                  </a:lnTo>
                  <a:lnTo>
                    <a:pt x="3066678" y="424946"/>
                  </a:lnTo>
                  <a:lnTo>
                    <a:pt x="3149561" y="425492"/>
                  </a:lnTo>
                  <a:lnTo>
                    <a:pt x="3232444" y="425833"/>
                  </a:lnTo>
                  <a:lnTo>
                    <a:pt x="3315328" y="425928"/>
                  </a:lnTo>
                  <a:lnTo>
                    <a:pt x="3398211" y="426970"/>
                  </a:lnTo>
                  <a:lnTo>
                    <a:pt x="3481094" y="428774"/>
                  </a:lnTo>
                  <a:lnTo>
                    <a:pt x="3563977" y="430514"/>
                  </a:lnTo>
                  <a:lnTo>
                    <a:pt x="3646860" y="431938"/>
                  </a:lnTo>
                  <a:lnTo>
                    <a:pt x="3729744" y="433223"/>
                  </a:lnTo>
                  <a:lnTo>
                    <a:pt x="3812627" y="434797"/>
                  </a:lnTo>
                  <a:lnTo>
                    <a:pt x="3895510" y="436610"/>
                  </a:lnTo>
                  <a:lnTo>
                    <a:pt x="3978393" y="438462"/>
                  </a:lnTo>
                  <a:lnTo>
                    <a:pt x="4061276" y="440244"/>
                  </a:lnTo>
                  <a:lnTo>
                    <a:pt x="4144160" y="441939"/>
                  </a:lnTo>
                  <a:lnTo>
                    <a:pt x="4227043" y="443596"/>
                  </a:lnTo>
                  <a:lnTo>
                    <a:pt x="4309926" y="445288"/>
                  </a:lnTo>
                  <a:lnTo>
                    <a:pt x="4392809" y="446975"/>
                  </a:lnTo>
                  <a:lnTo>
                    <a:pt x="4475692" y="448598"/>
                  </a:lnTo>
                  <a:lnTo>
                    <a:pt x="4558576" y="450126"/>
                  </a:lnTo>
                  <a:lnTo>
                    <a:pt x="4641459" y="451503"/>
                  </a:lnTo>
                  <a:lnTo>
                    <a:pt x="4724342" y="452660"/>
                  </a:lnTo>
                  <a:lnTo>
                    <a:pt x="4807225" y="453514"/>
                  </a:lnTo>
                  <a:lnTo>
                    <a:pt x="4890108" y="453982"/>
                  </a:lnTo>
                  <a:lnTo>
                    <a:pt x="4972992" y="453982"/>
                  </a:lnTo>
                  <a:lnTo>
                    <a:pt x="5055875" y="453442"/>
                  </a:lnTo>
                  <a:lnTo>
                    <a:pt x="5138758" y="452299"/>
                  </a:lnTo>
                  <a:lnTo>
                    <a:pt x="5221641" y="450508"/>
                  </a:lnTo>
                  <a:lnTo>
                    <a:pt x="5304524" y="448037"/>
                  </a:lnTo>
                  <a:lnTo>
                    <a:pt x="5387408" y="444866"/>
                  </a:lnTo>
                  <a:lnTo>
                    <a:pt x="5470291" y="440990"/>
                  </a:lnTo>
                  <a:lnTo>
                    <a:pt x="5553174" y="436407"/>
                  </a:lnTo>
                  <a:lnTo>
                    <a:pt x="5636057" y="431127"/>
                  </a:lnTo>
                  <a:lnTo>
                    <a:pt x="5718940" y="425160"/>
                  </a:lnTo>
                  <a:lnTo>
                    <a:pt x="5801824" y="418520"/>
                  </a:lnTo>
                  <a:lnTo>
                    <a:pt x="5884707" y="411223"/>
                  </a:lnTo>
                  <a:lnTo>
                    <a:pt x="5967590" y="403284"/>
                  </a:lnTo>
                  <a:lnTo>
                    <a:pt x="6015395" y="3983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72465" y="5126111"/>
              <a:ext cx="5974109" cy="252348"/>
            </a:xfrm>
            <a:custGeom>
              <a:avLst/>
              <a:pathLst>
                <a:path w="5974109" h="252348">
                  <a:moveTo>
                    <a:pt x="5974109" y="252348"/>
                  </a:moveTo>
                  <a:lnTo>
                    <a:pt x="5967590" y="250777"/>
                  </a:lnTo>
                  <a:lnTo>
                    <a:pt x="5884707" y="231729"/>
                  </a:lnTo>
                  <a:lnTo>
                    <a:pt x="5801824" y="213612"/>
                  </a:lnTo>
                  <a:lnTo>
                    <a:pt x="5718940" y="196441"/>
                  </a:lnTo>
                  <a:lnTo>
                    <a:pt x="5636057" y="180228"/>
                  </a:lnTo>
                  <a:lnTo>
                    <a:pt x="5553174" y="164985"/>
                  </a:lnTo>
                  <a:lnTo>
                    <a:pt x="5470291" y="150722"/>
                  </a:lnTo>
                  <a:lnTo>
                    <a:pt x="5387408" y="137443"/>
                  </a:lnTo>
                  <a:lnTo>
                    <a:pt x="5304524" y="125147"/>
                  </a:lnTo>
                  <a:lnTo>
                    <a:pt x="5221641" y="113826"/>
                  </a:lnTo>
                  <a:lnTo>
                    <a:pt x="5138758" y="103457"/>
                  </a:lnTo>
                  <a:lnTo>
                    <a:pt x="5055875" y="94007"/>
                  </a:lnTo>
                  <a:lnTo>
                    <a:pt x="4972992" y="85428"/>
                  </a:lnTo>
                  <a:lnTo>
                    <a:pt x="4890108" y="77656"/>
                  </a:lnTo>
                  <a:lnTo>
                    <a:pt x="4807225" y="70616"/>
                  </a:lnTo>
                  <a:lnTo>
                    <a:pt x="4724342" y="64223"/>
                  </a:lnTo>
                  <a:lnTo>
                    <a:pt x="4641459" y="58393"/>
                  </a:lnTo>
                  <a:lnTo>
                    <a:pt x="4558576" y="53041"/>
                  </a:lnTo>
                  <a:lnTo>
                    <a:pt x="4475692" y="48095"/>
                  </a:lnTo>
                  <a:lnTo>
                    <a:pt x="4392809" y="43499"/>
                  </a:lnTo>
                  <a:lnTo>
                    <a:pt x="4309926" y="39217"/>
                  </a:lnTo>
                  <a:lnTo>
                    <a:pt x="4227043" y="35064"/>
                  </a:lnTo>
                  <a:lnTo>
                    <a:pt x="4144160" y="30901"/>
                  </a:lnTo>
                  <a:lnTo>
                    <a:pt x="4061276" y="26932"/>
                  </a:lnTo>
                  <a:lnTo>
                    <a:pt x="3978393" y="23340"/>
                  </a:lnTo>
                  <a:lnTo>
                    <a:pt x="3895510" y="20242"/>
                  </a:lnTo>
                  <a:lnTo>
                    <a:pt x="3812627" y="17661"/>
                  </a:lnTo>
                  <a:lnTo>
                    <a:pt x="3729744" y="15531"/>
                  </a:lnTo>
                  <a:lnTo>
                    <a:pt x="3646860" y="13118"/>
                  </a:lnTo>
                  <a:lnTo>
                    <a:pt x="3563977" y="9853"/>
                  </a:lnTo>
                  <a:lnTo>
                    <a:pt x="3481094" y="6829"/>
                  </a:lnTo>
                  <a:lnTo>
                    <a:pt x="3398211" y="4758"/>
                  </a:lnTo>
                  <a:lnTo>
                    <a:pt x="3315328" y="3779"/>
                  </a:lnTo>
                  <a:lnTo>
                    <a:pt x="3232444" y="2483"/>
                  </a:lnTo>
                  <a:lnTo>
                    <a:pt x="3149561" y="646"/>
                  </a:lnTo>
                  <a:lnTo>
                    <a:pt x="3066678" y="0"/>
                  </a:lnTo>
                  <a:lnTo>
                    <a:pt x="2983795" y="994"/>
                  </a:lnTo>
                  <a:lnTo>
                    <a:pt x="2900912" y="3462"/>
                  </a:lnTo>
                  <a:lnTo>
                    <a:pt x="2818028" y="7423"/>
                  </a:lnTo>
                  <a:lnTo>
                    <a:pt x="2735145" y="12364"/>
                  </a:lnTo>
                  <a:lnTo>
                    <a:pt x="2652262" y="16758"/>
                  </a:lnTo>
                  <a:lnTo>
                    <a:pt x="2569379" y="20280"/>
                  </a:lnTo>
                  <a:lnTo>
                    <a:pt x="2486496" y="25419"/>
                  </a:lnTo>
                  <a:lnTo>
                    <a:pt x="2403612" y="31180"/>
                  </a:lnTo>
                  <a:lnTo>
                    <a:pt x="2320729" y="35759"/>
                  </a:lnTo>
                  <a:lnTo>
                    <a:pt x="2237846" y="37512"/>
                  </a:lnTo>
                  <a:lnTo>
                    <a:pt x="2154963" y="38637"/>
                  </a:lnTo>
                  <a:lnTo>
                    <a:pt x="2072080" y="39545"/>
                  </a:lnTo>
                  <a:lnTo>
                    <a:pt x="1989196" y="40124"/>
                  </a:lnTo>
                  <a:lnTo>
                    <a:pt x="1906313" y="40219"/>
                  </a:lnTo>
                  <a:lnTo>
                    <a:pt x="1823430" y="39655"/>
                  </a:lnTo>
                  <a:lnTo>
                    <a:pt x="1740547" y="38289"/>
                  </a:lnTo>
                  <a:lnTo>
                    <a:pt x="1657664" y="36539"/>
                  </a:lnTo>
                  <a:lnTo>
                    <a:pt x="1574780" y="34706"/>
                  </a:lnTo>
                  <a:lnTo>
                    <a:pt x="1491897" y="32921"/>
                  </a:lnTo>
                  <a:lnTo>
                    <a:pt x="1409014" y="31309"/>
                  </a:lnTo>
                  <a:lnTo>
                    <a:pt x="1326131" y="29973"/>
                  </a:lnTo>
                  <a:lnTo>
                    <a:pt x="1243248" y="28989"/>
                  </a:lnTo>
                  <a:lnTo>
                    <a:pt x="1160364" y="28401"/>
                  </a:lnTo>
                  <a:lnTo>
                    <a:pt x="1077481" y="28229"/>
                  </a:lnTo>
                  <a:lnTo>
                    <a:pt x="994598" y="28473"/>
                  </a:lnTo>
                  <a:lnTo>
                    <a:pt x="911715" y="29118"/>
                  </a:lnTo>
                  <a:lnTo>
                    <a:pt x="828832" y="30141"/>
                  </a:lnTo>
                  <a:lnTo>
                    <a:pt x="745948" y="31515"/>
                  </a:lnTo>
                  <a:lnTo>
                    <a:pt x="663065" y="33213"/>
                  </a:lnTo>
                  <a:lnTo>
                    <a:pt x="580182" y="35207"/>
                  </a:lnTo>
                  <a:lnTo>
                    <a:pt x="497299" y="37470"/>
                  </a:lnTo>
                  <a:lnTo>
                    <a:pt x="414416" y="39980"/>
                  </a:lnTo>
                  <a:lnTo>
                    <a:pt x="331532" y="42713"/>
                  </a:lnTo>
                  <a:lnTo>
                    <a:pt x="248649" y="45650"/>
                  </a:lnTo>
                  <a:lnTo>
                    <a:pt x="165766" y="48772"/>
                  </a:lnTo>
                  <a:lnTo>
                    <a:pt x="82883" y="52062"/>
                  </a:lnTo>
                  <a:lnTo>
                    <a:pt x="0" y="555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72465" y="4890604"/>
              <a:ext cx="6015395" cy="302567"/>
            </a:xfrm>
            <a:custGeom>
              <a:avLst/>
              <a:pathLst>
                <a:path w="6015395" h="302567">
                  <a:moveTo>
                    <a:pt x="0" y="0"/>
                  </a:moveTo>
                  <a:lnTo>
                    <a:pt x="82883" y="17131"/>
                  </a:lnTo>
                  <a:lnTo>
                    <a:pt x="165766" y="33569"/>
                  </a:lnTo>
                  <a:lnTo>
                    <a:pt x="248649" y="49316"/>
                  </a:lnTo>
                  <a:lnTo>
                    <a:pt x="331532" y="64374"/>
                  </a:lnTo>
                  <a:lnTo>
                    <a:pt x="414416" y="78743"/>
                  </a:lnTo>
                  <a:lnTo>
                    <a:pt x="497299" y="92426"/>
                  </a:lnTo>
                  <a:lnTo>
                    <a:pt x="580182" y="105424"/>
                  </a:lnTo>
                  <a:lnTo>
                    <a:pt x="663065" y="117739"/>
                  </a:lnTo>
                  <a:lnTo>
                    <a:pt x="745948" y="129373"/>
                  </a:lnTo>
                  <a:lnTo>
                    <a:pt x="828832" y="140327"/>
                  </a:lnTo>
                  <a:lnTo>
                    <a:pt x="911715" y="150603"/>
                  </a:lnTo>
                  <a:lnTo>
                    <a:pt x="994598" y="160203"/>
                  </a:lnTo>
                  <a:lnTo>
                    <a:pt x="1077481" y="169128"/>
                  </a:lnTo>
                  <a:lnTo>
                    <a:pt x="1160364" y="177380"/>
                  </a:lnTo>
                  <a:lnTo>
                    <a:pt x="1243248" y="184960"/>
                  </a:lnTo>
                  <a:lnTo>
                    <a:pt x="1326131" y="191871"/>
                  </a:lnTo>
                  <a:lnTo>
                    <a:pt x="1409014" y="198113"/>
                  </a:lnTo>
                  <a:lnTo>
                    <a:pt x="1491897" y="203689"/>
                  </a:lnTo>
                  <a:lnTo>
                    <a:pt x="1574780" y="208601"/>
                  </a:lnTo>
                  <a:lnTo>
                    <a:pt x="1657664" y="212849"/>
                  </a:lnTo>
                  <a:lnTo>
                    <a:pt x="1740547" y="216436"/>
                  </a:lnTo>
                  <a:lnTo>
                    <a:pt x="1823430" y="219230"/>
                  </a:lnTo>
                  <a:lnTo>
                    <a:pt x="1906313" y="220991"/>
                  </a:lnTo>
                  <a:lnTo>
                    <a:pt x="1989196" y="221867"/>
                  </a:lnTo>
                  <a:lnTo>
                    <a:pt x="2072080" y="222027"/>
                  </a:lnTo>
                  <a:lnTo>
                    <a:pt x="2154963" y="221637"/>
                  </a:lnTo>
                  <a:lnTo>
                    <a:pt x="2237846" y="220862"/>
                  </a:lnTo>
                  <a:lnTo>
                    <a:pt x="2320729" y="219461"/>
                  </a:lnTo>
                  <a:lnTo>
                    <a:pt x="2403612" y="215508"/>
                  </a:lnTo>
                  <a:lnTo>
                    <a:pt x="2486496" y="210090"/>
                  </a:lnTo>
                  <a:lnTo>
                    <a:pt x="2569379" y="204829"/>
                  </a:lnTo>
                  <a:lnTo>
                    <a:pt x="2652262" y="201228"/>
                  </a:lnTo>
                  <a:lnTo>
                    <a:pt x="2735145" y="197332"/>
                  </a:lnTo>
                  <a:lnTo>
                    <a:pt x="2818028" y="192687"/>
                  </a:lnTo>
                  <a:lnTo>
                    <a:pt x="2900912" y="188383"/>
                  </a:lnTo>
                  <a:lnTo>
                    <a:pt x="2983795" y="185512"/>
                  </a:lnTo>
                  <a:lnTo>
                    <a:pt x="3066678" y="184721"/>
                  </a:lnTo>
                  <a:lnTo>
                    <a:pt x="3149561" y="185317"/>
                  </a:lnTo>
                  <a:lnTo>
                    <a:pt x="3232444" y="186406"/>
                  </a:lnTo>
                  <a:lnTo>
                    <a:pt x="3315328" y="187102"/>
                  </a:lnTo>
                  <a:lnTo>
                    <a:pt x="3398211" y="188112"/>
                  </a:lnTo>
                  <a:lnTo>
                    <a:pt x="3481094" y="190050"/>
                  </a:lnTo>
                  <a:lnTo>
                    <a:pt x="3563977" y="192432"/>
                  </a:lnTo>
                  <a:lnTo>
                    <a:pt x="3646860" y="194776"/>
                  </a:lnTo>
                  <a:lnTo>
                    <a:pt x="3729744" y="196625"/>
                  </a:lnTo>
                  <a:lnTo>
                    <a:pt x="3812627" y="198477"/>
                  </a:lnTo>
                  <a:lnTo>
                    <a:pt x="3895510" y="200674"/>
                  </a:lnTo>
                  <a:lnTo>
                    <a:pt x="3978393" y="203149"/>
                  </a:lnTo>
                  <a:lnTo>
                    <a:pt x="4061276" y="205836"/>
                  </a:lnTo>
                  <a:lnTo>
                    <a:pt x="4144160" y="208668"/>
                  </a:lnTo>
                  <a:lnTo>
                    <a:pt x="4227043" y="211578"/>
                  </a:lnTo>
                  <a:lnTo>
                    <a:pt x="4309926" y="214500"/>
                  </a:lnTo>
                  <a:lnTo>
                    <a:pt x="4392809" y="217485"/>
                  </a:lnTo>
                  <a:lnTo>
                    <a:pt x="4475692" y="220595"/>
                  </a:lnTo>
                  <a:lnTo>
                    <a:pt x="4558576" y="223832"/>
                  </a:lnTo>
                  <a:lnTo>
                    <a:pt x="4641459" y="227196"/>
                  </a:lnTo>
                  <a:lnTo>
                    <a:pt x="4724342" y="230690"/>
                  </a:lnTo>
                  <a:lnTo>
                    <a:pt x="4807225" y="234313"/>
                  </a:lnTo>
                  <a:lnTo>
                    <a:pt x="4890108" y="238067"/>
                  </a:lnTo>
                  <a:lnTo>
                    <a:pt x="4972992" y="241953"/>
                  </a:lnTo>
                  <a:lnTo>
                    <a:pt x="5055875" y="245973"/>
                  </a:lnTo>
                  <a:lnTo>
                    <a:pt x="5138758" y="250126"/>
                  </a:lnTo>
                  <a:lnTo>
                    <a:pt x="5221641" y="254415"/>
                  </a:lnTo>
                  <a:lnTo>
                    <a:pt x="5304524" y="258840"/>
                  </a:lnTo>
                  <a:lnTo>
                    <a:pt x="5387408" y="263403"/>
                  </a:lnTo>
                  <a:lnTo>
                    <a:pt x="5470291" y="268104"/>
                  </a:lnTo>
                  <a:lnTo>
                    <a:pt x="5553174" y="272944"/>
                  </a:lnTo>
                  <a:lnTo>
                    <a:pt x="5636057" y="277926"/>
                  </a:lnTo>
                  <a:lnTo>
                    <a:pt x="5718940" y="283049"/>
                  </a:lnTo>
                  <a:lnTo>
                    <a:pt x="5801824" y="288315"/>
                  </a:lnTo>
                  <a:lnTo>
                    <a:pt x="5884707" y="293724"/>
                  </a:lnTo>
                  <a:lnTo>
                    <a:pt x="5967590" y="299279"/>
                  </a:lnTo>
                  <a:lnTo>
                    <a:pt x="6015395" y="30256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072465" y="4068909"/>
              <a:ext cx="6015395" cy="1309550"/>
            </a:xfrm>
            <a:custGeom>
              <a:avLst/>
              <a:pathLst>
                <a:path w="6015395" h="1309550">
                  <a:moveTo>
                    <a:pt x="0" y="0"/>
                  </a:moveTo>
                  <a:lnTo>
                    <a:pt x="82883" y="61139"/>
                  </a:lnTo>
                  <a:lnTo>
                    <a:pt x="165766" y="119770"/>
                  </a:lnTo>
                  <a:lnTo>
                    <a:pt x="248649" y="175873"/>
                  </a:lnTo>
                  <a:lnTo>
                    <a:pt x="331532" y="229429"/>
                  </a:lnTo>
                  <a:lnTo>
                    <a:pt x="414416" y="280416"/>
                  </a:lnTo>
                  <a:lnTo>
                    <a:pt x="497299" y="328809"/>
                  </a:lnTo>
                  <a:lnTo>
                    <a:pt x="580182" y="374578"/>
                  </a:lnTo>
                  <a:lnTo>
                    <a:pt x="663065" y="417694"/>
                  </a:lnTo>
                  <a:lnTo>
                    <a:pt x="745948" y="458119"/>
                  </a:lnTo>
                  <a:lnTo>
                    <a:pt x="828832" y="495818"/>
                  </a:lnTo>
                  <a:lnTo>
                    <a:pt x="911715" y="530752"/>
                  </a:lnTo>
                  <a:lnTo>
                    <a:pt x="994598" y="562885"/>
                  </a:lnTo>
                  <a:lnTo>
                    <a:pt x="1077481" y="592186"/>
                  </a:lnTo>
                  <a:lnTo>
                    <a:pt x="1160364" y="618642"/>
                  </a:lnTo>
                  <a:lnTo>
                    <a:pt x="1243248" y="642259"/>
                  </a:lnTo>
                  <a:lnTo>
                    <a:pt x="1326131" y="663080"/>
                  </a:lnTo>
                  <a:lnTo>
                    <a:pt x="1409014" y="681192"/>
                  </a:lnTo>
                  <a:lnTo>
                    <a:pt x="1491897" y="696734"/>
                  </a:lnTo>
                  <a:lnTo>
                    <a:pt x="1574780" y="709891"/>
                  </a:lnTo>
                  <a:lnTo>
                    <a:pt x="1657664" y="720884"/>
                  </a:lnTo>
                  <a:lnTo>
                    <a:pt x="1740547" y="729948"/>
                  </a:lnTo>
                  <a:lnTo>
                    <a:pt x="1823430" y="737204"/>
                  </a:lnTo>
                  <a:lnTo>
                    <a:pt x="1906313" y="742618"/>
                  </a:lnTo>
                  <a:lnTo>
                    <a:pt x="1989196" y="746352"/>
                  </a:lnTo>
                  <a:lnTo>
                    <a:pt x="2072080" y="748564"/>
                  </a:lnTo>
                  <a:lnTo>
                    <a:pt x="2154963" y="749445"/>
                  </a:lnTo>
                  <a:lnTo>
                    <a:pt x="2237846" y="749257"/>
                  </a:lnTo>
                  <a:lnTo>
                    <a:pt x="2320729" y="747679"/>
                  </a:lnTo>
                  <a:lnTo>
                    <a:pt x="2403612" y="741460"/>
                  </a:lnTo>
                  <a:lnTo>
                    <a:pt x="2486496" y="731860"/>
                  </a:lnTo>
                  <a:lnTo>
                    <a:pt x="2569379" y="721803"/>
                  </a:lnTo>
                  <a:lnTo>
                    <a:pt x="2652262" y="715109"/>
                  </a:lnTo>
                  <a:lnTo>
                    <a:pt x="2735145" y="707622"/>
                  </a:lnTo>
                  <a:lnTo>
                    <a:pt x="2818028" y="697461"/>
                  </a:lnTo>
                  <a:lnTo>
                    <a:pt x="2900912" y="687197"/>
                  </a:lnTo>
                  <a:lnTo>
                    <a:pt x="2983795" y="681136"/>
                  </a:lnTo>
                  <a:lnTo>
                    <a:pt x="3066678" y="681152"/>
                  </a:lnTo>
                  <a:lnTo>
                    <a:pt x="3149561" y="683185"/>
                  </a:lnTo>
                  <a:lnTo>
                    <a:pt x="3232444" y="685225"/>
                  </a:lnTo>
                  <a:lnTo>
                    <a:pt x="3315328" y="687473"/>
                  </a:lnTo>
                  <a:lnTo>
                    <a:pt x="3398211" y="692045"/>
                  </a:lnTo>
                  <a:lnTo>
                    <a:pt x="3481094" y="698373"/>
                  </a:lnTo>
                  <a:lnTo>
                    <a:pt x="3563977" y="704795"/>
                  </a:lnTo>
                  <a:lnTo>
                    <a:pt x="3646860" y="710631"/>
                  </a:lnTo>
                  <a:lnTo>
                    <a:pt x="3729744" y="715932"/>
                  </a:lnTo>
                  <a:lnTo>
                    <a:pt x="3812627" y="721497"/>
                  </a:lnTo>
                  <a:lnTo>
                    <a:pt x="3895510" y="727418"/>
                  </a:lnTo>
                  <a:lnTo>
                    <a:pt x="3978393" y="733443"/>
                  </a:lnTo>
                  <a:lnTo>
                    <a:pt x="4061276" y="739481"/>
                  </a:lnTo>
                  <a:lnTo>
                    <a:pt x="4144160" y="745595"/>
                  </a:lnTo>
                  <a:lnTo>
                    <a:pt x="4227043" y="751963"/>
                  </a:lnTo>
                  <a:lnTo>
                    <a:pt x="4309926" y="758799"/>
                  </a:lnTo>
                  <a:lnTo>
                    <a:pt x="4392809" y="765869"/>
                  </a:lnTo>
                  <a:lnTo>
                    <a:pt x="4475692" y="772919"/>
                  </a:lnTo>
                  <a:lnTo>
                    <a:pt x="4558576" y="779894"/>
                  </a:lnTo>
                  <a:lnTo>
                    <a:pt x="4641459" y="786699"/>
                  </a:lnTo>
                  <a:lnTo>
                    <a:pt x="4724342" y="793216"/>
                  </a:lnTo>
                  <a:lnTo>
                    <a:pt x="4807225" y="799306"/>
                  </a:lnTo>
                  <a:lnTo>
                    <a:pt x="4890108" y="804824"/>
                  </a:lnTo>
                  <a:lnTo>
                    <a:pt x="4972992" y="809632"/>
                  </a:lnTo>
                  <a:lnTo>
                    <a:pt x="5055875" y="813605"/>
                  </a:lnTo>
                  <a:lnTo>
                    <a:pt x="5138758" y="816638"/>
                  </a:lnTo>
                  <a:lnTo>
                    <a:pt x="5221641" y="818653"/>
                  </a:lnTo>
                  <a:lnTo>
                    <a:pt x="5304524" y="819595"/>
                  </a:lnTo>
                  <a:lnTo>
                    <a:pt x="5387408" y="819431"/>
                  </a:lnTo>
                  <a:lnTo>
                    <a:pt x="5470291" y="818149"/>
                  </a:lnTo>
                  <a:lnTo>
                    <a:pt x="5553174" y="815751"/>
                  </a:lnTo>
                  <a:lnTo>
                    <a:pt x="5636057" y="812250"/>
                  </a:lnTo>
                  <a:lnTo>
                    <a:pt x="5718940" y="807664"/>
                  </a:lnTo>
                  <a:lnTo>
                    <a:pt x="5801824" y="802017"/>
                  </a:lnTo>
                  <a:lnTo>
                    <a:pt x="5884707" y="795336"/>
                  </a:lnTo>
                  <a:lnTo>
                    <a:pt x="5967590" y="787648"/>
                  </a:lnTo>
                  <a:lnTo>
                    <a:pt x="6015395" y="782647"/>
                  </a:lnTo>
                  <a:lnTo>
                    <a:pt x="6015395" y="1309550"/>
                  </a:lnTo>
                  <a:lnTo>
                    <a:pt x="5703324" y="1309550"/>
                  </a:lnTo>
                  <a:lnTo>
                    <a:pt x="5636057" y="1282555"/>
                  </a:lnTo>
                  <a:lnTo>
                    <a:pt x="5553174" y="1251037"/>
                  </a:lnTo>
                  <a:lnTo>
                    <a:pt x="5470291" y="1221277"/>
                  </a:lnTo>
                  <a:lnTo>
                    <a:pt x="5387408" y="1193285"/>
                  </a:lnTo>
                  <a:lnTo>
                    <a:pt x="5304524" y="1167059"/>
                  </a:lnTo>
                  <a:lnTo>
                    <a:pt x="5221641" y="1142581"/>
                  </a:lnTo>
                  <a:lnTo>
                    <a:pt x="5138758" y="1119818"/>
                  </a:lnTo>
                  <a:lnTo>
                    <a:pt x="5055875" y="1098710"/>
                  </a:lnTo>
                  <a:lnTo>
                    <a:pt x="4972992" y="1079176"/>
                  </a:lnTo>
                  <a:lnTo>
                    <a:pt x="4890108" y="1061106"/>
                  </a:lnTo>
                  <a:lnTo>
                    <a:pt x="4807225" y="1044373"/>
                  </a:lnTo>
                  <a:lnTo>
                    <a:pt x="4724342" y="1028834"/>
                  </a:lnTo>
                  <a:lnTo>
                    <a:pt x="4641459" y="1014341"/>
                  </a:lnTo>
                  <a:lnTo>
                    <a:pt x="4558576" y="1000753"/>
                  </a:lnTo>
                  <a:lnTo>
                    <a:pt x="4475692" y="987946"/>
                  </a:lnTo>
                  <a:lnTo>
                    <a:pt x="4392809" y="975823"/>
                  </a:lnTo>
                  <a:lnTo>
                    <a:pt x="4309926" y="964325"/>
                  </a:lnTo>
                  <a:lnTo>
                    <a:pt x="4227043" y="953289"/>
                  </a:lnTo>
                  <a:lnTo>
                    <a:pt x="4144160" y="942647"/>
                  </a:lnTo>
                  <a:lnTo>
                    <a:pt x="4061276" y="932652"/>
                  </a:lnTo>
                  <a:lnTo>
                    <a:pt x="3978393" y="923525"/>
                  </a:lnTo>
                  <a:lnTo>
                    <a:pt x="3895510" y="915373"/>
                  </a:lnTo>
                  <a:lnTo>
                    <a:pt x="3812627" y="908144"/>
                  </a:lnTo>
                  <a:lnTo>
                    <a:pt x="3729744" y="901630"/>
                  </a:lnTo>
                  <a:lnTo>
                    <a:pt x="3646860" y="894403"/>
                  </a:lnTo>
                  <a:lnTo>
                    <a:pt x="3563977" y="885426"/>
                  </a:lnTo>
                  <a:lnTo>
                    <a:pt x="3481094" y="876812"/>
                  </a:lnTo>
                  <a:lnTo>
                    <a:pt x="3398211" y="870030"/>
                  </a:lnTo>
                  <a:lnTo>
                    <a:pt x="3315328" y="865566"/>
                  </a:lnTo>
                  <a:lnTo>
                    <a:pt x="3232444" y="861268"/>
                  </a:lnTo>
                  <a:lnTo>
                    <a:pt x="3149561" y="856676"/>
                  </a:lnTo>
                  <a:lnTo>
                    <a:pt x="3066678" y="854470"/>
                  </a:lnTo>
                  <a:lnTo>
                    <a:pt x="2983795" y="855150"/>
                  </a:lnTo>
                  <a:lnTo>
                    <a:pt x="2900912" y="859835"/>
                  </a:lnTo>
                  <a:lnTo>
                    <a:pt x="2818028" y="868929"/>
                  </a:lnTo>
                  <a:lnTo>
                    <a:pt x="2735145" y="880099"/>
                  </a:lnTo>
                  <a:lnTo>
                    <a:pt x="2652262" y="889284"/>
                  </a:lnTo>
                  <a:lnTo>
                    <a:pt x="2569379" y="895708"/>
                  </a:lnTo>
                  <a:lnTo>
                    <a:pt x="2486496" y="905349"/>
                  </a:lnTo>
                  <a:lnTo>
                    <a:pt x="2403612" y="916120"/>
                  </a:lnTo>
                  <a:lnTo>
                    <a:pt x="2320729" y="924474"/>
                  </a:lnTo>
                  <a:lnTo>
                    <a:pt x="2237846" y="927254"/>
                  </a:lnTo>
                  <a:lnTo>
                    <a:pt x="2154963" y="928638"/>
                  </a:lnTo>
                  <a:lnTo>
                    <a:pt x="2072080" y="929525"/>
                  </a:lnTo>
                  <a:lnTo>
                    <a:pt x="1989196" y="929834"/>
                  </a:lnTo>
                  <a:lnTo>
                    <a:pt x="1906313" y="929416"/>
                  </a:lnTo>
                  <a:lnTo>
                    <a:pt x="1823430" y="928084"/>
                  </a:lnTo>
                  <a:lnTo>
                    <a:pt x="1740547" y="925702"/>
                  </a:lnTo>
                  <a:lnTo>
                    <a:pt x="1657664" y="922908"/>
                  </a:lnTo>
                  <a:lnTo>
                    <a:pt x="1574780" y="920157"/>
                  </a:lnTo>
                  <a:lnTo>
                    <a:pt x="1491897" y="917671"/>
                  </a:lnTo>
                  <a:lnTo>
                    <a:pt x="1409014" y="915658"/>
                  </a:lnTo>
                  <a:lnTo>
                    <a:pt x="1326131" y="914290"/>
                  </a:lnTo>
                  <a:lnTo>
                    <a:pt x="1243248" y="913692"/>
                  </a:lnTo>
                  <a:lnTo>
                    <a:pt x="1160364" y="913939"/>
                  </a:lnTo>
                  <a:lnTo>
                    <a:pt x="1077481" y="915060"/>
                  </a:lnTo>
                  <a:lnTo>
                    <a:pt x="994598" y="917049"/>
                  </a:lnTo>
                  <a:lnTo>
                    <a:pt x="911715" y="919878"/>
                  </a:lnTo>
                  <a:lnTo>
                    <a:pt x="828832" y="923504"/>
                  </a:lnTo>
                  <a:lnTo>
                    <a:pt x="745948" y="927879"/>
                  </a:lnTo>
                  <a:lnTo>
                    <a:pt x="663065" y="932949"/>
                  </a:lnTo>
                  <a:lnTo>
                    <a:pt x="580182" y="938666"/>
                  </a:lnTo>
                  <a:lnTo>
                    <a:pt x="497299" y="944981"/>
                  </a:lnTo>
                  <a:lnTo>
                    <a:pt x="414416" y="951849"/>
                  </a:lnTo>
                  <a:lnTo>
                    <a:pt x="331532" y="959229"/>
                  </a:lnTo>
                  <a:lnTo>
                    <a:pt x="248649" y="967082"/>
                  </a:lnTo>
                  <a:lnTo>
                    <a:pt x="165766" y="975373"/>
                  </a:lnTo>
                  <a:lnTo>
                    <a:pt x="82883" y="984068"/>
                  </a:lnTo>
                  <a:lnTo>
                    <a:pt x="0" y="99313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72465" y="4068909"/>
              <a:ext cx="6015395" cy="819595"/>
            </a:xfrm>
            <a:custGeom>
              <a:avLst/>
              <a:pathLst>
                <a:path w="6015395" h="819595">
                  <a:moveTo>
                    <a:pt x="0" y="0"/>
                  </a:moveTo>
                  <a:lnTo>
                    <a:pt x="82883" y="61139"/>
                  </a:lnTo>
                  <a:lnTo>
                    <a:pt x="165766" y="119770"/>
                  </a:lnTo>
                  <a:lnTo>
                    <a:pt x="248649" y="175873"/>
                  </a:lnTo>
                  <a:lnTo>
                    <a:pt x="331532" y="229429"/>
                  </a:lnTo>
                  <a:lnTo>
                    <a:pt x="414416" y="280416"/>
                  </a:lnTo>
                  <a:lnTo>
                    <a:pt x="497299" y="328809"/>
                  </a:lnTo>
                  <a:lnTo>
                    <a:pt x="580182" y="374578"/>
                  </a:lnTo>
                  <a:lnTo>
                    <a:pt x="663065" y="417694"/>
                  </a:lnTo>
                  <a:lnTo>
                    <a:pt x="745948" y="458119"/>
                  </a:lnTo>
                  <a:lnTo>
                    <a:pt x="828832" y="495818"/>
                  </a:lnTo>
                  <a:lnTo>
                    <a:pt x="911715" y="530752"/>
                  </a:lnTo>
                  <a:lnTo>
                    <a:pt x="994598" y="562885"/>
                  </a:lnTo>
                  <a:lnTo>
                    <a:pt x="1077481" y="592186"/>
                  </a:lnTo>
                  <a:lnTo>
                    <a:pt x="1160364" y="618642"/>
                  </a:lnTo>
                  <a:lnTo>
                    <a:pt x="1243248" y="642259"/>
                  </a:lnTo>
                  <a:lnTo>
                    <a:pt x="1326131" y="663080"/>
                  </a:lnTo>
                  <a:lnTo>
                    <a:pt x="1409014" y="681192"/>
                  </a:lnTo>
                  <a:lnTo>
                    <a:pt x="1491897" y="696734"/>
                  </a:lnTo>
                  <a:lnTo>
                    <a:pt x="1574780" y="709891"/>
                  </a:lnTo>
                  <a:lnTo>
                    <a:pt x="1657664" y="720884"/>
                  </a:lnTo>
                  <a:lnTo>
                    <a:pt x="1740547" y="729948"/>
                  </a:lnTo>
                  <a:lnTo>
                    <a:pt x="1823430" y="737204"/>
                  </a:lnTo>
                  <a:lnTo>
                    <a:pt x="1906313" y="742618"/>
                  </a:lnTo>
                  <a:lnTo>
                    <a:pt x="1989196" y="746352"/>
                  </a:lnTo>
                  <a:lnTo>
                    <a:pt x="2072080" y="748564"/>
                  </a:lnTo>
                  <a:lnTo>
                    <a:pt x="2154963" y="749445"/>
                  </a:lnTo>
                  <a:lnTo>
                    <a:pt x="2237846" y="749257"/>
                  </a:lnTo>
                  <a:lnTo>
                    <a:pt x="2320729" y="747679"/>
                  </a:lnTo>
                  <a:lnTo>
                    <a:pt x="2403612" y="741460"/>
                  </a:lnTo>
                  <a:lnTo>
                    <a:pt x="2486496" y="731860"/>
                  </a:lnTo>
                  <a:lnTo>
                    <a:pt x="2569379" y="721803"/>
                  </a:lnTo>
                  <a:lnTo>
                    <a:pt x="2652262" y="715109"/>
                  </a:lnTo>
                  <a:lnTo>
                    <a:pt x="2735145" y="707622"/>
                  </a:lnTo>
                  <a:lnTo>
                    <a:pt x="2818028" y="697461"/>
                  </a:lnTo>
                  <a:lnTo>
                    <a:pt x="2900912" y="687197"/>
                  </a:lnTo>
                  <a:lnTo>
                    <a:pt x="2983795" y="681136"/>
                  </a:lnTo>
                  <a:lnTo>
                    <a:pt x="3066678" y="681152"/>
                  </a:lnTo>
                  <a:lnTo>
                    <a:pt x="3149561" y="683185"/>
                  </a:lnTo>
                  <a:lnTo>
                    <a:pt x="3232444" y="685225"/>
                  </a:lnTo>
                  <a:lnTo>
                    <a:pt x="3315328" y="687473"/>
                  </a:lnTo>
                  <a:lnTo>
                    <a:pt x="3398211" y="692045"/>
                  </a:lnTo>
                  <a:lnTo>
                    <a:pt x="3481094" y="698373"/>
                  </a:lnTo>
                  <a:lnTo>
                    <a:pt x="3563977" y="704795"/>
                  </a:lnTo>
                  <a:lnTo>
                    <a:pt x="3646860" y="710631"/>
                  </a:lnTo>
                  <a:lnTo>
                    <a:pt x="3729744" y="715932"/>
                  </a:lnTo>
                  <a:lnTo>
                    <a:pt x="3812627" y="721497"/>
                  </a:lnTo>
                  <a:lnTo>
                    <a:pt x="3895510" y="727418"/>
                  </a:lnTo>
                  <a:lnTo>
                    <a:pt x="3978393" y="733443"/>
                  </a:lnTo>
                  <a:lnTo>
                    <a:pt x="4061276" y="739481"/>
                  </a:lnTo>
                  <a:lnTo>
                    <a:pt x="4144160" y="745595"/>
                  </a:lnTo>
                  <a:lnTo>
                    <a:pt x="4227043" y="751963"/>
                  </a:lnTo>
                  <a:lnTo>
                    <a:pt x="4309926" y="758799"/>
                  </a:lnTo>
                  <a:lnTo>
                    <a:pt x="4392809" y="765869"/>
                  </a:lnTo>
                  <a:lnTo>
                    <a:pt x="4475692" y="772919"/>
                  </a:lnTo>
                  <a:lnTo>
                    <a:pt x="4558576" y="779894"/>
                  </a:lnTo>
                  <a:lnTo>
                    <a:pt x="4641459" y="786699"/>
                  </a:lnTo>
                  <a:lnTo>
                    <a:pt x="4724342" y="793216"/>
                  </a:lnTo>
                  <a:lnTo>
                    <a:pt x="4807225" y="799306"/>
                  </a:lnTo>
                  <a:lnTo>
                    <a:pt x="4890108" y="804824"/>
                  </a:lnTo>
                  <a:lnTo>
                    <a:pt x="4972992" y="809632"/>
                  </a:lnTo>
                  <a:lnTo>
                    <a:pt x="5055875" y="813605"/>
                  </a:lnTo>
                  <a:lnTo>
                    <a:pt x="5138758" y="816638"/>
                  </a:lnTo>
                  <a:lnTo>
                    <a:pt x="5221641" y="818653"/>
                  </a:lnTo>
                  <a:lnTo>
                    <a:pt x="5304524" y="819595"/>
                  </a:lnTo>
                  <a:lnTo>
                    <a:pt x="5387408" y="819431"/>
                  </a:lnTo>
                  <a:lnTo>
                    <a:pt x="5470291" y="818149"/>
                  </a:lnTo>
                  <a:lnTo>
                    <a:pt x="5553174" y="815751"/>
                  </a:lnTo>
                  <a:lnTo>
                    <a:pt x="5636057" y="812250"/>
                  </a:lnTo>
                  <a:lnTo>
                    <a:pt x="5718940" y="807664"/>
                  </a:lnTo>
                  <a:lnTo>
                    <a:pt x="5801824" y="802017"/>
                  </a:lnTo>
                  <a:lnTo>
                    <a:pt x="5884707" y="795336"/>
                  </a:lnTo>
                  <a:lnTo>
                    <a:pt x="5967590" y="787648"/>
                  </a:lnTo>
                  <a:lnTo>
                    <a:pt x="6015395" y="7826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072465" y="4923380"/>
              <a:ext cx="5703324" cy="455079"/>
            </a:xfrm>
            <a:custGeom>
              <a:avLst/>
              <a:pathLst>
                <a:path w="5703324" h="455079">
                  <a:moveTo>
                    <a:pt x="5703324" y="455079"/>
                  </a:moveTo>
                  <a:lnTo>
                    <a:pt x="5636057" y="428085"/>
                  </a:lnTo>
                  <a:lnTo>
                    <a:pt x="5553174" y="396567"/>
                  </a:lnTo>
                  <a:lnTo>
                    <a:pt x="5470291" y="366807"/>
                  </a:lnTo>
                  <a:lnTo>
                    <a:pt x="5387408" y="338815"/>
                  </a:lnTo>
                  <a:lnTo>
                    <a:pt x="5304524" y="312588"/>
                  </a:lnTo>
                  <a:lnTo>
                    <a:pt x="5221641" y="288111"/>
                  </a:lnTo>
                  <a:lnTo>
                    <a:pt x="5138758" y="265348"/>
                  </a:lnTo>
                  <a:lnTo>
                    <a:pt x="5055875" y="244240"/>
                  </a:lnTo>
                  <a:lnTo>
                    <a:pt x="4972992" y="224705"/>
                  </a:lnTo>
                  <a:lnTo>
                    <a:pt x="4890108" y="206636"/>
                  </a:lnTo>
                  <a:lnTo>
                    <a:pt x="4807225" y="189903"/>
                  </a:lnTo>
                  <a:lnTo>
                    <a:pt x="4724342" y="174364"/>
                  </a:lnTo>
                  <a:lnTo>
                    <a:pt x="4641459" y="159871"/>
                  </a:lnTo>
                  <a:lnTo>
                    <a:pt x="4558576" y="146283"/>
                  </a:lnTo>
                  <a:lnTo>
                    <a:pt x="4475692" y="133476"/>
                  </a:lnTo>
                  <a:lnTo>
                    <a:pt x="4392809" y="121353"/>
                  </a:lnTo>
                  <a:lnTo>
                    <a:pt x="4309926" y="109854"/>
                  </a:lnTo>
                  <a:lnTo>
                    <a:pt x="4227043" y="98819"/>
                  </a:lnTo>
                  <a:lnTo>
                    <a:pt x="4144160" y="88176"/>
                  </a:lnTo>
                  <a:lnTo>
                    <a:pt x="4061276" y="78182"/>
                  </a:lnTo>
                  <a:lnTo>
                    <a:pt x="3978393" y="69055"/>
                  </a:lnTo>
                  <a:lnTo>
                    <a:pt x="3895510" y="60903"/>
                  </a:lnTo>
                  <a:lnTo>
                    <a:pt x="3812627" y="53674"/>
                  </a:lnTo>
                  <a:lnTo>
                    <a:pt x="3729744" y="47159"/>
                  </a:lnTo>
                  <a:lnTo>
                    <a:pt x="3646860" y="39932"/>
                  </a:lnTo>
                  <a:lnTo>
                    <a:pt x="3563977" y="30956"/>
                  </a:lnTo>
                  <a:lnTo>
                    <a:pt x="3481094" y="22342"/>
                  </a:lnTo>
                  <a:lnTo>
                    <a:pt x="3398211" y="15559"/>
                  </a:lnTo>
                  <a:lnTo>
                    <a:pt x="3315328" y="11096"/>
                  </a:lnTo>
                  <a:lnTo>
                    <a:pt x="3232444" y="6798"/>
                  </a:lnTo>
                  <a:lnTo>
                    <a:pt x="3149561" y="2206"/>
                  </a:lnTo>
                  <a:lnTo>
                    <a:pt x="3066678" y="0"/>
                  </a:lnTo>
                  <a:lnTo>
                    <a:pt x="2983795" y="680"/>
                  </a:lnTo>
                  <a:lnTo>
                    <a:pt x="2900912" y="5365"/>
                  </a:lnTo>
                  <a:lnTo>
                    <a:pt x="2818028" y="14458"/>
                  </a:lnTo>
                  <a:lnTo>
                    <a:pt x="2735145" y="25629"/>
                  </a:lnTo>
                  <a:lnTo>
                    <a:pt x="2652262" y="34814"/>
                  </a:lnTo>
                  <a:lnTo>
                    <a:pt x="2569379" y="41238"/>
                  </a:lnTo>
                  <a:lnTo>
                    <a:pt x="2486496" y="50879"/>
                  </a:lnTo>
                  <a:lnTo>
                    <a:pt x="2403612" y="61650"/>
                  </a:lnTo>
                  <a:lnTo>
                    <a:pt x="2320729" y="70004"/>
                  </a:lnTo>
                  <a:lnTo>
                    <a:pt x="2237846" y="72783"/>
                  </a:lnTo>
                  <a:lnTo>
                    <a:pt x="2154963" y="74167"/>
                  </a:lnTo>
                  <a:lnTo>
                    <a:pt x="2072080" y="75055"/>
                  </a:lnTo>
                  <a:lnTo>
                    <a:pt x="1989196" y="75364"/>
                  </a:lnTo>
                  <a:lnTo>
                    <a:pt x="1906313" y="74946"/>
                  </a:lnTo>
                  <a:lnTo>
                    <a:pt x="1823430" y="73614"/>
                  </a:lnTo>
                  <a:lnTo>
                    <a:pt x="1740547" y="71232"/>
                  </a:lnTo>
                  <a:lnTo>
                    <a:pt x="1657664" y="68438"/>
                  </a:lnTo>
                  <a:lnTo>
                    <a:pt x="1574780" y="65687"/>
                  </a:lnTo>
                  <a:lnTo>
                    <a:pt x="1491897" y="63201"/>
                  </a:lnTo>
                  <a:lnTo>
                    <a:pt x="1409014" y="61188"/>
                  </a:lnTo>
                  <a:lnTo>
                    <a:pt x="1326131" y="59820"/>
                  </a:lnTo>
                  <a:lnTo>
                    <a:pt x="1243248" y="59222"/>
                  </a:lnTo>
                  <a:lnTo>
                    <a:pt x="1160364" y="59469"/>
                  </a:lnTo>
                  <a:lnTo>
                    <a:pt x="1077481" y="60590"/>
                  </a:lnTo>
                  <a:lnTo>
                    <a:pt x="994598" y="62579"/>
                  </a:lnTo>
                  <a:lnTo>
                    <a:pt x="911715" y="65408"/>
                  </a:lnTo>
                  <a:lnTo>
                    <a:pt x="828832" y="69034"/>
                  </a:lnTo>
                  <a:lnTo>
                    <a:pt x="745948" y="73408"/>
                  </a:lnTo>
                  <a:lnTo>
                    <a:pt x="663065" y="78479"/>
                  </a:lnTo>
                  <a:lnTo>
                    <a:pt x="580182" y="84196"/>
                  </a:lnTo>
                  <a:lnTo>
                    <a:pt x="497299" y="90511"/>
                  </a:lnTo>
                  <a:lnTo>
                    <a:pt x="414416" y="97379"/>
                  </a:lnTo>
                  <a:lnTo>
                    <a:pt x="331532" y="104759"/>
                  </a:lnTo>
                  <a:lnTo>
                    <a:pt x="248649" y="112612"/>
                  </a:lnTo>
                  <a:lnTo>
                    <a:pt x="165766" y="120902"/>
                  </a:lnTo>
                  <a:lnTo>
                    <a:pt x="82883" y="129598"/>
                  </a:lnTo>
                  <a:lnTo>
                    <a:pt x="0" y="1386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72465" y="4565479"/>
              <a:ext cx="6015395" cy="619216"/>
            </a:xfrm>
            <a:custGeom>
              <a:avLst/>
              <a:pathLst>
                <a:path w="6015395" h="619216">
                  <a:moveTo>
                    <a:pt x="0" y="0"/>
                  </a:moveTo>
                  <a:lnTo>
                    <a:pt x="82883" y="26034"/>
                  </a:lnTo>
                  <a:lnTo>
                    <a:pt x="165766" y="51002"/>
                  </a:lnTo>
                  <a:lnTo>
                    <a:pt x="248649" y="74908"/>
                  </a:lnTo>
                  <a:lnTo>
                    <a:pt x="331532" y="97759"/>
                  </a:lnTo>
                  <a:lnTo>
                    <a:pt x="414416" y="119563"/>
                  </a:lnTo>
                  <a:lnTo>
                    <a:pt x="497299" y="140325"/>
                  </a:lnTo>
                  <a:lnTo>
                    <a:pt x="580182" y="160053"/>
                  </a:lnTo>
                  <a:lnTo>
                    <a:pt x="663065" y="178752"/>
                  </a:lnTo>
                  <a:lnTo>
                    <a:pt x="745948" y="196430"/>
                  </a:lnTo>
                  <a:lnTo>
                    <a:pt x="828832" y="213092"/>
                  </a:lnTo>
                  <a:lnTo>
                    <a:pt x="911715" y="228746"/>
                  </a:lnTo>
                  <a:lnTo>
                    <a:pt x="994598" y="243397"/>
                  </a:lnTo>
                  <a:lnTo>
                    <a:pt x="1077481" y="257054"/>
                  </a:lnTo>
                  <a:lnTo>
                    <a:pt x="1160364" y="269721"/>
                  </a:lnTo>
                  <a:lnTo>
                    <a:pt x="1243248" y="281406"/>
                  </a:lnTo>
                  <a:lnTo>
                    <a:pt x="1326131" y="292116"/>
                  </a:lnTo>
                  <a:lnTo>
                    <a:pt x="1409014" y="301856"/>
                  </a:lnTo>
                  <a:lnTo>
                    <a:pt x="1491897" y="310633"/>
                  </a:lnTo>
                  <a:lnTo>
                    <a:pt x="1574780" y="318455"/>
                  </a:lnTo>
                  <a:lnTo>
                    <a:pt x="1657664" y="325327"/>
                  </a:lnTo>
                  <a:lnTo>
                    <a:pt x="1740547" y="331256"/>
                  </a:lnTo>
                  <a:lnTo>
                    <a:pt x="1823430" y="336075"/>
                  </a:lnTo>
                  <a:lnTo>
                    <a:pt x="1906313" y="339448"/>
                  </a:lnTo>
                  <a:lnTo>
                    <a:pt x="1989196" y="341524"/>
                  </a:lnTo>
                  <a:lnTo>
                    <a:pt x="2072080" y="342475"/>
                  </a:lnTo>
                  <a:lnTo>
                    <a:pt x="2154963" y="342472"/>
                  </a:lnTo>
                  <a:lnTo>
                    <a:pt x="2237846" y="341686"/>
                  </a:lnTo>
                  <a:lnTo>
                    <a:pt x="2320729" y="339507"/>
                  </a:lnTo>
                  <a:lnTo>
                    <a:pt x="2403612" y="332221"/>
                  </a:lnTo>
                  <a:lnTo>
                    <a:pt x="2486496" y="322035"/>
                  </a:lnTo>
                  <a:lnTo>
                    <a:pt x="2569379" y="312186"/>
                  </a:lnTo>
                  <a:lnTo>
                    <a:pt x="2652262" y="305627"/>
                  </a:lnTo>
                  <a:lnTo>
                    <a:pt x="2735145" y="297291"/>
                  </a:lnTo>
                  <a:lnTo>
                    <a:pt x="2818028" y="286625"/>
                  </a:lnTo>
                  <a:lnTo>
                    <a:pt x="2900912" y="276947"/>
                  </a:lnTo>
                  <a:lnTo>
                    <a:pt x="2983795" y="271574"/>
                  </a:lnTo>
                  <a:lnTo>
                    <a:pt x="3066678" y="271241"/>
                  </a:lnTo>
                  <a:lnTo>
                    <a:pt x="3149561" y="273361"/>
                  </a:lnTo>
                  <a:lnTo>
                    <a:pt x="3232444" y="276677"/>
                  </a:lnTo>
                  <a:lnTo>
                    <a:pt x="3315328" y="279950"/>
                  </a:lnTo>
                  <a:lnTo>
                    <a:pt x="3398211" y="284468"/>
                  </a:lnTo>
                  <a:lnTo>
                    <a:pt x="3481094" y="291023"/>
                  </a:lnTo>
                  <a:lnTo>
                    <a:pt x="3563977" y="298541"/>
                  </a:lnTo>
                  <a:lnTo>
                    <a:pt x="3646860" y="305947"/>
                  </a:lnTo>
                  <a:lnTo>
                    <a:pt x="3729744" y="312211"/>
                  </a:lnTo>
                  <a:lnTo>
                    <a:pt x="3812627" y="318251"/>
                  </a:lnTo>
                  <a:lnTo>
                    <a:pt x="3895510" y="324826"/>
                  </a:lnTo>
                  <a:lnTo>
                    <a:pt x="3978393" y="331915"/>
                  </a:lnTo>
                  <a:lnTo>
                    <a:pt x="4061276" y="339497"/>
                  </a:lnTo>
                  <a:lnTo>
                    <a:pt x="4144160" y="347551"/>
                  </a:lnTo>
                  <a:lnTo>
                    <a:pt x="4227043" y="356057"/>
                  </a:lnTo>
                  <a:lnTo>
                    <a:pt x="4309926" y="364992"/>
                  </a:lnTo>
                  <a:lnTo>
                    <a:pt x="4392809" y="374276"/>
                  </a:lnTo>
                  <a:lnTo>
                    <a:pt x="4475692" y="383863"/>
                  </a:lnTo>
                  <a:lnTo>
                    <a:pt x="4558576" y="393754"/>
                  </a:lnTo>
                  <a:lnTo>
                    <a:pt x="4641459" y="403951"/>
                  </a:lnTo>
                  <a:lnTo>
                    <a:pt x="4724342" y="414456"/>
                  </a:lnTo>
                  <a:lnTo>
                    <a:pt x="4807225" y="425270"/>
                  </a:lnTo>
                  <a:lnTo>
                    <a:pt x="4890108" y="436396"/>
                  </a:lnTo>
                  <a:lnTo>
                    <a:pt x="4972992" y="447835"/>
                  </a:lnTo>
                  <a:lnTo>
                    <a:pt x="5055875" y="459588"/>
                  </a:lnTo>
                  <a:lnTo>
                    <a:pt x="5138758" y="471659"/>
                  </a:lnTo>
                  <a:lnTo>
                    <a:pt x="5221641" y="484048"/>
                  </a:lnTo>
                  <a:lnTo>
                    <a:pt x="5304524" y="496757"/>
                  </a:lnTo>
                  <a:lnTo>
                    <a:pt x="5387408" y="509789"/>
                  </a:lnTo>
                  <a:lnTo>
                    <a:pt x="5470291" y="523144"/>
                  </a:lnTo>
                  <a:lnTo>
                    <a:pt x="5553174" y="536825"/>
                  </a:lnTo>
                  <a:lnTo>
                    <a:pt x="5636057" y="550833"/>
                  </a:lnTo>
                  <a:lnTo>
                    <a:pt x="5718940" y="565171"/>
                  </a:lnTo>
                  <a:lnTo>
                    <a:pt x="5801824" y="579839"/>
                  </a:lnTo>
                  <a:lnTo>
                    <a:pt x="5884707" y="594841"/>
                  </a:lnTo>
                  <a:lnTo>
                    <a:pt x="5967590" y="610177"/>
                  </a:lnTo>
                  <a:lnTo>
                    <a:pt x="6015395" y="61921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072465" y="4206476"/>
              <a:ext cx="6015395" cy="1098264"/>
            </a:xfrm>
            <a:custGeom>
              <a:avLst/>
              <a:pathLst>
                <a:path w="6015395" h="1098264">
                  <a:moveTo>
                    <a:pt x="0" y="0"/>
                  </a:moveTo>
                  <a:lnTo>
                    <a:pt x="82883" y="54357"/>
                  </a:lnTo>
                  <a:lnTo>
                    <a:pt x="165766" y="106444"/>
                  </a:lnTo>
                  <a:lnTo>
                    <a:pt x="248649" y="156255"/>
                  </a:lnTo>
                  <a:lnTo>
                    <a:pt x="331532" y="203785"/>
                  </a:lnTo>
                  <a:lnTo>
                    <a:pt x="414416" y="249025"/>
                  </a:lnTo>
                  <a:lnTo>
                    <a:pt x="497299" y="291963"/>
                  </a:lnTo>
                  <a:lnTo>
                    <a:pt x="580182" y="332584"/>
                  </a:lnTo>
                  <a:lnTo>
                    <a:pt x="663065" y="370870"/>
                  </a:lnTo>
                  <a:lnTo>
                    <a:pt x="745948" y="406800"/>
                  </a:lnTo>
                  <a:lnTo>
                    <a:pt x="828832" y="440351"/>
                  </a:lnTo>
                  <a:lnTo>
                    <a:pt x="911715" y="471499"/>
                  </a:lnTo>
                  <a:lnTo>
                    <a:pt x="994598" y="500221"/>
                  </a:lnTo>
                  <a:lnTo>
                    <a:pt x="1077481" y="526501"/>
                  </a:lnTo>
                  <a:lnTo>
                    <a:pt x="1160364" y="550337"/>
                  </a:lnTo>
                  <a:lnTo>
                    <a:pt x="1243248" y="571750"/>
                  </a:lnTo>
                  <a:lnTo>
                    <a:pt x="1326131" y="590793"/>
                  </a:lnTo>
                  <a:lnTo>
                    <a:pt x="1409014" y="607563"/>
                  </a:lnTo>
                  <a:lnTo>
                    <a:pt x="1491897" y="622207"/>
                  </a:lnTo>
                  <a:lnTo>
                    <a:pt x="1574780" y="634918"/>
                  </a:lnTo>
                  <a:lnTo>
                    <a:pt x="1657664" y="645922"/>
                  </a:lnTo>
                  <a:lnTo>
                    <a:pt x="1740547" y="655458"/>
                  </a:lnTo>
                  <a:lnTo>
                    <a:pt x="1823430" y="663791"/>
                  </a:lnTo>
                  <a:lnTo>
                    <a:pt x="1906313" y="671086"/>
                  </a:lnTo>
                  <a:lnTo>
                    <a:pt x="1989196" y="677265"/>
                  </a:lnTo>
                  <a:lnTo>
                    <a:pt x="2072080" y="682221"/>
                  </a:lnTo>
                  <a:lnTo>
                    <a:pt x="2154963" y="685884"/>
                  </a:lnTo>
                  <a:lnTo>
                    <a:pt x="2237846" y="688252"/>
                  </a:lnTo>
                  <a:lnTo>
                    <a:pt x="2320729" y="689076"/>
                  </a:lnTo>
                  <a:lnTo>
                    <a:pt x="2403612" y="686598"/>
                  </a:lnTo>
                  <a:lnTo>
                    <a:pt x="2486496" y="681076"/>
                  </a:lnTo>
                  <a:lnTo>
                    <a:pt x="2569379" y="673967"/>
                  </a:lnTo>
                  <a:lnTo>
                    <a:pt x="2652262" y="667610"/>
                  </a:lnTo>
                  <a:lnTo>
                    <a:pt x="2735145" y="657734"/>
                  </a:lnTo>
                  <a:lnTo>
                    <a:pt x="2818028" y="643414"/>
                  </a:lnTo>
                  <a:lnTo>
                    <a:pt x="2900912" y="628003"/>
                  </a:lnTo>
                  <a:lnTo>
                    <a:pt x="2983795" y="616527"/>
                  </a:lnTo>
                  <a:lnTo>
                    <a:pt x="3066678" y="608571"/>
                  </a:lnTo>
                  <a:lnTo>
                    <a:pt x="3149561" y="598992"/>
                  </a:lnTo>
                  <a:lnTo>
                    <a:pt x="3232444" y="589001"/>
                  </a:lnTo>
                  <a:lnTo>
                    <a:pt x="3315328" y="581935"/>
                  </a:lnTo>
                  <a:lnTo>
                    <a:pt x="3398211" y="578763"/>
                  </a:lnTo>
                  <a:lnTo>
                    <a:pt x="3481094" y="576847"/>
                  </a:lnTo>
                  <a:lnTo>
                    <a:pt x="3563977" y="574868"/>
                  </a:lnTo>
                  <a:lnTo>
                    <a:pt x="3646860" y="572454"/>
                  </a:lnTo>
                  <a:lnTo>
                    <a:pt x="3729744" y="569935"/>
                  </a:lnTo>
                  <a:lnTo>
                    <a:pt x="3812627" y="567980"/>
                  </a:lnTo>
                  <a:lnTo>
                    <a:pt x="3895510" y="566504"/>
                  </a:lnTo>
                  <a:lnTo>
                    <a:pt x="3978393" y="565221"/>
                  </a:lnTo>
                  <a:lnTo>
                    <a:pt x="4061276" y="563992"/>
                  </a:lnTo>
                  <a:lnTo>
                    <a:pt x="4144160" y="562834"/>
                  </a:lnTo>
                  <a:lnTo>
                    <a:pt x="4227043" y="561875"/>
                  </a:lnTo>
                  <a:lnTo>
                    <a:pt x="4309926" y="561272"/>
                  </a:lnTo>
                  <a:lnTo>
                    <a:pt x="4392809" y="560900"/>
                  </a:lnTo>
                  <a:lnTo>
                    <a:pt x="4475692" y="560597"/>
                  </a:lnTo>
                  <a:lnTo>
                    <a:pt x="4558576" y="560309"/>
                  </a:lnTo>
                  <a:lnTo>
                    <a:pt x="4641459" y="559947"/>
                  </a:lnTo>
                  <a:lnTo>
                    <a:pt x="4724342" y="559392"/>
                  </a:lnTo>
                  <a:lnTo>
                    <a:pt x="4807225" y="558512"/>
                  </a:lnTo>
                  <a:lnTo>
                    <a:pt x="4890108" y="557166"/>
                  </a:lnTo>
                  <a:lnTo>
                    <a:pt x="4972992" y="555219"/>
                  </a:lnTo>
                  <a:lnTo>
                    <a:pt x="5055875" y="552549"/>
                  </a:lnTo>
                  <a:lnTo>
                    <a:pt x="5138758" y="549057"/>
                  </a:lnTo>
                  <a:lnTo>
                    <a:pt x="5221641" y="544664"/>
                  </a:lnTo>
                  <a:lnTo>
                    <a:pt x="5304524" y="539318"/>
                  </a:lnTo>
                  <a:lnTo>
                    <a:pt x="5387408" y="532986"/>
                  </a:lnTo>
                  <a:lnTo>
                    <a:pt x="5470291" y="525658"/>
                  </a:lnTo>
                  <a:lnTo>
                    <a:pt x="5553174" y="517332"/>
                  </a:lnTo>
                  <a:lnTo>
                    <a:pt x="5636057" y="508023"/>
                  </a:lnTo>
                  <a:lnTo>
                    <a:pt x="5718940" y="497747"/>
                  </a:lnTo>
                  <a:lnTo>
                    <a:pt x="5801824" y="486527"/>
                  </a:lnTo>
                  <a:lnTo>
                    <a:pt x="5884707" y="474389"/>
                  </a:lnTo>
                  <a:lnTo>
                    <a:pt x="5967590" y="461358"/>
                  </a:lnTo>
                  <a:lnTo>
                    <a:pt x="6015395" y="453341"/>
                  </a:lnTo>
                  <a:lnTo>
                    <a:pt x="6015395" y="1098264"/>
                  </a:lnTo>
                  <a:lnTo>
                    <a:pt x="5967590" y="1079101"/>
                  </a:lnTo>
                  <a:lnTo>
                    <a:pt x="5884707" y="1047558"/>
                  </a:lnTo>
                  <a:lnTo>
                    <a:pt x="5801824" y="1017722"/>
                  </a:lnTo>
                  <a:lnTo>
                    <a:pt x="5718940" y="989613"/>
                  </a:lnTo>
                  <a:lnTo>
                    <a:pt x="5636057" y="963255"/>
                  </a:lnTo>
                  <a:lnTo>
                    <a:pt x="5553174" y="938668"/>
                  </a:lnTo>
                  <a:lnTo>
                    <a:pt x="5470291" y="915866"/>
                  </a:lnTo>
                  <a:lnTo>
                    <a:pt x="5387408" y="894859"/>
                  </a:lnTo>
                  <a:lnTo>
                    <a:pt x="5304524" y="875646"/>
                  </a:lnTo>
                  <a:lnTo>
                    <a:pt x="5221641" y="858211"/>
                  </a:lnTo>
                  <a:lnTo>
                    <a:pt x="5138758" y="842520"/>
                  </a:lnTo>
                  <a:lnTo>
                    <a:pt x="5055875" y="828517"/>
                  </a:lnTo>
                  <a:lnTo>
                    <a:pt x="4972992" y="816123"/>
                  </a:lnTo>
                  <a:lnTo>
                    <a:pt x="4890108" y="805234"/>
                  </a:lnTo>
                  <a:lnTo>
                    <a:pt x="4807225" y="795725"/>
                  </a:lnTo>
                  <a:lnTo>
                    <a:pt x="4724342" y="787459"/>
                  </a:lnTo>
                  <a:lnTo>
                    <a:pt x="4641459" y="780293"/>
                  </a:lnTo>
                  <a:lnTo>
                    <a:pt x="4558576" y="774091"/>
                  </a:lnTo>
                  <a:lnTo>
                    <a:pt x="4475692" y="768732"/>
                  </a:lnTo>
                  <a:lnTo>
                    <a:pt x="4392809" y="764125"/>
                  </a:lnTo>
                  <a:lnTo>
                    <a:pt x="4309926" y="760211"/>
                  </a:lnTo>
                  <a:lnTo>
                    <a:pt x="4227043" y="756748"/>
                  </a:lnTo>
                  <a:lnTo>
                    <a:pt x="4144160" y="753571"/>
                  </a:lnTo>
                  <a:lnTo>
                    <a:pt x="4061276" y="750972"/>
                  </a:lnTo>
                  <a:lnTo>
                    <a:pt x="3978393" y="749210"/>
                  </a:lnTo>
                  <a:lnTo>
                    <a:pt x="3895510" y="748435"/>
                  </a:lnTo>
                  <a:lnTo>
                    <a:pt x="3812627" y="748644"/>
                  </a:lnTo>
                  <a:lnTo>
                    <a:pt x="3729744" y="749681"/>
                  </a:lnTo>
                  <a:lnTo>
                    <a:pt x="3646860" y="750336"/>
                  </a:lnTo>
                  <a:lnTo>
                    <a:pt x="3563977" y="749710"/>
                  </a:lnTo>
                  <a:lnTo>
                    <a:pt x="3481094" y="749568"/>
                  </a:lnTo>
                  <a:lnTo>
                    <a:pt x="3398211" y="751043"/>
                  </a:lnTo>
                  <a:lnTo>
                    <a:pt x="3315328" y="754320"/>
                  </a:lnTo>
                  <a:lnTo>
                    <a:pt x="3232444" y="759402"/>
                  </a:lnTo>
                  <a:lnTo>
                    <a:pt x="3149561" y="766923"/>
                  </a:lnTo>
                  <a:lnTo>
                    <a:pt x="3066678" y="776334"/>
                  </a:lnTo>
                  <a:lnTo>
                    <a:pt x="2983795" y="784964"/>
                  </a:lnTo>
                  <a:lnTo>
                    <a:pt x="2900912" y="795107"/>
                  </a:lnTo>
                  <a:lnTo>
                    <a:pt x="2818028" y="809386"/>
                  </a:lnTo>
                  <a:lnTo>
                    <a:pt x="2735145" y="824683"/>
                  </a:lnTo>
                  <a:lnTo>
                    <a:pt x="2652262" y="836203"/>
                  </a:lnTo>
                  <a:lnTo>
                    <a:pt x="2569379" y="842298"/>
                  </a:lnTo>
                  <a:lnTo>
                    <a:pt x="2486496" y="849006"/>
                  </a:lnTo>
                  <a:lnTo>
                    <a:pt x="2403612" y="855660"/>
                  </a:lnTo>
                  <a:lnTo>
                    <a:pt x="2320729" y="860205"/>
                  </a:lnTo>
                  <a:lnTo>
                    <a:pt x="2237846" y="860544"/>
                  </a:lnTo>
                  <a:lnTo>
                    <a:pt x="2154963" y="859334"/>
                  </a:lnTo>
                  <a:lnTo>
                    <a:pt x="2072080" y="857382"/>
                  </a:lnTo>
                  <a:lnTo>
                    <a:pt x="1989196" y="854866"/>
                  </a:lnTo>
                  <a:lnTo>
                    <a:pt x="1906313" y="851898"/>
                  </a:lnTo>
                  <a:lnTo>
                    <a:pt x="1823430" y="848553"/>
                  </a:lnTo>
                  <a:lnTo>
                    <a:pt x="1740547" y="844939"/>
                  </a:lnTo>
                  <a:lnTo>
                    <a:pt x="1657664" y="841471"/>
                  </a:lnTo>
                  <a:lnTo>
                    <a:pt x="1574780" y="838445"/>
                  </a:lnTo>
                  <a:lnTo>
                    <a:pt x="1491897" y="836063"/>
                  </a:lnTo>
                  <a:lnTo>
                    <a:pt x="1409014" y="834514"/>
                  </a:lnTo>
                  <a:lnTo>
                    <a:pt x="1326131" y="833951"/>
                  </a:lnTo>
                  <a:lnTo>
                    <a:pt x="1243248" y="834484"/>
                  </a:lnTo>
                  <a:lnTo>
                    <a:pt x="1160364" y="836170"/>
                  </a:lnTo>
                  <a:lnTo>
                    <a:pt x="1077481" y="839026"/>
                  </a:lnTo>
                  <a:lnTo>
                    <a:pt x="994598" y="843034"/>
                  </a:lnTo>
                  <a:lnTo>
                    <a:pt x="911715" y="848154"/>
                  </a:lnTo>
                  <a:lnTo>
                    <a:pt x="828832" y="854330"/>
                  </a:lnTo>
                  <a:lnTo>
                    <a:pt x="745948" y="861504"/>
                  </a:lnTo>
                  <a:lnTo>
                    <a:pt x="663065" y="869612"/>
                  </a:lnTo>
                  <a:lnTo>
                    <a:pt x="580182" y="878593"/>
                  </a:lnTo>
                  <a:lnTo>
                    <a:pt x="497299" y="888387"/>
                  </a:lnTo>
                  <a:lnTo>
                    <a:pt x="414416" y="898939"/>
                  </a:lnTo>
                  <a:lnTo>
                    <a:pt x="331532" y="910195"/>
                  </a:lnTo>
                  <a:lnTo>
                    <a:pt x="248649" y="922106"/>
                  </a:lnTo>
                  <a:lnTo>
                    <a:pt x="165766" y="934625"/>
                  </a:lnTo>
                  <a:lnTo>
                    <a:pt x="82883" y="947706"/>
                  </a:lnTo>
                  <a:lnTo>
                    <a:pt x="0" y="96130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72465" y="4206476"/>
              <a:ext cx="6015395" cy="689076"/>
            </a:xfrm>
            <a:custGeom>
              <a:avLst/>
              <a:pathLst>
                <a:path w="6015395" h="689076">
                  <a:moveTo>
                    <a:pt x="0" y="0"/>
                  </a:moveTo>
                  <a:lnTo>
                    <a:pt x="82883" y="54357"/>
                  </a:lnTo>
                  <a:lnTo>
                    <a:pt x="165766" y="106444"/>
                  </a:lnTo>
                  <a:lnTo>
                    <a:pt x="248649" y="156255"/>
                  </a:lnTo>
                  <a:lnTo>
                    <a:pt x="331532" y="203785"/>
                  </a:lnTo>
                  <a:lnTo>
                    <a:pt x="414416" y="249025"/>
                  </a:lnTo>
                  <a:lnTo>
                    <a:pt x="497299" y="291963"/>
                  </a:lnTo>
                  <a:lnTo>
                    <a:pt x="580182" y="332584"/>
                  </a:lnTo>
                  <a:lnTo>
                    <a:pt x="663065" y="370870"/>
                  </a:lnTo>
                  <a:lnTo>
                    <a:pt x="745948" y="406800"/>
                  </a:lnTo>
                  <a:lnTo>
                    <a:pt x="828832" y="440351"/>
                  </a:lnTo>
                  <a:lnTo>
                    <a:pt x="911715" y="471499"/>
                  </a:lnTo>
                  <a:lnTo>
                    <a:pt x="994598" y="500221"/>
                  </a:lnTo>
                  <a:lnTo>
                    <a:pt x="1077481" y="526501"/>
                  </a:lnTo>
                  <a:lnTo>
                    <a:pt x="1160364" y="550337"/>
                  </a:lnTo>
                  <a:lnTo>
                    <a:pt x="1243248" y="571750"/>
                  </a:lnTo>
                  <a:lnTo>
                    <a:pt x="1326131" y="590793"/>
                  </a:lnTo>
                  <a:lnTo>
                    <a:pt x="1409014" y="607563"/>
                  </a:lnTo>
                  <a:lnTo>
                    <a:pt x="1491897" y="622207"/>
                  </a:lnTo>
                  <a:lnTo>
                    <a:pt x="1574780" y="634918"/>
                  </a:lnTo>
                  <a:lnTo>
                    <a:pt x="1657664" y="645922"/>
                  </a:lnTo>
                  <a:lnTo>
                    <a:pt x="1740547" y="655458"/>
                  </a:lnTo>
                  <a:lnTo>
                    <a:pt x="1823430" y="663791"/>
                  </a:lnTo>
                  <a:lnTo>
                    <a:pt x="1906313" y="671086"/>
                  </a:lnTo>
                  <a:lnTo>
                    <a:pt x="1989196" y="677265"/>
                  </a:lnTo>
                  <a:lnTo>
                    <a:pt x="2072080" y="682221"/>
                  </a:lnTo>
                  <a:lnTo>
                    <a:pt x="2154963" y="685884"/>
                  </a:lnTo>
                  <a:lnTo>
                    <a:pt x="2237846" y="688252"/>
                  </a:lnTo>
                  <a:lnTo>
                    <a:pt x="2320729" y="689076"/>
                  </a:lnTo>
                  <a:lnTo>
                    <a:pt x="2403612" y="686598"/>
                  </a:lnTo>
                  <a:lnTo>
                    <a:pt x="2486496" y="681076"/>
                  </a:lnTo>
                  <a:lnTo>
                    <a:pt x="2569379" y="673967"/>
                  </a:lnTo>
                  <a:lnTo>
                    <a:pt x="2652262" y="667610"/>
                  </a:lnTo>
                  <a:lnTo>
                    <a:pt x="2735145" y="657734"/>
                  </a:lnTo>
                  <a:lnTo>
                    <a:pt x="2818028" y="643414"/>
                  </a:lnTo>
                  <a:lnTo>
                    <a:pt x="2900912" y="628003"/>
                  </a:lnTo>
                  <a:lnTo>
                    <a:pt x="2983795" y="616527"/>
                  </a:lnTo>
                  <a:lnTo>
                    <a:pt x="3066678" y="608571"/>
                  </a:lnTo>
                  <a:lnTo>
                    <a:pt x="3149561" y="598992"/>
                  </a:lnTo>
                  <a:lnTo>
                    <a:pt x="3232444" y="589001"/>
                  </a:lnTo>
                  <a:lnTo>
                    <a:pt x="3315328" y="581935"/>
                  </a:lnTo>
                  <a:lnTo>
                    <a:pt x="3398211" y="578763"/>
                  </a:lnTo>
                  <a:lnTo>
                    <a:pt x="3481094" y="576847"/>
                  </a:lnTo>
                  <a:lnTo>
                    <a:pt x="3563977" y="574868"/>
                  </a:lnTo>
                  <a:lnTo>
                    <a:pt x="3646860" y="572454"/>
                  </a:lnTo>
                  <a:lnTo>
                    <a:pt x="3729744" y="569935"/>
                  </a:lnTo>
                  <a:lnTo>
                    <a:pt x="3812627" y="567980"/>
                  </a:lnTo>
                  <a:lnTo>
                    <a:pt x="3895510" y="566504"/>
                  </a:lnTo>
                  <a:lnTo>
                    <a:pt x="3978393" y="565221"/>
                  </a:lnTo>
                  <a:lnTo>
                    <a:pt x="4061276" y="563992"/>
                  </a:lnTo>
                  <a:lnTo>
                    <a:pt x="4144160" y="562834"/>
                  </a:lnTo>
                  <a:lnTo>
                    <a:pt x="4227043" y="561875"/>
                  </a:lnTo>
                  <a:lnTo>
                    <a:pt x="4309926" y="561272"/>
                  </a:lnTo>
                  <a:lnTo>
                    <a:pt x="4392809" y="560900"/>
                  </a:lnTo>
                  <a:lnTo>
                    <a:pt x="4475692" y="560597"/>
                  </a:lnTo>
                  <a:lnTo>
                    <a:pt x="4558576" y="560309"/>
                  </a:lnTo>
                  <a:lnTo>
                    <a:pt x="4641459" y="559947"/>
                  </a:lnTo>
                  <a:lnTo>
                    <a:pt x="4724342" y="559392"/>
                  </a:lnTo>
                  <a:lnTo>
                    <a:pt x="4807225" y="558512"/>
                  </a:lnTo>
                  <a:lnTo>
                    <a:pt x="4890108" y="557166"/>
                  </a:lnTo>
                  <a:lnTo>
                    <a:pt x="4972992" y="555219"/>
                  </a:lnTo>
                  <a:lnTo>
                    <a:pt x="5055875" y="552549"/>
                  </a:lnTo>
                  <a:lnTo>
                    <a:pt x="5138758" y="549057"/>
                  </a:lnTo>
                  <a:lnTo>
                    <a:pt x="5221641" y="544664"/>
                  </a:lnTo>
                  <a:lnTo>
                    <a:pt x="5304524" y="539318"/>
                  </a:lnTo>
                  <a:lnTo>
                    <a:pt x="5387408" y="532986"/>
                  </a:lnTo>
                  <a:lnTo>
                    <a:pt x="5470291" y="525658"/>
                  </a:lnTo>
                  <a:lnTo>
                    <a:pt x="5553174" y="517332"/>
                  </a:lnTo>
                  <a:lnTo>
                    <a:pt x="5636057" y="508023"/>
                  </a:lnTo>
                  <a:lnTo>
                    <a:pt x="5718940" y="497747"/>
                  </a:lnTo>
                  <a:lnTo>
                    <a:pt x="5801824" y="486527"/>
                  </a:lnTo>
                  <a:lnTo>
                    <a:pt x="5884707" y="474389"/>
                  </a:lnTo>
                  <a:lnTo>
                    <a:pt x="5967590" y="461358"/>
                  </a:lnTo>
                  <a:lnTo>
                    <a:pt x="6015395" y="4533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72465" y="4954912"/>
              <a:ext cx="6015395" cy="349829"/>
            </a:xfrm>
            <a:custGeom>
              <a:avLst/>
              <a:pathLst>
                <a:path w="6015395" h="349829">
                  <a:moveTo>
                    <a:pt x="6015395" y="349829"/>
                  </a:moveTo>
                  <a:lnTo>
                    <a:pt x="5967590" y="330665"/>
                  </a:lnTo>
                  <a:lnTo>
                    <a:pt x="5884707" y="299123"/>
                  </a:lnTo>
                  <a:lnTo>
                    <a:pt x="5801824" y="269286"/>
                  </a:lnTo>
                  <a:lnTo>
                    <a:pt x="5718940" y="241178"/>
                  </a:lnTo>
                  <a:lnTo>
                    <a:pt x="5636057" y="214820"/>
                  </a:lnTo>
                  <a:lnTo>
                    <a:pt x="5553174" y="190232"/>
                  </a:lnTo>
                  <a:lnTo>
                    <a:pt x="5470291" y="167430"/>
                  </a:lnTo>
                  <a:lnTo>
                    <a:pt x="5387408" y="146423"/>
                  </a:lnTo>
                  <a:lnTo>
                    <a:pt x="5304524" y="127210"/>
                  </a:lnTo>
                  <a:lnTo>
                    <a:pt x="5221641" y="109775"/>
                  </a:lnTo>
                  <a:lnTo>
                    <a:pt x="5138758" y="94084"/>
                  </a:lnTo>
                  <a:lnTo>
                    <a:pt x="5055875" y="80082"/>
                  </a:lnTo>
                  <a:lnTo>
                    <a:pt x="4972992" y="67687"/>
                  </a:lnTo>
                  <a:lnTo>
                    <a:pt x="4890108" y="56798"/>
                  </a:lnTo>
                  <a:lnTo>
                    <a:pt x="4807225" y="47289"/>
                  </a:lnTo>
                  <a:lnTo>
                    <a:pt x="4724342" y="39023"/>
                  </a:lnTo>
                  <a:lnTo>
                    <a:pt x="4641459" y="31857"/>
                  </a:lnTo>
                  <a:lnTo>
                    <a:pt x="4558576" y="25655"/>
                  </a:lnTo>
                  <a:lnTo>
                    <a:pt x="4475692" y="20297"/>
                  </a:lnTo>
                  <a:lnTo>
                    <a:pt x="4392809" y="15689"/>
                  </a:lnTo>
                  <a:lnTo>
                    <a:pt x="4309926" y="11775"/>
                  </a:lnTo>
                  <a:lnTo>
                    <a:pt x="4227043" y="8312"/>
                  </a:lnTo>
                  <a:lnTo>
                    <a:pt x="4144160" y="5135"/>
                  </a:lnTo>
                  <a:lnTo>
                    <a:pt x="4061276" y="2536"/>
                  </a:lnTo>
                  <a:lnTo>
                    <a:pt x="3978393" y="774"/>
                  </a:lnTo>
                  <a:lnTo>
                    <a:pt x="3895510" y="0"/>
                  </a:lnTo>
                  <a:lnTo>
                    <a:pt x="3812627" y="208"/>
                  </a:lnTo>
                  <a:lnTo>
                    <a:pt x="3729744" y="1245"/>
                  </a:lnTo>
                  <a:lnTo>
                    <a:pt x="3646860" y="1900"/>
                  </a:lnTo>
                  <a:lnTo>
                    <a:pt x="3563977" y="1274"/>
                  </a:lnTo>
                  <a:lnTo>
                    <a:pt x="3481094" y="1132"/>
                  </a:lnTo>
                  <a:lnTo>
                    <a:pt x="3398211" y="2607"/>
                  </a:lnTo>
                  <a:lnTo>
                    <a:pt x="3315328" y="5884"/>
                  </a:lnTo>
                  <a:lnTo>
                    <a:pt x="3232444" y="10966"/>
                  </a:lnTo>
                  <a:lnTo>
                    <a:pt x="3149561" y="18487"/>
                  </a:lnTo>
                  <a:lnTo>
                    <a:pt x="3066678" y="27898"/>
                  </a:lnTo>
                  <a:lnTo>
                    <a:pt x="2983795" y="36528"/>
                  </a:lnTo>
                  <a:lnTo>
                    <a:pt x="2900912" y="46671"/>
                  </a:lnTo>
                  <a:lnTo>
                    <a:pt x="2818028" y="60951"/>
                  </a:lnTo>
                  <a:lnTo>
                    <a:pt x="2735145" y="76247"/>
                  </a:lnTo>
                  <a:lnTo>
                    <a:pt x="2652262" y="87767"/>
                  </a:lnTo>
                  <a:lnTo>
                    <a:pt x="2569379" y="93863"/>
                  </a:lnTo>
                  <a:lnTo>
                    <a:pt x="2486496" y="100570"/>
                  </a:lnTo>
                  <a:lnTo>
                    <a:pt x="2403612" y="107224"/>
                  </a:lnTo>
                  <a:lnTo>
                    <a:pt x="2320729" y="111769"/>
                  </a:lnTo>
                  <a:lnTo>
                    <a:pt x="2237846" y="112108"/>
                  </a:lnTo>
                  <a:lnTo>
                    <a:pt x="2154963" y="110898"/>
                  </a:lnTo>
                  <a:lnTo>
                    <a:pt x="2072080" y="108946"/>
                  </a:lnTo>
                  <a:lnTo>
                    <a:pt x="1989196" y="106431"/>
                  </a:lnTo>
                  <a:lnTo>
                    <a:pt x="1906313" y="103462"/>
                  </a:lnTo>
                  <a:lnTo>
                    <a:pt x="1823430" y="100117"/>
                  </a:lnTo>
                  <a:lnTo>
                    <a:pt x="1740547" y="96503"/>
                  </a:lnTo>
                  <a:lnTo>
                    <a:pt x="1657664" y="93035"/>
                  </a:lnTo>
                  <a:lnTo>
                    <a:pt x="1574780" y="90009"/>
                  </a:lnTo>
                  <a:lnTo>
                    <a:pt x="1491897" y="87627"/>
                  </a:lnTo>
                  <a:lnTo>
                    <a:pt x="1409014" y="86078"/>
                  </a:lnTo>
                  <a:lnTo>
                    <a:pt x="1326131" y="85516"/>
                  </a:lnTo>
                  <a:lnTo>
                    <a:pt x="1243248" y="86048"/>
                  </a:lnTo>
                  <a:lnTo>
                    <a:pt x="1160364" y="87735"/>
                  </a:lnTo>
                  <a:lnTo>
                    <a:pt x="1077481" y="90591"/>
                  </a:lnTo>
                  <a:lnTo>
                    <a:pt x="994598" y="94599"/>
                  </a:lnTo>
                  <a:lnTo>
                    <a:pt x="911715" y="99718"/>
                  </a:lnTo>
                  <a:lnTo>
                    <a:pt x="828832" y="105895"/>
                  </a:lnTo>
                  <a:lnTo>
                    <a:pt x="745948" y="113068"/>
                  </a:lnTo>
                  <a:lnTo>
                    <a:pt x="663065" y="121176"/>
                  </a:lnTo>
                  <a:lnTo>
                    <a:pt x="580182" y="130157"/>
                  </a:lnTo>
                  <a:lnTo>
                    <a:pt x="497299" y="139951"/>
                  </a:lnTo>
                  <a:lnTo>
                    <a:pt x="414416" y="150503"/>
                  </a:lnTo>
                  <a:lnTo>
                    <a:pt x="331532" y="161760"/>
                  </a:lnTo>
                  <a:lnTo>
                    <a:pt x="248649" y="173671"/>
                  </a:lnTo>
                  <a:lnTo>
                    <a:pt x="165766" y="186189"/>
                  </a:lnTo>
                  <a:lnTo>
                    <a:pt x="82883" y="199271"/>
                  </a:lnTo>
                  <a:lnTo>
                    <a:pt x="0" y="2128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72465" y="4687131"/>
              <a:ext cx="6015395" cy="295148"/>
            </a:xfrm>
            <a:custGeom>
              <a:avLst/>
              <a:pathLst>
                <a:path w="6015395" h="295148">
                  <a:moveTo>
                    <a:pt x="0" y="0"/>
                  </a:moveTo>
                  <a:lnTo>
                    <a:pt x="82883" y="20377"/>
                  </a:lnTo>
                  <a:lnTo>
                    <a:pt x="165766" y="39880"/>
                  </a:lnTo>
                  <a:lnTo>
                    <a:pt x="248649" y="58526"/>
                  </a:lnTo>
                  <a:lnTo>
                    <a:pt x="331532" y="76336"/>
                  </a:lnTo>
                  <a:lnTo>
                    <a:pt x="414416" y="93328"/>
                  </a:lnTo>
                  <a:lnTo>
                    <a:pt x="497299" y="109520"/>
                  </a:lnTo>
                  <a:lnTo>
                    <a:pt x="580182" y="124934"/>
                  </a:lnTo>
                  <a:lnTo>
                    <a:pt x="663065" y="139586"/>
                  </a:lnTo>
                  <a:lnTo>
                    <a:pt x="745948" y="153498"/>
                  </a:lnTo>
                  <a:lnTo>
                    <a:pt x="828832" y="166686"/>
                  </a:lnTo>
                  <a:lnTo>
                    <a:pt x="911715" y="179172"/>
                  </a:lnTo>
                  <a:lnTo>
                    <a:pt x="994598" y="190973"/>
                  </a:lnTo>
                  <a:lnTo>
                    <a:pt x="1077481" y="202109"/>
                  </a:lnTo>
                  <a:lnTo>
                    <a:pt x="1160364" y="212599"/>
                  </a:lnTo>
                  <a:lnTo>
                    <a:pt x="1243248" y="222462"/>
                  </a:lnTo>
                  <a:lnTo>
                    <a:pt x="1326131" y="231717"/>
                  </a:lnTo>
                  <a:lnTo>
                    <a:pt x="1409014" y="240384"/>
                  </a:lnTo>
                  <a:lnTo>
                    <a:pt x="1491897" y="248481"/>
                  </a:lnTo>
                  <a:lnTo>
                    <a:pt x="1574780" y="256027"/>
                  </a:lnTo>
                  <a:lnTo>
                    <a:pt x="1657664" y="263042"/>
                  </a:lnTo>
                  <a:lnTo>
                    <a:pt x="1740547" y="269544"/>
                  </a:lnTo>
                  <a:lnTo>
                    <a:pt x="1823430" y="275517"/>
                  </a:lnTo>
                  <a:lnTo>
                    <a:pt x="1906313" y="280837"/>
                  </a:lnTo>
                  <a:lnTo>
                    <a:pt x="1989196" y="285411"/>
                  </a:lnTo>
                  <a:lnTo>
                    <a:pt x="2072080" y="289147"/>
                  </a:lnTo>
                  <a:lnTo>
                    <a:pt x="2154963" y="291955"/>
                  </a:lnTo>
                  <a:lnTo>
                    <a:pt x="2237846" y="293743"/>
                  </a:lnTo>
                  <a:lnTo>
                    <a:pt x="2320729" y="293986"/>
                  </a:lnTo>
                  <a:lnTo>
                    <a:pt x="2403612" y="290475"/>
                  </a:lnTo>
                  <a:lnTo>
                    <a:pt x="2486496" y="284387"/>
                  </a:lnTo>
                  <a:lnTo>
                    <a:pt x="2569379" y="277478"/>
                  </a:lnTo>
                  <a:lnTo>
                    <a:pt x="2652262" y="271252"/>
                  </a:lnTo>
                  <a:lnTo>
                    <a:pt x="2735145" y="260554"/>
                  </a:lnTo>
                  <a:lnTo>
                    <a:pt x="2818028" y="245746"/>
                  </a:lnTo>
                  <a:lnTo>
                    <a:pt x="2900912" y="230900"/>
                  </a:lnTo>
                  <a:lnTo>
                    <a:pt x="2983795" y="220091"/>
                  </a:lnTo>
                  <a:lnTo>
                    <a:pt x="3066678" y="211798"/>
                  </a:lnTo>
                  <a:lnTo>
                    <a:pt x="3149561" y="202303"/>
                  </a:lnTo>
                  <a:lnTo>
                    <a:pt x="3232444" y="193547"/>
                  </a:lnTo>
                  <a:lnTo>
                    <a:pt x="3315328" y="187473"/>
                  </a:lnTo>
                  <a:lnTo>
                    <a:pt x="3398211" y="184248"/>
                  </a:lnTo>
                  <a:lnTo>
                    <a:pt x="3481094" y="182553"/>
                  </a:lnTo>
                  <a:lnTo>
                    <a:pt x="3563977" y="181634"/>
                  </a:lnTo>
                  <a:lnTo>
                    <a:pt x="3646860" y="180740"/>
                  </a:lnTo>
                  <a:lnTo>
                    <a:pt x="3729744" y="179153"/>
                  </a:lnTo>
                  <a:lnTo>
                    <a:pt x="3812627" y="177657"/>
                  </a:lnTo>
                  <a:lnTo>
                    <a:pt x="3895510" y="176815"/>
                  </a:lnTo>
                  <a:lnTo>
                    <a:pt x="3978393" y="176561"/>
                  </a:lnTo>
                  <a:lnTo>
                    <a:pt x="4061276" y="176827"/>
                  </a:lnTo>
                  <a:lnTo>
                    <a:pt x="4144160" y="177548"/>
                  </a:lnTo>
                  <a:lnTo>
                    <a:pt x="4227043" y="178657"/>
                  </a:lnTo>
                  <a:lnTo>
                    <a:pt x="4309926" y="180087"/>
                  </a:lnTo>
                  <a:lnTo>
                    <a:pt x="4392809" y="181858"/>
                  </a:lnTo>
                  <a:lnTo>
                    <a:pt x="4475692" y="184010"/>
                  </a:lnTo>
                  <a:lnTo>
                    <a:pt x="4558576" y="186545"/>
                  </a:lnTo>
                  <a:lnTo>
                    <a:pt x="4641459" y="189465"/>
                  </a:lnTo>
                  <a:lnTo>
                    <a:pt x="4724342" y="192771"/>
                  </a:lnTo>
                  <a:lnTo>
                    <a:pt x="4807225" y="196464"/>
                  </a:lnTo>
                  <a:lnTo>
                    <a:pt x="4890108" y="200545"/>
                  </a:lnTo>
                  <a:lnTo>
                    <a:pt x="4972992" y="205016"/>
                  </a:lnTo>
                  <a:lnTo>
                    <a:pt x="5055875" y="209879"/>
                  </a:lnTo>
                  <a:lnTo>
                    <a:pt x="5138758" y="215134"/>
                  </a:lnTo>
                  <a:lnTo>
                    <a:pt x="5221641" y="220783"/>
                  </a:lnTo>
                  <a:lnTo>
                    <a:pt x="5304524" y="226827"/>
                  </a:lnTo>
                  <a:lnTo>
                    <a:pt x="5387408" y="233268"/>
                  </a:lnTo>
                  <a:lnTo>
                    <a:pt x="5470291" y="240107"/>
                  </a:lnTo>
                  <a:lnTo>
                    <a:pt x="5553174" y="247345"/>
                  </a:lnTo>
                  <a:lnTo>
                    <a:pt x="5636057" y="254984"/>
                  </a:lnTo>
                  <a:lnTo>
                    <a:pt x="5718940" y="263025"/>
                  </a:lnTo>
                  <a:lnTo>
                    <a:pt x="5801824" y="271470"/>
                  </a:lnTo>
                  <a:lnTo>
                    <a:pt x="5884707" y="280319"/>
                  </a:lnTo>
                  <a:lnTo>
                    <a:pt x="5967590" y="289575"/>
                  </a:lnTo>
                  <a:lnTo>
                    <a:pt x="6015395" y="29514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072465" y="4287029"/>
              <a:ext cx="6015395" cy="1032227"/>
            </a:xfrm>
            <a:custGeom>
              <a:avLst/>
              <a:pathLst>
                <a:path w="6015395" h="1032227">
                  <a:moveTo>
                    <a:pt x="0" y="0"/>
                  </a:moveTo>
                  <a:lnTo>
                    <a:pt x="82883" y="45113"/>
                  </a:lnTo>
                  <a:lnTo>
                    <a:pt x="165766" y="88466"/>
                  </a:lnTo>
                  <a:lnTo>
                    <a:pt x="248649" y="130052"/>
                  </a:lnTo>
                  <a:lnTo>
                    <a:pt x="331532" y="169866"/>
                  </a:lnTo>
                  <a:lnTo>
                    <a:pt x="414416" y="207898"/>
                  </a:lnTo>
                  <a:lnTo>
                    <a:pt x="497299" y="244136"/>
                  </a:lnTo>
                  <a:lnTo>
                    <a:pt x="580182" y="278566"/>
                  </a:lnTo>
                  <a:lnTo>
                    <a:pt x="663065" y="311170"/>
                  </a:lnTo>
                  <a:lnTo>
                    <a:pt x="745948" y="341927"/>
                  </a:lnTo>
                  <a:lnTo>
                    <a:pt x="828832" y="370815"/>
                  </a:lnTo>
                  <a:lnTo>
                    <a:pt x="911715" y="397809"/>
                  </a:lnTo>
                  <a:lnTo>
                    <a:pt x="994598" y="422889"/>
                  </a:lnTo>
                  <a:lnTo>
                    <a:pt x="1077481" y="446037"/>
                  </a:lnTo>
                  <a:lnTo>
                    <a:pt x="1160364" y="467252"/>
                  </a:lnTo>
                  <a:lnTo>
                    <a:pt x="1243248" y="486552"/>
                  </a:lnTo>
                  <a:lnTo>
                    <a:pt x="1326131" y="503987"/>
                  </a:lnTo>
                  <a:lnTo>
                    <a:pt x="1409014" y="519647"/>
                  </a:lnTo>
                  <a:lnTo>
                    <a:pt x="1491897" y="533671"/>
                  </a:lnTo>
                  <a:lnTo>
                    <a:pt x="1574780" y="546238"/>
                  </a:lnTo>
                  <a:lnTo>
                    <a:pt x="1657664" y="557563"/>
                  </a:lnTo>
                  <a:lnTo>
                    <a:pt x="1740547" y="567870"/>
                  </a:lnTo>
                  <a:lnTo>
                    <a:pt x="1823430" y="577456"/>
                  </a:lnTo>
                  <a:lnTo>
                    <a:pt x="1906313" y="586555"/>
                  </a:lnTo>
                  <a:lnTo>
                    <a:pt x="1989196" y="595015"/>
                  </a:lnTo>
                  <a:lnTo>
                    <a:pt x="2072080" y="602651"/>
                  </a:lnTo>
                  <a:lnTo>
                    <a:pt x="2154963" y="609316"/>
                  </a:lnTo>
                  <a:lnTo>
                    <a:pt x="2237846" y="614921"/>
                  </a:lnTo>
                  <a:lnTo>
                    <a:pt x="2320729" y="619544"/>
                  </a:lnTo>
                  <a:lnTo>
                    <a:pt x="2403612" y="623437"/>
                  </a:lnTo>
                  <a:lnTo>
                    <a:pt x="2486496" y="625820"/>
                  </a:lnTo>
                  <a:lnTo>
                    <a:pt x="2569379" y="626530"/>
                  </a:lnTo>
                  <a:lnTo>
                    <a:pt x="2652262" y="626380"/>
                  </a:lnTo>
                  <a:lnTo>
                    <a:pt x="2735145" y="623917"/>
                  </a:lnTo>
                  <a:lnTo>
                    <a:pt x="2818028" y="618453"/>
                  </a:lnTo>
                  <a:lnTo>
                    <a:pt x="2900912" y="611370"/>
                  </a:lnTo>
                  <a:lnTo>
                    <a:pt x="2983795" y="605632"/>
                  </a:lnTo>
                  <a:lnTo>
                    <a:pt x="3066678" y="600844"/>
                  </a:lnTo>
                  <a:lnTo>
                    <a:pt x="3149561" y="593658"/>
                  </a:lnTo>
                  <a:lnTo>
                    <a:pt x="3232444" y="585372"/>
                  </a:lnTo>
                  <a:lnTo>
                    <a:pt x="3315328" y="579285"/>
                  </a:lnTo>
                  <a:lnTo>
                    <a:pt x="3398211" y="575365"/>
                  </a:lnTo>
                  <a:lnTo>
                    <a:pt x="3481094" y="571083"/>
                  </a:lnTo>
                  <a:lnTo>
                    <a:pt x="3563977" y="566238"/>
                  </a:lnTo>
                  <a:lnTo>
                    <a:pt x="3646860" y="561527"/>
                  </a:lnTo>
                  <a:lnTo>
                    <a:pt x="3729744" y="558261"/>
                  </a:lnTo>
                  <a:lnTo>
                    <a:pt x="3812627" y="556076"/>
                  </a:lnTo>
                  <a:lnTo>
                    <a:pt x="3895510" y="554147"/>
                  </a:lnTo>
                  <a:lnTo>
                    <a:pt x="3978393" y="552280"/>
                  </a:lnTo>
                  <a:lnTo>
                    <a:pt x="4061276" y="550427"/>
                  </a:lnTo>
                  <a:lnTo>
                    <a:pt x="4144160" y="548679"/>
                  </a:lnTo>
                  <a:lnTo>
                    <a:pt x="4227043" y="547236"/>
                  </a:lnTo>
                  <a:lnTo>
                    <a:pt x="4309926" y="546325"/>
                  </a:lnTo>
                  <a:lnTo>
                    <a:pt x="4392809" y="545677"/>
                  </a:lnTo>
                  <a:lnTo>
                    <a:pt x="4475692" y="545007"/>
                  </a:lnTo>
                  <a:lnTo>
                    <a:pt x="4558576" y="544267"/>
                  </a:lnTo>
                  <a:lnTo>
                    <a:pt x="4641459" y="543375"/>
                  </a:lnTo>
                  <a:lnTo>
                    <a:pt x="4724342" y="542221"/>
                  </a:lnTo>
                  <a:lnTo>
                    <a:pt x="4807225" y="540681"/>
                  </a:lnTo>
                  <a:lnTo>
                    <a:pt x="4890108" y="538627"/>
                  </a:lnTo>
                  <a:lnTo>
                    <a:pt x="4972992" y="535933"/>
                  </a:lnTo>
                  <a:lnTo>
                    <a:pt x="5055875" y="532487"/>
                  </a:lnTo>
                  <a:lnTo>
                    <a:pt x="5138758" y="528197"/>
                  </a:lnTo>
                  <a:lnTo>
                    <a:pt x="5221641" y="522991"/>
                  </a:lnTo>
                  <a:lnTo>
                    <a:pt x="5304524" y="516821"/>
                  </a:lnTo>
                  <a:lnTo>
                    <a:pt x="5387408" y="509661"/>
                  </a:lnTo>
                  <a:lnTo>
                    <a:pt x="5470291" y="501502"/>
                  </a:lnTo>
                  <a:lnTo>
                    <a:pt x="5553174" y="492345"/>
                  </a:lnTo>
                  <a:lnTo>
                    <a:pt x="5636057" y="482206"/>
                  </a:lnTo>
                  <a:lnTo>
                    <a:pt x="5718940" y="471104"/>
                  </a:lnTo>
                  <a:lnTo>
                    <a:pt x="5801824" y="459062"/>
                  </a:lnTo>
                  <a:lnTo>
                    <a:pt x="5884707" y="446106"/>
                  </a:lnTo>
                  <a:lnTo>
                    <a:pt x="5967590" y="432263"/>
                  </a:lnTo>
                  <a:lnTo>
                    <a:pt x="6015395" y="423781"/>
                  </a:lnTo>
                  <a:lnTo>
                    <a:pt x="6015395" y="1032227"/>
                  </a:lnTo>
                  <a:lnTo>
                    <a:pt x="5967590" y="1015065"/>
                  </a:lnTo>
                  <a:lnTo>
                    <a:pt x="5884707" y="986856"/>
                  </a:lnTo>
                  <a:lnTo>
                    <a:pt x="5801824" y="960211"/>
                  </a:lnTo>
                  <a:lnTo>
                    <a:pt x="5718940" y="935150"/>
                  </a:lnTo>
                  <a:lnTo>
                    <a:pt x="5636057" y="911690"/>
                  </a:lnTo>
                  <a:lnTo>
                    <a:pt x="5553174" y="889849"/>
                  </a:lnTo>
                  <a:lnTo>
                    <a:pt x="5470291" y="869639"/>
                  </a:lnTo>
                  <a:lnTo>
                    <a:pt x="5387408" y="851066"/>
                  </a:lnTo>
                  <a:lnTo>
                    <a:pt x="5304524" y="834126"/>
                  </a:lnTo>
                  <a:lnTo>
                    <a:pt x="5221641" y="818802"/>
                  </a:lnTo>
                  <a:lnTo>
                    <a:pt x="5138758" y="805061"/>
                  </a:lnTo>
                  <a:lnTo>
                    <a:pt x="5055875" y="792846"/>
                  </a:lnTo>
                  <a:lnTo>
                    <a:pt x="4972992" y="782081"/>
                  </a:lnTo>
                  <a:lnTo>
                    <a:pt x="4890108" y="772664"/>
                  </a:lnTo>
                  <a:lnTo>
                    <a:pt x="4807225" y="764477"/>
                  </a:lnTo>
                  <a:lnTo>
                    <a:pt x="4724342" y="757387"/>
                  </a:lnTo>
                  <a:lnTo>
                    <a:pt x="4641459" y="751257"/>
                  </a:lnTo>
                  <a:lnTo>
                    <a:pt x="4558576" y="745957"/>
                  </a:lnTo>
                  <a:lnTo>
                    <a:pt x="4475692" y="741370"/>
                  </a:lnTo>
                  <a:lnTo>
                    <a:pt x="4392809" y="737407"/>
                  </a:lnTo>
                  <a:lnTo>
                    <a:pt x="4309926" y="734011"/>
                  </a:lnTo>
                  <a:lnTo>
                    <a:pt x="4227043" y="731087"/>
                  </a:lnTo>
                  <a:lnTo>
                    <a:pt x="4144160" y="728628"/>
                  </a:lnTo>
                  <a:lnTo>
                    <a:pt x="4061276" y="726831"/>
                  </a:lnTo>
                  <a:lnTo>
                    <a:pt x="3978393" y="725863"/>
                  </a:lnTo>
                  <a:lnTo>
                    <a:pt x="3895510" y="725787"/>
                  </a:lnTo>
                  <a:lnTo>
                    <a:pt x="3812627" y="726521"/>
                  </a:lnTo>
                  <a:lnTo>
                    <a:pt x="3729744" y="727840"/>
                  </a:lnTo>
                  <a:lnTo>
                    <a:pt x="3646860" y="729348"/>
                  </a:lnTo>
                  <a:lnTo>
                    <a:pt x="3563977" y="731191"/>
                  </a:lnTo>
                  <a:lnTo>
                    <a:pt x="3481094" y="734034"/>
                  </a:lnTo>
                  <a:lnTo>
                    <a:pt x="3398211" y="737901"/>
                  </a:lnTo>
                  <a:lnTo>
                    <a:pt x="3315328" y="741920"/>
                  </a:lnTo>
                  <a:lnTo>
                    <a:pt x="3232444" y="746135"/>
                  </a:lnTo>
                  <a:lnTo>
                    <a:pt x="3149561" y="752090"/>
                  </a:lnTo>
                  <a:lnTo>
                    <a:pt x="3066678" y="759118"/>
                  </a:lnTo>
                  <a:lnTo>
                    <a:pt x="2983795" y="764542"/>
                  </a:lnTo>
                  <a:lnTo>
                    <a:pt x="2900912" y="769022"/>
                  </a:lnTo>
                  <a:lnTo>
                    <a:pt x="2818028" y="775038"/>
                  </a:lnTo>
                  <a:lnTo>
                    <a:pt x="2735145" y="781424"/>
                  </a:lnTo>
                  <a:lnTo>
                    <a:pt x="2652262" y="785437"/>
                  </a:lnTo>
                  <a:lnTo>
                    <a:pt x="2569379" y="785340"/>
                  </a:lnTo>
                  <a:lnTo>
                    <a:pt x="2486496" y="784251"/>
                  </a:lnTo>
                  <a:lnTo>
                    <a:pt x="2403612" y="782937"/>
                  </a:lnTo>
                  <a:lnTo>
                    <a:pt x="2320729" y="780994"/>
                  </a:lnTo>
                  <a:lnTo>
                    <a:pt x="2237846" y="777468"/>
                  </a:lnTo>
                  <a:lnTo>
                    <a:pt x="2154963" y="772955"/>
                  </a:lnTo>
                  <a:lnTo>
                    <a:pt x="2072080" y="767905"/>
                  </a:lnTo>
                  <a:lnTo>
                    <a:pt x="1989196" y="762571"/>
                  </a:lnTo>
                  <a:lnTo>
                    <a:pt x="1906313" y="757140"/>
                  </a:lnTo>
                  <a:lnTo>
                    <a:pt x="1823430" y="751768"/>
                  </a:lnTo>
                  <a:lnTo>
                    <a:pt x="1740547" y="746633"/>
                  </a:lnTo>
                  <a:lnTo>
                    <a:pt x="1657664" y="742051"/>
                  </a:lnTo>
                  <a:lnTo>
                    <a:pt x="1574780" y="738253"/>
                  </a:lnTo>
                  <a:lnTo>
                    <a:pt x="1491897" y="735431"/>
                  </a:lnTo>
                  <a:lnTo>
                    <a:pt x="1409014" y="733761"/>
                  </a:lnTo>
                  <a:lnTo>
                    <a:pt x="1326131" y="733392"/>
                  </a:lnTo>
                  <a:lnTo>
                    <a:pt x="1243248" y="734425"/>
                  </a:lnTo>
                  <a:lnTo>
                    <a:pt x="1160364" y="736918"/>
                  </a:lnTo>
                  <a:lnTo>
                    <a:pt x="1077481" y="740886"/>
                  </a:lnTo>
                  <a:lnTo>
                    <a:pt x="994598" y="746312"/>
                  </a:lnTo>
                  <a:lnTo>
                    <a:pt x="911715" y="753160"/>
                  </a:lnTo>
                  <a:lnTo>
                    <a:pt x="828832" y="761378"/>
                  </a:lnTo>
                  <a:lnTo>
                    <a:pt x="745948" y="770912"/>
                  </a:lnTo>
                  <a:lnTo>
                    <a:pt x="663065" y="781702"/>
                  </a:lnTo>
                  <a:lnTo>
                    <a:pt x="580182" y="793692"/>
                  </a:lnTo>
                  <a:lnTo>
                    <a:pt x="497299" y="806826"/>
                  </a:lnTo>
                  <a:lnTo>
                    <a:pt x="414416" y="821051"/>
                  </a:lnTo>
                  <a:lnTo>
                    <a:pt x="331532" y="836320"/>
                  </a:lnTo>
                  <a:lnTo>
                    <a:pt x="248649" y="852585"/>
                  </a:lnTo>
                  <a:lnTo>
                    <a:pt x="165766" y="869803"/>
                  </a:lnTo>
                  <a:lnTo>
                    <a:pt x="82883" y="887933"/>
                  </a:lnTo>
                  <a:lnTo>
                    <a:pt x="0" y="90693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072465" y="4287029"/>
              <a:ext cx="6015395" cy="626530"/>
            </a:xfrm>
            <a:custGeom>
              <a:avLst/>
              <a:pathLst>
                <a:path w="6015395" h="626530">
                  <a:moveTo>
                    <a:pt x="0" y="0"/>
                  </a:moveTo>
                  <a:lnTo>
                    <a:pt x="82883" y="45113"/>
                  </a:lnTo>
                  <a:lnTo>
                    <a:pt x="165766" y="88466"/>
                  </a:lnTo>
                  <a:lnTo>
                    <a:pt x="248649" y="130052"/>
                  </a:lnTo>
                  <a:lnTo>
                    <a:pt x="331532" y="169866"/>
                  </a:lnTo>
                  <a:lnTo>
                    <a:pt x="414416" y="207898"/>
                  </a:lnTo>
                  <a:lnTo>
                    <a:pt x="497299" y="244136"/>
                  </a:lnTo>
                  <a:lnTo>
                    <a:pt x="580182" y="278566"/>
                  </a:lnTo>
                  <a:lnTo>
                    <a:pt x="663065" y="311170"/>
                  </a:lnTo>
                  <a:lnTo>
                    <a:pt x="745948" y="341927"/>
                  </a:lnTo>
                  <a:lnTo>
                    <a:pt x="828832" y="370815"/>
                  </a:lnTo>
                  <a:lnTo>
                    <a:pt x="911715" y="397809"/>
                  </a:lnTo>
                  <a:lnTo>
                    <a:pt x="994598" y="422889"/>
                  </a:lnTo>
                  <a:lnTo>
                    <a:pt x="1077481" y="446037"/>
                  </a:lnTo>
                  <a:lnTo>
                    <a:pt x="1160364" y="467252"/>
                  </a:lnTo>
                  <a:lnTo>
                    <a:pt x="1243248" y="486552"/>
                  </a:lnTo>
                  <a:lnTo>
                    <a:pt x="1326131" y="503987"/>
                  </a:lnTo>
                  <a:lnTo>
                    <a:pt x="1409014" y="519647"/>
                  </a:lnTo>
                  <a:lnTo>
                    <a:pt x="1491897" y="533671"/>
                  </a:lnTo>
                  <a:lnTo>
                    <a:pt x="1574780" y="546238"/>
                  </a:lnTo>
                  <a:lnTo>
                    <a:pt x="1657664" y="557563"/>
                  </a:lnTo>
                  <a:lnTo>
                    <a:pt x="1740547" y="567870"/>
                  </a:lnTo>
                  <a:lnTo>
                    <a:pt x="1823430" y="577456"/>
                  </a:lnTo>
                  <a:lnTo>
                    <a:pt x="1906313" y="586555"/>
                  </a:lnTo>
                  <a:lnTo>
                    <a:pt x="1989196" y="595015"/>
                  </a:lnTo>
                  <a:lnTo>
                    <a:pt x="2072080" y="602651"/>
                  </a:lnTo>
                  <a:lnTo>
                    <a:pt x="2154963" y="609316"/>
                  </a:lnTo>
                  <a:lnTo>
                    <a:pt x="2237846" y="614921"/>
                  </a:lnTo>
                  <a:lnTo>
                    <a:pt x="2320729" y="619544"/>
                  </a:lnTo>
                  <a:lnTo>
                    <a:pt x="2403612" y="623437"/>
                  </a:lnTo>
                  <a:lnTo>
                    <a:pt x="2486496" y="625820"/>
                  </a:lnTo>
                  <a:lnTo>
                    <a:pt x="2569379" y="626530"/>
                  </a:lnTo>
                  <a:lnTo>
                    <a:pt x="2652262" y="626380"/>
                  </a:lnTo>
                  <a:lnTo>
                    <a:pt x="2735145" y="623917"/>
                  </a:lnTo>
                  <a:lnTo>
                    <a:pt x="2818028" y="618453"/>
                  </a:lnTo>
                  <a:lnTo>
                    <a:pt x="2900912" y="611370"/>
                  </a:lnTo>
                  <a:lnTo>
                    <a:pt x="2983795" y="605632"/>
                  </a:lnTo>
                  <a:lnTo>
                    <a:pt x="3066678" y="600844"/>
                  </a:lnTo>
                  <a:lnTo>
                    <a:pt x="3149561" y="593658"/>
                  </a:lnTo>
                  <a:lnTo>
                    <a:pt x="3232444" y="585372"/>
                  </a:lnTo>
                  <a:lnTo>
                    <a:pt x="3315328" y="579285"/>
                  </a:lnTo>
                  <a:lnTo>
                    <a:pt x="3398211" y="575365"/>
                  </a:lnTo>
                  <a:lnTo>
                    <a:pt x="3481094" y="571083"/>
                  </a:lnTo>
                  <a:lnTo>
                    <a:pt x="3563977" y="566238"/>
                  </a:lnTo>
                  <a:lnTo>
                    <a:pt x="3646860" y="561527"/>
                  </a:lnTo>
                  <a:lnTo>
                    <a:pt x="3729744" y="558261"/>
                  </a:lnTo>
                  <a:lnTo>
                    <a:pt x="3812627" y="556076"/>
                  </a:lnTo>
                  <a:lnTo>
                    <a:pt x="3895510" y="554147"/>
                  </a:lnTo>
                  <a:lnTo>
                    <a:pt x="3978393" y="552280"/>
                  </a:lnTo>
                  <a:lnTo>
                    <a:pt x="4061276" y="550427"/>
                  </a:lnTo>
                  <a:lnTo>
                    <a:pt x="4144160" y="548679"/>
                  </a:lnTo>
                  <a:lnTo>
                    <a:pt x="4227043" y="547236"/>
                  </a:lnTo>
                  <a:lnTo>
                    <a:pt x="4309926" y="546325"/>
                  </a:lnTo>
                  <a:lnTo>
                    <a:pt x="4392809" y="545677"/>
                  </a:lnTo>
                  <a:lnTo>
                    <a:pt x="4475692" y="545007"/>
                  </a:lnTo>
                  <a:lnTo>
                    <a:pt x="4558576" y="544267"/>
                  </a:lnTo>
                  <a:lnTo>
                    <a:pt x="4641459" y="543375"/>
                  </a:lnTo>
                  <a:lnTo>
                    <a:pt x="4724342" y="542221"/>
                  </a:lnTo>
                  <a:lnTo>
                    <a:pt x="4807225" y="540681"/>
                  </a:lnTo>
                  <a:lnTo>
                    <a:pt x="4890108" y="538627"/>
                  </a:lnTo>
                  <a:lnTo>
                    <a:pt x="4972992" y="535933"/>
                  </a:lnTo>
                  <a:lnTo>
                    <a:pt x="5055875" y="532487"/>
                  </a:lnTo>
                  <a:lnTo>
                    <a:pt x="5138758" y="528197"/>
                  </a:lnTo>
                  <a:lnTo>
                    <a:pt x="5221641" y="522991"/>
                  </a:lnTo>
                  <a:lnTo>
                    <a:pt x="5304524" y="516821"/>
                  </a:lnTo>
                  <a:lnTo>
                    <a:pt x="5387408" y="509661"/>
                  </a:lnTo>
                  <a:lnTo>
                    <a:pt x="5470291" y="501502"/>
                  </a:lnTo>
                  <a:lnTo>
                    <a:pt x="5553174" y="492345"/>
                  </a:lnTo>
                  <a:lnTo>
                    <a:pt x="5636057" y="482206"/>
                  </a:lnTo>
                  <a:lnTo>
                    <a:pt x="5718940" y="471104"/>
                  </a:lnTo>
                  <a:lnTo>
                    <a:pt x="5801824" y="459062"/>
                  </a:lnTo>
                  <a:lnTo>
                    <a:pt x="5884707" y="446106"/>
                  </a:lnTo>
                  <a:lnTo>
                    <a:pt x="5967590" y="432263"/>
                  </a:lnTo>
                  <a:lnTo>
                    <a:pt x="6015395" y="4237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72465" y="5012817"/>
              <a:ext cx="6015395" cy="306439"/>
            </a:xfrm>
            <a:custGeom>
              <a:avLst/>
              <a:pathLst>
                <a:path w="6015395" h="306439">
                  <a:moveTo>
                    <a:pt x="6015395" y="306439"/>
                  </a:moveTo>
                  <a:lnTo>
                    <a:pt x="5967590" y="289277"/>
                  </a:lnTo>
                  <a:lnTo>
                    <a:pt x="5884707" y="261068"/>
                  </a:lnTo>
                  <a:lnTo>
                    <a:pt x="5801824" y="234423"/>
                  </a:lnTo>
                  <a:lnTo>
                    <a:pt x="5718940" y="209362"/>
                  </a:lnTo>
                  <a:lnTo>
                    <a:pt x="5636057" y="185902"/>
                  </a:lnTo>
                  <a:lnTo>
                    <a:pt x="5553174" y="164061"/>
                  </a:lnTo>
                  <a:lnTo>
                    <a:pt x="5470291" y="143851"/>
                  </a:lnTo>
                  <a:lnTo>
                    <a:pt x="5387408" y="125278"/>
                  </a:lnTo>
                  <a:lnTo>
                    <a:pt x="5304524" y="108338"/>
                  </a:lnTo>
                  <a:lnTo>
                    <a:pt x="5221641" y="93015"/>
                  </a:lnTo>
                  <a:lnTo>
                    <a:pt x="5138758" y="79273"/>
                  </a:lnTo>
                  <a:lnTo>
                    <a:pt x="5055875" y="67058"/>
                  </a:lnTo>
                  <a:lnTo>
                    <a:pt x="4972992" y="56293"/>
                  </a:lnTo>
                  <a:lnTo>
                    <a:pt x="4890108" y="46876"/>
                  </a:lnTo>
                  <a:lnTo>
                    <a:pt x="4807225" y="38689"/>
                  </a:lnTo>
                  <a:lnTo>
                    <a:pt x="4724342" y="31599"/>
                  </a:lnTo>
                  <a:lnTo>
                    <a:pt x="4641459" y="25470"/>
                  </a:lnTo>
                  <a:lnTo>
                    <a:pt x="4558576" y="20169"/>
                  </a:lnTo>
                  <a:lnTo>
                    <a:pt x="4475692" y="15582"/>
                  </a:lnTo>
                  <a:lnTo>
                    <a:pt x="4392809" y="11619"/>
                  </a:lnTo>
                  <a:lnTo>
                    <a:pt x="4309926" y="8223"/>
                  </a:lnTo>
                  <a:lnTo>
                    <a:pt x="4227043" y="5299"/>
                  </a:lnTo>
                  <a:lnTo>
                    <a:pt x="4144160" y="2840"/>
                  </a:lnTo>
                  <a:lnTo>
                    <a:pt x="4061276" y="1043"/>
                  </a:lnTo>
                  <a:lnTo>
                    <a:pt x="3978393" y="76"/>
                  </a:lnTo>
                  <a:lnTo>
                    <a:pt x="3895510" y="0"/>
                  </a:lnTo>
                  <a:lnTo>
                    <a:pt x="3812627" y="734"/>
                  </a:lnTo>
                  <a:lnTo>
                    <a:pt x="3729744" y="2053"/>
                  </a:lnTo>
                  <a:lnTo>
                    <a:pt x="3646860" y="3560"/>
                  </a:lnTo>
                  <a:lnTo>
                    <a:pt x="3563977" y="5403"/>
                  </a:lnTo>
                  <a:lnTo>
                    <a:pt x="3481094" y="8246"/>
                  </a:lnTo>
                  <a:lnTo>
                    <a:pt x="3398211" y="12113"/>
                  </a:lnTo>
                  <a:lnTo>
                    <a:pt x="3315328" y="16132"/>
                  </a:lnTo>
                  <a:lnTo>
                    <a:pt x="3232444" y="20348"/>
                  </a:lnTo>
                  <a:lnTo>
                    <a:pt x="3149561" y="26302"/>
                  </a:lnTo>
                  <a:lnTo>
                    <a:pt x="3066678" y="33330"/>
                  </a:lnTo>
                  <a:lnTo>
                    <a:pt x="2983795" y="38754"/>
                  </a:lnTo>
                  <a:lnTo>
                    <a:pt x="2900912" y="43235"/>
                  </a:lnTo>
                  <a:lnTo>
                    <a:pt x="2818028" y="49250"/>
                  </a:lnTo>
                  <a:lnTo>
                    <a:pt x="2735145" y="55636"/>
                  </a:lnTo>
                  <a:lnTo>
                    <a:pt x="2652262" y="59650"/>
                  </a:lnTo>
                  <a:lnTo>
                    <a:pt x="2569379" y="59552"/>
                  </a:lnTo>
                  <a:lnTo>
                    <a:pt x="2486496" y="58463"/>
                  </a:lnTo>
                  <a:lnTo>
                    <a:pt x="2403612" y="57149"/>
                  </a:lnTo>
                  <a:lnTo>
                    <a:pt x="2320729" y="55206"/>
                  </a:lnTo>
                  <a:lnTo>
                    <a:pt x="2237846" y="51680"/>
                  </a:lnTo>
                  <a:lnTo>
                    <a:pt x="2154963" y="47167"/>
                  </a:lnTo>
                  <a:lnTo>
                    <a:pt x="2072080" y="42118"/>
                  </a:lnTo>
                  <a:lnTo>
                    <a:pt x="1989196" y="36783"/>
                  </a:lnTo>
                  <a:lnTo>
                    <a:pt x="1906313" y="31352"/>
                  </a:lnTo>
                  <a:lnTo>
                    <a:pt x="1823430" y="25980"/>
                  </a:lnTo>
                  <a:lnTo>
                    <a:pt x="1740547" y="20845"/>
                  </a:lnTo>
                  <a:lnTo>
                    <a:pt x="1657664" y="16264"/>
                  </a:lnTo>
                  <a:lnTo>
                    <a:pt x="1574780" y="12466"/>
                  </a:lnTo>
                  <a:lnTo>
                    <a:pt x="1491897" y="9643"/>
                  </a:lnTo>
                  <a:lnTo>
                    <a:pt x="1409014" y="7974"/>
                  </a:lnTo>
                  <a:lnTo>
                    <a:pt x="1326131" y="7604"/>
                  </a:lnTo>
                  <a:lnTo>
                    <a:pt x="1243248" y="8638"/>
                  </a:lnTo>
                  <a:lnTo>
                    <a:pt x="1160364" y="11130"/>
                  </a:lnTo>
                  <a:lnTo>
                    <a:pt x="1077481" y="15098"/>
                  </a:lnTo>
                  <a:lnTo>
                    <a:pt x="994598" y="20524"/>
                  </a:lnTo>
                  <a:lnTo>
                    <a:pt x="911715" y="27372"/>
                  </a:lnTo>
                  <a:lnTo>
                    <a:pt x="828832" y="35591"/>
                  </a:lnTo>
                  <a:lnTo>
                    <a:pt x="745948" y="45124"/>
                  </a:lnTo>
                  <a:lnTo>
                    <a:pt x="663065" y="55914"/>
                  </a:lnTo>
                  <a:lnTo>
                    <a:pt x="580182" y="67904"/>
                  </a:lnTo>
                  <a:lnTo>
                    <a:pt x="497299" y="81038"/>
                  </a:lnTo>
                  <a:lnTo>
                    <a:pt x="414416" y="95264"/>
                  </a:lnTo>
                  <a:lnTo>
                    <a:pt x="331532" y="110532"/>
                  </a:lnTo>
                  <a:lnTo>
                    <a:pt x="248649" y="126798"/>
                  </a:lnTo>
                  <a:lnTo>
                    <a:pt x="165766" y="144016"/>
                  </a:lnTo>
                  <a:lnTo>
                    <a:pt x="82883" y="162145"/>
                  </a:lnTo>
                  <a:lnTo>
                    <a:pt x="0" y="1811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72465" y="4740497"/>
              <a:ext cx="6015395" cy="274536"/>
            </a:xfrm>
            <a:custGeom>
              <a:avLst/>
              <a:pathLst>
                <a:path w="6015395" h="274536">
                  <a:moveTo>
                    <a:pt x="0" y="0"/>
                  </a:moveTo>
                  <a:lnTo>
                    <a:pt x="82883" y="13055"/>
                  </a:lnTo>
                  <a:lnTo>
                    <a:pt x="165766" y="25667"/>
                  </a:lnTo>
                  <a:lnTo>
                    <a:pt x="248649" y="37851"/>
                  </a:lnTo>
                  <a:lnTo>
                    <a:pt x="331532" y="49625"/>
                  </a:lnTo>
                  <a:lnTo>
                    <a:pt x="414416" y="61007"/>
                  </a:lnTo>
                  <a:lnTo>
                    <a:pt x="497299" y="72013"/>
                  </a:lnTo>
                  <a:lnTo>
                    <a:pt x="580182" y="82661"/>
                  </a:lnTo>
                  <a:lnTo>
                    <a:pt x="663065" y="92968"/>
                  </a:lnTo>
                  <a:lnTo>
                    <a:pt x="745948" y="102952"/>
                  </a:lnTo>
                  <a:lnTo>
                    <a:pt x="828832" y="112629"/>
                  </a:lnTo>
                  <a:lnTo>
                    <a:pt x="911715" y="122017"/>
                  </a:lnTo>
                  <a:lnTo>
                    <a:pt x="994598" y="131132"/>
                  </a:lnTo>
                  <a:lnTo>
                    <a:pt x="1077481" y="139994"/>
                  </a:lnTo>
                  <a:lnTo>
                    <a:pt x="1160364" y="148617"/>
                  </a:lnTo>
                  <a:lnTo>
                    <a:pt x="1243248" y="157021"/>
                  </a:lnTo>
                  <a:lnTo>
                    <a:pt x="1326131" y="165222"/>
                  </a:lnTo>
                  <a:lnTo>
                    <a:pt x="1409014" y="173236"/>
                  </a:lnTo>
                  <a:lnTo>
                    <a:pt x="1491897" y="181083"/>
                  </a:lnTo>
                  <a:lnTo>
                    <a:pt x="1574780" y="188778"/>
                  </a:lnTo>
                  <a:lnTo>
                    <a:pt x="1657664" y="196339"/>
                  </a:lnTo>
                  <a:lnTo>
                    <a:pt x="1740547" y="203784"/>
                  </a:lnTo>
                  <a:lnTo>
                    <a:pt x="1823430" y="211144"/>
                  </a:lnTo>
                  <a:lnTo>
                    <a:pt x="1906313" y="218380"/>
                  </a:lnTo>
                  <a:lnTo>
                    <a:pt x="1989196" y="225325"/>
                  </a:lnTo>
                  <a:lnTo>
                    <a:pt x="2072080" y="231811"/>
                  </a:lnTo>
                  <a:lnTo>
                    <a:pt x="2154963" y="237668"/>
                  </a:lnTo>
                  <a:lnTo>
                    <a:pt x="2237846" y="242727"/>
                  </a:lnTo>
                  <a:lnTo>
                    <a:pt x="2320729" y="246801"/>
                  </a:lnTo>
                  <a:lnTo>
                    <a:pt x="2403612" y="249719"/>
                  </a:lnTo>
                  <a:lnTo>
                    <a:pt x="2486496" y="251567"/>
                  </a:lnTo>
                  <a:lnTo>
                    <a:pt x="2569379" y="252467"/>
                  </a:lnTo>
                  <a:lnTo>
                    <a:pt x="2652262" y="252441"/>
                  </a:lnTo>
                  <a:lnTo>
                    <a:pt x="2735145" y="249203"/>
                  </a:lnTo>
                  <a:lnTo>
                    <a:pt x="2818028" y="243277"/>
                  </a:lnTo>
                  <a:lnTo>
                    <a:pt x="2900912" y="236728"/>
                  </a:lnTo>
                  <a:lnTo>
                    <a:pt x="2983795" y="231619"/>
                  </a:lnTo>
                  <a:lnTo>
                    <a:pt x="3066678" y="226513"/>
                  </a:lnTo>
                  <a:lnTo>
                    <a:pt x="3149561" y="219406"/>
                  </a:lnTo>
                  <a:lnTo>
                    <a:pt x="3232444" y="212286"/>
                  </a:lnTo>
                  <a:lnTo>
                    <a:pt x="3315328" y="207135"/>
                  </a:lnTo>
                  <a:lnTo>
                    <a:pt x="3398211" y="203165"/>
                  </a:lnTo>
                  <a:lnTo>
                    <a:pt x="3481094" y="199091"/>
                  </a:lnTo>
                  <a:lnTo>
                    <a:pt x="3563977" y="195247"/>
                  </a:lnTo>
                  <a:lnTo>
                    <a:pt x="3646860" y="191970"/>
                  </a:lnTo>
                  <a:lnTo>
                    <a:pt x="3729744" y="189583"/>
                  </a:lnTo>
                  <a:lnTo>
                    <a:pt x="3812627" y="187831"/>
                  </a:lnTo>
                  <a:lnTo>
                    <a:pt x="3895510" y="186499"/>
                  </a:lnTo>
                  <a:lnTo>
                    <a:pt x="3978393" y="185604"/>
                  </a:lnTo>
                  <a:lnTo>
                    <a:pt x="4061276" y="185161"/>
                  </a:lnTo>
                  <a:lnTo>
                    <a:pt x="4144160" y="185186"/>
                  </a:lnTo>
                  <a:lnTo>
                    <a:pt x="4227043" y="185694"/>
                  </a:lnTo>
                  <a:lnTo>
                    <a:pt x="4309926" y="186700"/>
                  </a:lnTo>
                  <a:lnTo>
                    <a:pt x="4392809" y="188074"/>
                  </a:lnTo>
                  <a:lnTo>
                    <a:pt x="4475692" y="189721"/>
                  </a:lnTo>
                  <a:lnTo>
                    <a:pt x="4558576" y="191644"/>
                  </a:lnTo>
                  <a:lnTo>
                    <a:pt x="4641459" y="193848"/>
                  </a:lnTo>
                  <a:lnTo>
                    <a:pt x="4724342" y="196336"/>
                  </a:lnTo>
                  <a:lnTo>
                    <a:pt x="4807225" y="199111"/>
                  </a:lnTo>
                  <a:lnTo>
                    <a:pt x="4890108" y="202178"/>
                  </a:lnTo>
                  <a:lnTo>
                    <a:pt x="4972992" y="205539"/>
                  </a:lnTo>
                  <a:lnTo>
                    <a:pt x="5055875" y="209199"/>
                  </a:lnTo>
                  <a:lnTo>
                    <a:pt x="5138758" y="213161"/>
                  </a:lnTo>
                  <a:lnTo>
                    <a:pt x="5221641" y="217429"/>
                  </a:lnTo>
                  <a:lnTo>
                    <a:pt x="5304524" y="222006"/>
                  </a:lnTo>
                  <a:lnTo>
                    <a:pt x="5387408" y="226896"/>
                  </a:lnTo>
                  <a:lnTo>
                    <a:pt x="5470291" y="232102"/>
                  </a:lnTo>
                  <a:lnTo>
                    <a:pt x="5553174" y="237629"/>
                  </a:lnTo>
                  <a:lnTo>
                    <a:pt x="5636057" y="243480"/>
                  </a:lnTo>
                  <a:lnTo>
                    <a:pt x="5718940" y="249659"/>
                  </a:lnTo>
                  <a:lnTo>
                    <a:pt x="5801824" y="256169"/>
                  </a:lnTo>
                  <a:lnTo>
                    <a:pt x="5884707" y="263013"/>
                  </a:lnTo>
                  <a:lnTo>
                    <a:pt x="5967590" y="270196"/>
                  </a:lnTo>
                  <a:lnTo>
                    <a:pt x="6015395" y="27453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072465" y="4269217"/>
              <a:ext cx="6015395" cy="1109242"/>
            </a:xfrm>
            <a:custGeom>
              <a:avLst/>
              <a:pathLst>
                <a:path w="6015395" h="1109242">
                  <a:moveTo>
                    <a:pt x="0" y="0"/>
                  </a:moveTo>
                  <a:lnTo>
                    <a:pt x="82883" y="53622"/>
                  </a:lnTo>
                  <a:lnTo>
                    <a:pt x="165766" y="105106"/>
                  </a:lnTo>
                  <a:lnTo>
                    <a:pt x="248649" y="154450"/>
                  </a:lnTo>
                  <a:lnTo>
                    <a:pt x="331532" y="201651"/>
                  </a:lnTo>
                  <a:lnTo>
                    <a:pt x="414416" y="246703"/>
                  </a:lnTo>
                  <a:lnTo>
                    <a:pt x="497299" y="289597"/>
                  </a:lnTo>
                  <a:lnTo>
                    <a:pt x="580182" y="330323"/>
                  </a:lnTo>
                  <a:lnTo>
                    <a:pt x="663065" y="368866"/>
                  </a:lnTo>
                  <a:lnTo>
                    <a:pt x="745948" y="405212"/>
                  </a:lnTo>
                  <a:lnTo>
                    <a:pt x="828832" y="439342"/>
                  </a:lnTo>
                  <a:lnTo>
                    <a:pt x="911715" y="471236"/>
                  </a:lnTo>
                  <a:lnTo>
                    <a:pt x="994598" y="500878"/>
                  </a:lnTo>
                  <a:lnTo>
                    <a:pt x="1077481" y="528256"/>
                  </a:lnTo>
                  <a:lnTo>
                    <a:pt x="1160364" y="553370"/>
                  </a:lnTo>
                  <a:lnTo>
                    <a:pt x="1243248" y="576238"/>
                  </a:lnTo>
                  <a:lnTo>
                    <a:pt x="1326131" y="596909"/>
                  </a:lnTo>
                  <a:lnTo>
                    <a:pt x="1409014" y="615469"/>
                  </a:lnTo>
                  <a:lnTo>
                    <a:pt x="1491897" y="632043"/>
                  </a:lnTo>
                  <a:lnTo>
                    <a:pt x="1574780" y="646799"/>
                  </a:lnTo>
                  <a:lnTo>
                    <a:pt x="1657664" y="659933"/>
                  </a:lnTo>
                  <a:lnTo>
                    <a:pt x="1740547" y="671651"/>
                  </a:lnTo>
                  <a:lnTo>
                    <a:pt x="1823430" y="682216"/>
                  </a:lnTo>
                  <a:lnTo>
                    <a:pt x="1906313" y="691810"/>
                  </a:lnTo>
                  <a:lnTo>
                    <a:pt x="1989196" y="700281"/>
                  </a:lnTo>
                  <a:lnTo>
                    <a:pt x="2072080" y="707447"/>
                  </a:lnTo>
                  <a:lnTo>
                    <a:pt x="2154963" y="713160"/>
                  </a:lnTo>
                  <a:lnTo>
                    <a:pt x="2237846" y="717326"/>
                  </a:lnTo>
                  <a:lnTo>
                    <a:pt x="2320729" y="719841"/>
                  </a:lnTo>
                  <a:lnTo>
                    <a:pt x="2403612" y="720158"/>
                  </a:lnTo>
                  <a:lnTo>
                    <a:pt x="2486496" y="718087"/>
                  </a:lnTo>
                  <a:lnTo>
                    <a:pt x="2569379" y="714211"/>
                  </a:lnTo>
                  <a:lnTo>
                    <a:pt x="2652262" y="709918"/>
                  </a:lnTo>
                  <a:lnTo>
                    <a:pt x="2735145" y="702316"/>
                  </a:lnTo>
                  <a:lnTo>
                    <a:pt x="2818028" y="690799"/>
                  </a:lnTo>
                  <a:lnTo>
                    <a:pt x="2900912" y="677816"/>
                  </a:lnTo>
                  <a:lnTo>
                    <a:pt x="2983795" y="667248"/>
                  </a:lnTo>
                  <a:lnTo>
                    <a:pt x="3066678" y="657731"/>
                  </a:lnTo>
                  <a:lnTo>
                    <a:pt x="3149561" y="645005"/>
                  </a:lnTo>
                  <a:lnTo>
                    <a:pt x="3232444" y="631610"/>
                  </a:lnTo>
                  <a:lnTo>
                    <a:pt x="3315328" y="621890"/>
                  </a:lnTo>
                  <a:lnTo>
                    <a:pt x="3398211" y="614694"/>
                  </a:lnTo>
                  <a:lnTo>
                    <a:pt x="3481094" y="606812"/>
                  </a:lnTo>
                  <a:lnTo>
                    <a:pt x="3563977" y="598867"/>
                  </a:lnTo>
                  <a:lnTo>
                    <a:pt x="3646860" y="592294"/>
                  </a:lnTo>
                  <a:lnTo>
                    <a:pt x="3729744" y="589055"/>
                  </a:lnTo>
                  <a:lnTo>
                    <a:pt x="3812627" y="588172"/>
                  </a:lnTo>
                  <a:lnTo>
                    <a:pt x="3895510" y="588253"/>
                  </a:lnTo>
                  <a:lnTo>
                    <a:pt x="3978393" y="589012"/>
                  </a:lnTo>
                  <a:lnTo>
                    <a:pt x="4061276" y="590295"/>
                  </a:lnTo>
                  <a:lnTo>
                    <a:pt x="4144160" y="592077"/>
                  </a:lnTo>
                  <a:lnTo>
                    <a:pt x="4227043" y="594428"/>
                  </a:lnTo>
                  <a:lnTo>
                    <a:pt x="4309926" y="597444"/>
                  </a:lnTo>
                  <a:lnTo>
                    <a:pt x="4392809" y="600707"/>
                  </a:lnTo>
                  <a:lnTo>
                    <a:pt x="4475692" y="603891"/>
                  </a:lnTo>
                  <a:lnTo>
                    <a:pt x="4558576" y="606959"/>
                  </a:lnTo>
                  <a:lnTo>
                    <a:pt x="4641459" y="609846"/>
                  </a:lnTo>
                  <a:lnTo>
                    <a:pt x="4724342" y="612463"/>
                  </a:lnTo>
                  <a:lnTo>
                    <a:pt x="4807225" y="614706"/>
                  </a:lnTo>
                  <a:lnTo>
                    <a:pt x="4890108" y="616467"/>
                  </a:lnTo>
                  <a:lnTo>
                    <a:pt x="4972992" y="617641"/>
                  </a:lnTo>
                  <a:lnTo>
                    <a:pt x="5055875" y="618136"/>
                  </a:lnTo>
                  <a:lnTo>
                    <a:pt x="5138758" y="617877"/>
                  </a:lnTo>
                  <a:lnTo>
                    <a:pt x="5221641" y="616808"/>
                  </a:lnTo>
                  <a:lnTo>
                    <a:pt x="5304524" y="614895"/>
                  </a:lnTo>
                  <a:lnTo>
                    <a:pt x="5387408" y="612124"/>
                  </a:lnTo>
                  <a:lnTo>
                    <a:pt x="5470291" y="608493"/>
                  </a:lnTo>
                  <a:lnTo>
                    <a:pt x="5553174" y="604015"/>
                  </a:lnTo>
                  <a:lnTo>
                    <a:pt x="5636057" y="598712"/>
                  </a:lnTo>
                  <a:lnTo>
                    <a:pt x="5718940" y="592611"/>
                  </a:lnTo>
                  <a:lnTo>
                    <a:pt x="5801824" y="585742"/>
                  </a:lnTo>
                  <a:lnTo>
                    <a:pt x="5884707" y="578138"/>
                  </a:lnTo>
                  <a:lnTo>
                    <a:pt x="5967590" y="569831"/>
                  </a:lnTo>
                  <a:lnTo>
                    <a:pt x="6015395" y="564653"/>
                  </a:lnTo>
                  <a:lnTo>
                    <a:pt x="6015395" y="1109242"/>
                  </a:lnTo>
                  <a:lnTo>
                    <a:pt x="5995633" y="1109242"/>
                  </a:lnTo>
                  <a:lnTo>
                    <a:pt x="5967590" y="1098630"/>
                  </a:lnTo>
                  <a:lnTo>
                    <a:pt x="5884707" y="1068781"/>
                  </a:lnTo>
                  <a:lnTo>
                    <a:pt x="5801824" y="1040454"/>
                  </a:lnTo>
                  <a:lnTo>
                    <a:pt x="5718940" y="1013658"/>
                  </a:lnTo>
                  <a:lnTo>
                    <a:pt x="5636057" y="988400"/>
                  </a:lnTo>
                  <a:lnTo>
                    <a:pt x="5553174" y="964686"/>
                  </a:lnTo>
                  <a:lnTo>
                    <a:pt x="5470291" y="942518"/>
                  </a:lnTo>
                  <a:lnTo>
                    <a:pt x="5387408" y="921893"/>
                  </a:lnTo>
                  <a:lnTo>
                    <a:pt x="5304524" y="902798"/>
                  </a:lnTo>
                  <a:lnTo>
                    <a:pt x="5221641" y="885209"/>
                  </a:lnTo>
                  <a:lnTo>
                    <a:pt x="5138758" y="869086"/>
                  </a:lnTo>
                  <a:lnTo>
                    <a:pt x="5055875" y="854370"/>
                  </a:lnTo>
                  <a:lnTo>
                    <a:pt x="4972992" y="840980"/>
                  </a:lnTo>
                  <a:lnTo>
                    <a:pt x="4890108" y="828818"/>
                  </a:lnTo>
                  <a:lnTo>
                    <a:pt x="4807225" y="817765"/>
                  </a:lnTo>
                  <a:lnTo>
                    <a:pt x="4724342" y="807692"/>
                  </a:lnTo>
                  <a:lnTo>
                    <a:pt x="4641459" y="798466"/>
                  </a:lnTo>
                  <a:lnTo>
                    <a:pt x="4558576" y="789960"/>
                  </a:lnTo>
                  <a:lnTo>
                    <a:pt x="4475692" y="782058"/>
                  </a:lnTo>
                  <a:lnTo>
                    <a:pt x="4392809" y="774672"/>
                  </a:lnTo>
                  <a:lnTo>
                    <a:pt x="4309926" y="767739"/>
                  </a:lnTo>
                  <a:lnTo>
                    <a:pt x="4227043" y="761243"/>
                  </a:lnTo>
                  <a:lnTo>
                    <a:pt x="4144160" y="755351"/>
                  </a:lnTo>
                  <a:lnTo>
                    <a:pt x="4061276" y="750353"/>
                  </a:lnTo>
                  <a:lnTo>
                    <a:pt x="3978393" y="746511"/>
                  </a:lnTo>
                  <a:lnTo>
                    <a:pt x="3895510" y="743989"/>
                  </a:lnTo>
                  <a:lnTo>
                    <a:pt x="3812627" y="742824"/>
                  </a:lnTo>
                  <a:lnTo>
                    <a:pt x="3729744" y="742921"/>
                  </a:lnTo>
                  <a:lnTo>
                    <a:pt x="3646860" y="744565"/>
                  </a:lnTo>
                  <a:lnTo>
                    <a:pt x="3563977" y="748535"/>
                  </a:lnTo>
                  <a:lnTo>
                    <a:pt x="3481094" y="754664"/>
                  </a:lnTo>
                  <a:lnTo>
                    <a:pt x="3398211" y="762169"/>
                  </a:lnTo>
                  <a:lnTo>
                    <a:pt x="3315328" y="769455"/>
                  </a:lnTo>
                  <a:lnTo>
                    <a:pt x="3232444" y="777476"/>
                  </a:lnTo>
                  <a:lnTo>
                    <a:pt x="3149561" y="788756"/>
                  </a:lnTo>
                  <a:lnTo>
                    <a:pt x="3066678" y="801339"/>
                  </a:lnTo>
                  <a:lnTo>
                    <a:pt x="2983795" y="811433"/>
                  </a:lnTo>
                  <a:lnTo>
                    <a:pt x="2900912" y="820861"/>
                  </a:lnTo>
                  <a:lnTo>
                    <a:pt x="2818028" y="832875"/>
                  </a:lnTo>
                  <a:lnTo>
                    <a:pt x="2735145" y="845227"/>
                  </a:lnTo>
                  <a:lnTo>
                    <a:pt x="2652262" y="854237"/>
                  </a:lnTo>
                  <a:lnTo>
                    <a:pt x="2569379" y="858306"/>
                  </a:lnTo>
                  <a:lnTo>
                    <a:pt x="2486496" y="861837"/>
                  </a:lnTo>
                  <a:lnTo>
                    <a:pt x="2403612" y="864878"/>
                  </a:lnTo>
                  <a:lnTo>
                    <a:pt x="2320729" y="866330"/>
                  </a:lnTo>
                  <a:lnTo>
                    <a:pt x="2237846" y="864811"/>
                  </a:lnTo>
                  <a:lnTo>
                    <a:pt x="2154963" y="861636"/>
                  </a:lnTo>
                  <a:lnTo>
                    <a:pt x="2072080" y="857389"/>
                  </a:lnTo>
                  <a:lnTo>
                    <a:pt x="1989196" y="852311"/>
                  </a:lnTo>
                  <a:lnTo>
                    <a:pt x="1906313" y="846588"/>
                  </a:lnTo>
                  <a:lnTo>
                    <a:pt x="1823430" y="840376"/>
                  </a:lnTo>
                  <a:lnTo>
                    <a:pt x="1740547" y="833850"/>
                  </a:lnTo>
                  <a:lnTo>
                    <a:pt x="1657664" y="827326"/>
                  </a:lnTo>
                  <a:lnTo>
                    <a:pt x="1574780" y="821022"/>
                  </a:lnTo>
                  <a:lnTo>
                    <a:pt x="1491897" y="815108"/>
                  </a:lnTo>
                  <a:lnTo>
                    <a:pt x="1409014" y="809743"/>
                  </a:lnTo>
                  <a:lnTo>
                    <a:pt x="1326131" y="805058"/>
                  </a:lnTo>
                  <a:lnTo>
                    <a:pt x="1243248" y="801143"/>
                  </a:lnTo>
                  <a:lnTo>
                    <a:pt x="1160364" y="798048"/>
                  </a:lnTo>
                  <a:lnTo>
                    <a:pt x="1077481" y="795783"/>
                  </a:lnTo>
                  <a:lnTo>
                    <a:pt x="994598" y="794333"/>
                  </a:lnTo>
                  <a:lnTo>
                    <a:pt x="911715" y="793659"/>
                  </a:lnTo>
                  <a:lnTo>
                    <a:pt x="828832" y="793715"/>
                  </a:lnTo>
                  <a:lnTo>
                    <a:pt x="745948" y="794447"/>
                  </a:lnTo>
                  <a:lnTo>
                    <a:pt x="663065" y="795798"/>
                  </a:lnTo>
                  <a:lnTo>
                    <a:pt x="580182" y="797716"/>
                  </a:lnTo>
                  <a:lnTo>
                    <a:pt x="497299" y="800147"/>
                  </a:lnTo>
                  <a:lnTo>
                    <a:pt x="414416" y="803041"/>
                  </a:lnTo>
                  <a:lnTo>
                    <a:pt x="331532" y="806351"/>
                  </a:lnTo>
                  <a:lnTo>
                    <a:pt x="248649" y="810033"/>
                  </a:lnTo>
                  <a:lnTo>
                    <a:pt x="165766" y="814044"/>
                  </a:lnTo>
                  <a:lnTo>
                    <a:pt x="82883" y="818345"/>
                  </a:lnTo>
                  <a:lnTo>
                    <a:pt x="0" y="82289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072465" y="4269217"/>
              <a:ext cx="6015395" cy="720158"/>
            </a:xfrm>
            <a:custGeom>
              <a:avLst/>
              <a:pathLst>
                <a:path w="6015395" h="720158">
                  <a:moveTo>
                    <a:pt x="0" y="0"/>
                  </a:moveTo>
                  <a:lnTo>
                    <a:pt x="82883" y="53622"/>
                  </a:lnTo>
                  <a:lnTo>
                    <a:pt x="165766" y="105106"/>
                  </a:lnTo>
                  <a:lnTo>
                    <a:pt x="248649" y="154450"/>
                  </a:lnTo>
                  <a:lnTo>
                    <a:pt x="331532" y="201651"/>
                  </a:lnTo>
                  <a:lnTo>
                    <a:pt x="414416" y="246703"/>
                  </a:lnTo>
                  <a:lnTo>
                    <a:pt x="497299" y="289597"/>
                  </a:lnTo>
                  <a:lnTo>
                    <a:pt x="580182" y="330323"/>
                  </a:lnTo>
                  <a:lnTo>
                    <a:pt x="663065" y="368866"/>
                  </a:lnTo>
                  <a:lnTo>
                    <a:pt x="745948" y="405212"/>
                  </a:lnTo>
                  <a:lnTo>
                    <a:pt x="828832" y="439342"/>
                  </a:lnTo>
                  <a:lnTo>
                    <a:pt x="911715" y="471236"/>
                  </a:lnTo>
                  <a:lnTo>
                    <a:pt x="994598" y="500878"/>
                  </a:lnTo>
                  <a:lnTo>
                    <a:pt x="1077481" y="528256"/>
                  </a:lnTo>
                  <a:lnTo>
                    <a:pt x="1160364" y="553370"/>
                  </a:lnTo>
                  <a:lnTo>
                    <a:pt x="1243248" y="576238"/>
                  </a:lnTo>
                  <a:lnTo>
                    <a:pt x="1326131" y="596909"/>
                  </a:lnTo>
                  <a:lnTo>
                    <a:pt x="1409014" y="615469"/>
                  </a:lnTo>
                  <a:lnTo>
                    <a:pt x="1491897" y="632043"/>
                  </a:lnTo>
                  <a:lnTo>
                    <a:pt x="1574780" y="646799"/>
                  </a:lnTo>
                  <a:lnTo>
                    <a:pt x="1657664" y="659933"/>
                  </a:lnTo>
                  <a:lnTo>
                    <a:pt x="1740547" y="671651"/>
                  </a:lnTo>
                  <a:lnTo>
                    <a:pt x="1823430" y="682216"/>
                  </a:lnTo>
                  <a:lnTo>
                    <a:pt x="1906313" y="691810"/>
                  </a:lnTo>
                  <a:lnTo>
                    <a:pt x="1989196" y="700281"/>
                  </a:lnTo>
                  <a:lnTo>
                    <a:pt x="2072080" y="707447"/>
                  </a:lnTo>
                  <a:lnTo>
                    <a:pt x="2154963" y="713160"/>
                  </a:lnTo>
                  <a:lnTo>
                    <a:pt x="2237846" y="717326"/>
                  </a:lnTo>
                  <a:lnTo>
                    <a:pt x="2320729" y="719841"/>
                  </a:lnTo>
                  <a:lnTo>
                    <a:pt x="2403612" y="720158"/>
                  </a:lnTo>
                  <a:lnTo>
                    <a:pt x="2486496" y="718087"/>
                  </a:lnTo>
                  <a:lnTo>
                    <a:pt x="2569379" y="714211"/>
                  </a:lnTo>
                  <a:lnTo>
                    <a:pt x="2652262" y="709918"/>
                  </a:lnTo>
                  <a:lnTo>
                    <a:pt x="2735145" y="702316"/>
                  </a:lnTo>
                  <a:lnTo>
                    <a:pt x="2818028" y="690799"/>
                  </a:lnTo>
                  <a:lnTo>
                    <a:pt x="2900912" y="677816"/>
                  </a:lnTo>
                  <a:lnTo>
                    <a:pt x="2983795" y="667248"/>
                  </a:lnTo>
                  <a:lnTo>
                    <a:pt x="3066678" y="657731"/>
                  </a:lnTo>
                  <a:lnTo>
                    <a:pt x="3149561" y="645005"/>
                  </a:lnTo>
                  <a:lnTo>
                    <a:pt x="3232444" y="631610"/>
                  </a:lnTo>
                  <a:lnTo>
                    <a:pt x="3315328" y="621890"/>
                  </a:lnTo>
                  <a:lnTo>
                    <a:pt x="3398211" y="614694"/>
                  </a:lnTo>
                  <a:lnTo>
                    <a:pt x="3481094" y="606812"/>
                  </a:lnTo>
                  <a:lnTo>
                    <a:pt x="3563977" y="598867"/>
                  </a:lnTo>
                  <a:lnTo>
                    <a:pt x="3646860" y="592294"/>
                  </a:lnTo>
                  <a:lnTo>
                    <a:pt x="3729744" y="589055"/>
                  </a:lnTo>
                  <a:lnTo>
                    <a:pt x="3812627" y="588172"/>
                  </a:lnTo>
                  <a:lnTo>
                    <a:pt x="3895510" y="588253"/>
                  </a:lnTo>
                  <a:lnTo>
                    <a:pt x="3978393" y="589012"/>
                  </a:lnTo>
                  <a:lnTo>
                    <a:pt x="4061276" y="590295"/>
                  </a:lnTo>
                  <a:lnTo>
                    <a:pt x="4144160" y="592077"/>
                  </a:lnTo>
                  <a:lnTo>
                    <a:pt x="4227043" y="594428"/>
                  </a:lnTo>
                  <a:lnTo>
                    <a:pt x="4309926" y="597444"/>
                  </a:lnTo>
                  <a:lnTo>
                    <a:pt x="4392809" y="600707"/>
                  </a:lnTo>
                  <a:lnTo>
                    <a:pt x="4475692" y="603891"/>
                  </a:lnTo>
                  <a:lnTo>
                    <a:pt x="4558576" y="606959"/>
                  </a:lnTo>
                  <a:lnTo>
                    <a:pt x="4641459" y="609846"/>
                  </a:lnTo>
                  <a:lnTo>
                    <a:pt x="4724342" y="612463"/>
                  </a:lnTo>
                  <a:lnTo>
                    <a:pt x="4807225" y="614706"/>
                  </a:lnTo>
                  <a:lnTo>
                    <a:pt x="4890108" y="616467"/>
                  </a:lnTo>
                  <a:lnTo>
                    <a:pt x="4972992" y="617641"/>
                  </a:lnTo>
                  <a:lnTo>
                    <a:pt x="5055875" y="618136"/>
                  </a:lnTo>
                  <a:lnTo>
                    <a:pt x="5138758" y="617877"/>
                  </a:lnTo>
                  <a:lnTo>
                    <a:pt x="5221641" y="616808"/>
                  </a:lnTo>
                  <a:lnTo>
                    <a:pt x="5304524" y="614895"/>
                  </a:lnTo>
                  <a:lnTo>
                    <a:pt x="5387408" y="612124"/>
                  </a:lnTo>
                  <a:lnTo>
                    <a:pt x="5470291" y="608493"/>
                  </a:lnTo>
                  <a:lnTo>
                    <a:pt x="5553174" y="604015"/>
                  </a:lnTo>
                  <a:lnTo>
                    <a:pt x="5636057" y="598712"/>
                  </a:lnTo>
                  <a:lnTo>
                    <a:pt x="5718940" y="592611"/>
                  </a:lnTo>
                  <a:lnTo>
                    <a:pt x="5801824" y="585742"/>
                  </a:lnTo>
                  <a:lnTo>
                    <a:pt x="5884707" y="578138"/>
                  </a:lnTo>
                  <a:lnTo>
                    <a:pt x="5967590" y="569831"/>
                  </a:lnTo>
                  <a:lnTo>
                    <a:pt x="6015395" y="5646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072465" y="5012042"/>
              <a:ext cx="5995633" cy="366417"/>
            </a:xfrm>
            <a:custGeom>
              <a:avLst/>
              <a:pathLst>
                <a:path w="5995633" h="366417">
                  <a:moveTo>
                    <a:pt x="5995633" y="366417"/>
                  </a:moveTo>
                  <a:lnTo>
                    <a:pt x="5967590" y="355805"/>
                  </a:lnTo>
                  <a:lnTo>
                    <a:pt x="5884707" y="325956"/>
                  </a:lnTo>
                  <a:lnTo>
                    <a:pt x="5801824" y="297629"/>
                  </a:lnTo>
                  <a:lnTo>
                    <a:pt x="5718940" y="270833"/>
                  </a:lnTo>
                  <a:lnTo>
                    <a:pt x="5636057" y="245575"/>
                  </a:lnTo>
                  <a:lnTo>
                    <a:pt x="5553174" y="221861"/>
                  </a:lnTo>
                  <a:lnTo>
                    <a:pt x="5470291" y="199693"/>
                  </a:lnTo>
                  <a:lnTo>
                    <a:pt x="5387408" y="179068"/>
                  </a:lnTo>
                  <a:lnTo>
                    <a:pt x="5304524" y="159973"/>
                  </a:lnTo>
                  <a:lnTo>
                    <a:pt x="5221641" y="142385"/>
                  </a:lnTo>
                  <a:lnTo>
                    <a:pt x="5138758" y="126262"/>
                  </a:lnTo>
                  <a:lnTo>
                    <a:pt x="5055875" y="111545"/>
                  </a:lnTo>
                  <a:lnTo>
                    <a:pt x="4972992" y="98156"/>
                  </a:lnTo>
                  <a:lnTo>
                    <a:pt x="4890108" y="85993"/>
                  </a:lnTo>
                  <a:lnTo>
                    <a:pt x="4807225" y="74940"/>
                  </a:lnTo>
                  <a:lnTo>
                    <a:pt x="4724342" y="64867"/>
                  </a:lnTo>
                  <a:lnTo>
                    <a:pt x="4641459" y="55642"/>
                  </a:lnTo>
                  <a:lnTo>
                    <a:pt x="4558576" y="47135"/>
                  </a:lnTo>
                  <a:lnTo>
                    <a:pt x="4475692" y="39234"/>
                  </a:lnTo>
                  <a:lnTo>
                    <a:pt x="4392809" y="31847"/>
                  </a:lnTo>
                  <a:lnTo>
                    <a:pt x="4309926" y="24914"/>
                  </a:lnTo>
                  <a:lnTo>
                    <a:pt x="4227043" y="18418"/>
                  </a:lnTo>
                  <a:lnTo>
                    <a:pt x="4144160" y="12526"/>
                  </a:lnTo>
                  <a:lnTo>
                    <a:pt x="4061276" y="7528"/>
                  </a:lnTo>
                  <a:lnTo>
                    <a:pt x="3978393" y="3686"/>
                  </a:lnTo>
                  <a:lnTo>
                    <a:pt x="3895510" y="1164"/>
                  </a:lnTo>
                  <a:lnTo>
                    <a:pt x="3812627" y="0"/>
                  </a:lnTo>
                  <a:lnTo>
                    <a:pt x="3729744" y="96"/>
                  </a:lnTo>
                  <a:lnTo>
                    <a:pt x="3646860" y="1740"/>
                  </a:lnTo>
                  <a:lnTo>
                    <a:pt x="3563977" y="5710"/>
                  </a:lnTo>
                  <a:lnTo>
                    <a:pt x="3481094" y="11839"/>
                  </a:lnTo>
                  <a:lnTo>
                    <a:pt x="3398211" y="19345"/>
                  </a:lnTo>
                  <a:lnTo>
                    <a:pt x="3315328" y="26630"/>
                  </a:lnTo>
                  <a:lnTo>
                    <a:pt x="3232444" y="34652"/>
                  </a:lnTo>
                  <a:lnTo>
                    <a:pt x="3149561" y="45932"/>
                  </a:lnTo>
                  <a:lnTo>
                    <a:pt x="3066678" y="58514"/>
                  </a:lnTo>
                  <a:lnTo>
                    <a:pt x="2983795" y="68608"/>
                  </a:lnTo>
                  <a:lnTo>
                    <a:pt x="2900912" y="78036"/>
                  </a:lnTo>
                  <a:lnTo>
                    <a:pt x="2818028" y="90050"/>
                  </a:lnTo>
                  <a:lnTo>
                    <a:pt x="2735145" y="102402"/>
                  </a:lnTo>
                  <a:lnTo>
                    <a:pt x="2652262" y="111412"/>
                  </a:lnTo>
                  <a:lnTo>
                    <a:pt x="2569379" y="115481"/>
                  </a:lnTo>
                  <a:lnTo>
                    <a:pt x="2486496" y="119012"/>
                  </a:lnTo>
                  <a:lnTo>
                    <a:pt x="2403612" y="122054"/>
                  </a:lnTo>
                  <a:lnTo>
                    <a:pt x="2320729" y="123506"/>
                  </a:lnTo>
                  <a:lnTo>
                    <a:pt x="2237846" y="121986"/>
                  </a:lnTo>
                  <a:lnTo>
                    <a:pt x="2154963" y="118811"/>
                  </a:lnTo>
                  <a:lnTo>
                    <a:pt x="2072080" y="114564"/>
                  </a:lnTo>
                  <a:lnTo>
                    <a:pt x="1989196" y="109486"/>
                  </a:lnTo>
                  <a:lnTo>
                    <a:pt x="1906313" y="103763"/>
                  </a:lnTo>
                  <a:lnTo>
                    <a:pt x="1823430" y="97551"/>
                  </a:lnTo>
                  <a:lnTo>
                    <a:pt x="1740547" y="91025"/>
                  </a:lnTo>
                  <a:lnTo>
                    <a:pt x="1657664" y="84502"/>
                  </a:lnTo>
                  <a:lnTo>
                    <a:pt x="1574780" y="78197"/>
                  </a:lnTo>
                  <a:lnTo>
                    <a:pt x="1491897" y="72283"/>
                  </a:lnTo>
                  <a:lnTo>
                    <a:pt x="1409014" y="66918"/>
                  </a:lnTo>
                  <a:lnTo>
                    <a:pt x="1326131" y="62233"/>
                  </a:lnTo>
                  <a:lnTo>
                    <a:pt x="1243248" y="58318"/>
                  </a:lnTo>
                  <a:lnTo>
                    <a:pt x="1160364" y="55223"/>
                  </a:lnTo>
                  <a:lnTo>
                    <a:pt x="1077481" y="52959"/>
                  </a:lnTo>
                  <a:lnTo>
                    <a:pt x="994598" y="51508"/>
                  </a:lnTo>
                  <a:lnTo>
                    <a:pt x="911715" y="50835"/>
                  </a:lnTo>
                  <a:lnTo>
                    <a:pt x="828832" y="50891"/>
                  </a:lnTo>
                  <a:lnTo>
                    <a:pt x="745948" y="51622"/>
                  </a:lnTo>
                  <a:lnTo>
                    <a:pt x="663065" y="52974"/>
                  </a:lnTo>
                  <a:lnTo>
                    <a:pt x="580182" y="54891"/>
                  </a:lnTo>
                  <a:lnTo>
                    <a:pt x="497299" y="57322"/>
                  </a:lnTo>
                  <a:lnTo>
                    <a:pt x="414416" y="60216"/>
                  </a:lnTo>
                  <a:lnTo>
                    <a:pt x="331532" y="63526"/>
                  </a:lnTo>
                  <a:lnTo>
                    <a:pt x="248649" y="67208"/>
                  </a:lnTo>
                  <a:lnTo>
                    <a:pt x="165766" y="71219"/>
                  </a:lnTo>
                  <a:lnTo>
                    <a:pt x="82883" y="75520"/>
                  </a:lnTo>
                  <a:lnTo>
                    <a:pt x="0" y="800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72465" y="4680666"/>
              <a:ext cx="6015395" cy="429238"/>
            </a:xfrm>
            <a:custGeom>
              <a:avLst/>
              <a:pathLst>
                <a:path w="6015395" h="429238">
                  <a:moveTo>
                    <a:pt x="0" y="0"/>
                  </a:moveTo>
                  <a:lnTo>
                    <a:pt x="82883" y="24535"/>
                  </a:lnTo>
                  <a:lnTo>
                    <a:pt x="165766" y="48126"/>
                  </a:lnTo>
                  <a:lnTo>
                    <a:pt x="248649" y="70793"/>
                  </a:lnTo>
                  <a:lnTo>
                    <a:pt x="331532" y="92552"/>
                  </a:lnTo>
                  <a:lnTo>
                    <a:pt x="414416" y="113423"/>
                  </a:lnTo>
                  <a:lnTo>
                    <a:pt x="497299" y="133423"/>
                  </a:lnTo>
                  <a:lnTo>
                    <a:pt x="580182" y="152570"/>
                  </a:lnTo>
                  <a:lnTo>
                    <a:pt x="663065" y="170884"/>
                  </a:lnTo>
                  <a:lnTo>
                    <a:pt x="745948" y="188381"/>
                  </a:lnTo>
                  <a:lnTo>
                    <a:pt x="828832" y="205080"/>
                  </a:lnTo>
                  <a:lnTo>
                    <a:pt x="911715" y="220999"/>
                  </a:lnTo>
                  <a:lnTo>
                    <a:pt x="994598" y="236157"/>
                  </a:lnTo>
                  <a:lnTo>
                    <a:pt x="1077481" y="250571"/>
                  </a:lnTo>
                  <a:lnTo>
                    <a:pt x="1160364" y="264260"/>
                  </a:lnTo>
                  <a:lnTo>
                    <a:pt x="1243248" y="277242"/>
                  </a:lnTo>
                  <a:lnTo>
                    <a:pt x="1326131" y="289535"/>
                  </a:lnTo>
                  <a:lnTo>
                    <a:pt x="1409014" y="301157"/>
                  </a:lnTo>
                  <a:lnTo>
                    <a:pt x="1491897" y="312127"/>
                  </a:lnTo>
                  <a:lnTo>
                    <a:pt x="1574780" y="322462"/>
                  </a:lnTo>
                  <a:lnTo>
                    <a:pt x="1657664" y="332181"/>
                  </a:lnTo>
                  <a:lnTo>
                    <a:pt x="1740547" y="341302"/>
                  </a:lnTo>
                  <a:lnTo>
                    <a:pt x="1823430" y="349847"/>
                  </a:lnTo>
                  <a:lnTo>
                    <a:pt x="1906313" y="357750"/>
                  </a:lnTo>
                  <a:lnTo>
                    <a:pt x="1989196" y="364847"/>
                  </a:lnTo>
                  <a:lnTo>
                    <a:pt x="2072080" y="370969"/>
                  </a:lnTo>
                  <a:lnTo>
                    <a:pt x="2154963" y="375949"/>
                  </a:lnTo>
                  <a:lnTo>
                    <a:pt x="2237846" y="379620"/>
                  </a:lnTo>
                  <a:lnTo>
                    <a:pt x="2320729" y="381637"/>
                  </a:lnTo>
                  <a:lnTo>
                    <a:pt x="2403612" y="381069"/>
                  </a:lnTo>
                  <a:lnTo>
                    <a:pt x="2486496" y="378513"/>
                  </a:lnTo>
                  <a:lnTo>
                    <a:pt x="2569379" y="374809"/>
                  </a:lnTo>
                  <a:lnTo>
                    <a:pt x="2652262" y="370629"/>
                  </a:lnTo>
                  <a:lnTo>
                    <a:pt x="2735145" y="362323"/>
                  </a:lnTo>
                  <a:lnTo>
                    <a:pt x="2818028" y="350388"/>
                  </a:lnTo>
                  <a:lnTo>
                    <a:pt x="2900912" y="337890"/>
                  </a:lnTo>
                  <a:lnTo>
                    <a:pt x="2983795" y="327892"/>
                  </a:lnTo>
                  <a:lnTo>
                    <a:pt x="3066678" y="318086"/>
                  </a:lnTo>
                  <a:lnTo>
                    <a:pt x="3149561" y="305432"/>
                  </a:lnTo>
                  <a:lnTo>
                    <a:pt x="3232444" y="293094"/>
                  </a:lnTo>
                  <a:lnTo>
                    <a:pt x="3315328" y="284224"/>
                  </a:lnTo>
                  <a:lnTo>
                    <a:pt x="3398211" y="276983"/>
                  </a:lnTo>
                  <a:lnTo>
                    <a:pt x="3481094" y="269289"/>
                  </a:lnTo>
                  <a:lnTo>
                    <a:pt x="3563977" y="262252"/>
                  </a:lnTo>
                  <a:lnTo>
                    <a:pt x="3646860" y="256981"/>
                  </a:lnTo>
                  <a:lnTo>
                    <a:pt x="3729744" y="254540"/>
                  </a:lnTo>
                  <a:lnTo>
                    <a:pt x="3812627" y="254049"/>
                  </a:lnTo>
                  <a:lnTo>
                    <a:pt x="3895510" y="254672"/>
                  </a:lnTo>
                  <a:lnTo>
                    <a:pt x="3978393" y="256313"/>
                  </a:lnTo>
                  <a:lnTo>
                    <a:pt x="4061276" y="258875"/>
                  </a:lnTo>
                  <a:lnTo>
                    <a:pt x="4144160" y="262265"/>
                  </a:lnTo>
                  <a:lnTo>
                    <a:pt x="4227043" y="266386"/>
                  </a:lnTo>
                  <a:lnTo>
                    <a:pt x="4309926" y="271143"/>
                  </a:lnTo>
                  <a:lnTo>
                    <a:pt x="4392809" y="276241"/>
                  </a:lnTo>
                  <a:lnTo>
                    <a:pt x="4475692" y="281526"/>
                  </a:lnTo>
                  <a:lnTo>
                    <a:pt x="4558576" y="287011"/>
                  </a:lnTo>
                  <a:lnTo>
                    <a:pt x="4641459" y="292707"/>
                  </a:lnTo>
                  <a:lnTo>
                    <a:pt x="4724342" y="298629"/>
                  </a:lnTo>
                  <a:lnTo>
                    <a:pt x="4807225" y="304787"/>
                  </a:lnTo>
                  <a:lnTo>
                    <a:pt x="4890108" y="311194"/>
                  </a:lnTo>
                  <a:lnTo>
                    <a:pt x="4972992" y="317862"/>
                  </a:lnTo>
                  <a:lnTo>
                    <a:pt x="5055875" y="324804"/>
                  </a:lnTo>
                  <a:lnTo>
                    <a:pt x="5138758" y="332033"/>
                  </a:lnTo>
                  <a:lnTo>
                    <a:pt x="5221641" y="339560"/>
                  </a:lnTo>
                  <a:lnTo>
                    <a:pt x="5304524" y="347398"/>
                  </a:lnTo>
                  <a:lnTo>
                    <a:pt x="5387408" y="355559"/>
                  </a:lnTo>
                  <a:lnTo>
                    <a:pt x="5470291" y="364056"/>
                  </a:lnTo>
                  <a:lnTo>
                    <a:pt x="5553174" y="372902"/>
                  </a:lnTo>
                  <a:lnTo>
                    <a:pt x="5636057" y="382107"/>
                  </a:lnTo>
                  <a:lnTo>
                    <a:pt x="5718940" y="391686"/>
                  </a:lnTo>
                  <a:lnTo>
                    <a:pt x="5801824" y="401649"/>
                  </a:lnTo>
                  <a:lnTo>
                    <a:pt x="5884707" y="412010"/>
                  </a:lnTo>
                  <a:lnTo>
                    <a:pt x="5967590" y="422782"/>
                  </a:lnTo>
                  <a:lnTo>
                    <a:pt x="6015395" y="42923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244530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34247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393192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72465" y="4569213"/>
              <a:ext cx="6015395" cy="809246"/>
            </a:xfrm>
            <a:custGeom>
              <a:avLst/>
              <a:pathLst>
                <a:path w="6015395" h="809246">
                  <a:moveTo>
                    <a:pt x="0" y="383456"/>
                  </a:moveTo>
                  <a:lnTo>
                    <a:pt x="82883" y="402215"/>
                  </a:lnTo>
                  <a:lnTo>
                    <a:pt x="165766" y="420109"/>
                  </a:lnTo>
                  <a:lnTo>
                    <a:pt x="248649" y="437126"/>
                  </a:lnTo>
                  <a:lnTo>
                    <a:pt x="331532" y="453253"/>
                  </a:lnTo>
                  <a:lnTo>
                    <a:pt x="414416" y="468476"/>
                  </a:lnTo>
                  <a:lnTo>
                    <a:pt x="497299" y="482778"/>
                  </a:lnTo>
                  <a:lnTo>
                    <a:pt x="580182" y="496142"/>
                  </a:lnTo>
                  <a:lnTo>
                    <a:pt x="663065" y="508550"/>
                  </a:lnTo>
                  <a:lnTo>
                    <a:pt x="745948" y="519980"/>
                  </a:lnTo>
                  <a:lnTo>
                    <a:pt x="828832" y="530412"/>
                  </a:lnTo>
                  <a:lnTo>
                    <a:pt x="911715" y="539823"/>
                  </a:lnTo>
                  <a:lnTo>
                    <a:pt x="994598" y="548192"/>
                  </a:lnTo>
                  <a:lnTo>
                    <a:pt x="1077481" y="555501"/>
                  </a:lnTo>
                  <a:lnTo>
                    <a:pt x="1160364" y="561739"/>
                  </a:lnTo>
                  <a:lnTo>
                    <a:pt x="1243248" y="566906"/>
                  </a:lnTo>
                  <a:lnTo>
                    <a:pt x="1326131" y="571017"/>
                  </a:lnTo>
                  <a:lnTo>
                    <a:pt x="1409014" y="574111"/>
                  </a:lnTo>
                  <a:lnTo>
                    <a:pt x="1491897" y="576246"/>
                  </a:lnTo>
                  <a:lnTo>
                    <a:pt x="1574780" y="577508"/>
                  </a:lnTo>
                  <a:lnTo>
                    <a:pt x="1657664" y="577996"/>
                  </a:lnTo>
                  <a:lnTo>
                    <a:pt x="1740547" y="577817"/>
                  </a:lnTo>
                  <a:lnTo>
                    <a:pt x="1823430" y="577061"/>
                  </a:lnTo>
                  <a:lnTo>
                    <a:pt x="1906313" y="575798"/>
                  </a:lnTo>
                  <a:lnTo>
                    <a:pt x="1989196" y="574099"/>
                  </a:lnTo>
                  <a:lnTo>
                    <a:pt x="2072080" y="572025"/>
                  </a:lnTo>
                  <a:lnTo>
                    <a:pt x="2154963" y="569655"/>
                  </a:lnTo>
                  <a:lnTo>
                    <a:pt x="2237846" y="567100"/>
                  </a:lnTo>
                  <a:lnTo>
                    <a:pt x="2320729" y="564465"/>
                  </a:lnTo>
                  <a:lnTo>
                    <a:pt x="2403612" y="561484"/>
                  </a:lnTo>
                  <a:lnTo>
                    <a:pt x="2486496" y="557939"/>
                  </a:lnTo>
                  <a:lnTo>
                    <a:pt x="2569379" y="554037"/>
                  </a:lnTo>
                  <a:lnTo>
                    <a:pt x="2652262" y="550531"/>
                  </a:lnTo>
                  <a:lnTo>
                    <a:pt x="2735145" y="547740"/>
                  </a:lnTo>
                  <a:lnTo>
                    <a:pt x="2818028" y="544840"/>
                  </a:lnTo>
                  <a:lnTo>
                    <a:pt x="2900912" y="541400"/>
                  </a:lnTo>
                  <a:lnTo>
                    <a:pt x="2983795" y="537804"/>
                  </a:lnTo>
                  <a:lnTo>
                    <a:pt x="3066678" y="535054"/>
                  </a:lnTo>
                  <a:lnTo>
                    <a:pt x="3149561" y="532625"/>
                  </a:lnTo>
                  <a:lnTo>
                    <a:pt x="3232444" y="529489"/>
                  </a:lnTo>
                  <a:lnTo>
                    <a:pt x="3315328" y="525659"/>
                  </a:lnTo>
                  <a:lnTo>
                    <a:pt x="3398211" y="522081"/>
                  </a:lnTo>
                  <a:lnTo>
                    <a:pt x="3481094" y="518533"/>
                  </a:lnTo>
                  <a:lnTo>
                    <a:pt x="3563977" y="514294"/>
                  </a:lnTo>
                  <a:lnTo>
                    <a:pt x="3646860" y="509104"/>
                  </a:lnTo>
                  <a:lnTo>
                    <a:pt x="3729744" y="503057"/>
                  </a:lnTo>
                  <a:lnTo>
                    <a:pt x="3812627" y="496766"/>
                  </a:lnTo>
                  <a:lnTo>
                    <a:pt x="3895510" y="490307"/>
                  </a:lnTo>
                  <a:lnTo>
                    <a:pt x="3978393" y="483466"/>
                  </a:lnTo>
                  <a:lnTo>
                    <a:pt x="4061276" y="476101"/>
                  </a:lnTo>
                  <a:lnTo>
                    <a:pt x="4144160" y="468148"/>
                  </a:lnTo>
                  <a:lnTo>
                    <a:pt x="4227043" y="459594"/>
                  </a:lnTo>
                  <a:lnTo>
                    <a:pt x="4309926" y="450441"/>
                  </a:lnTo>
                  <a:lnTo>
                    <a:pt x="4392809" y="440463"/>
                  </a:lnTo>
                  <a:lnTo>
                    <a:pt x="4475692" y="429503"/>
                  </a:lnTo>
                  <a:lnTo>
                    <a:pt x="4558576" y="417543"/>
                  </a:lnTo>
                  <a:lnTo>
                    <a:pt x="4641459" y="404544"/>
                  </a:lnTo>
                  <a:lnTo>
                    <a:pt x="4724342" y="390457"/>
                  </a:lnTo>
                  <a:lnTo>
                    <a:pt x="4807225" y="375222"/>
                  </a:lnTo>
                  <a:lnTo>
                    <a:pt x="4890108" y="358778"/>
                  </a:lnTo>
                  <a:lnTo>
                    <a:pt x="4972992" y="341067"/>
                  </a:lnTo>
                  <a:lnTo>
                    <a:pt x="5055875" y="322035"/>
                  </a:lnTo>
                  <a:lnTo>
                    <a:pt x="5138758" y="301641"/>
                  </a:lnTo>
                  <a:lnTo>
                    <a:pt x="5221641" y="279853"/>
                  </a:lnTo>
                  <a:lnTo>
                    <a:pt x="5304524" y="256651"/>
                  </a:lnTo>
                  <a:lnTo>
                    <a:pt x="5387408" y="232028"/>
                  </a:lnTo>
                  <a:lnTo>
                    <a:pt x="5470291" y="205984"/>
                  </a:lnTo>
                  <a:lnTo>
                    <a:pt x="5553174" y="178525"/>
                  </a:lnTo>
                  <a:lnTo>
                    <a:pt x="5636057" y="149665"/>
                  </a:lnTo>
                  <a:lnTo>
                    <a:pt x="5718940" y="119418"/>
                  </a:lnTo>
                  <a:lnTo>
                    <a:pt x="5801824" y="87802"/>
                  </a:lnTo>
                  <a:lnTo>
                    <a:pt x="5884707" y="54836"/>
                  </a:lnTo>
                  <a:lnTo>
                    <a:pt x="5967590" y="20539"/>
                  </a:lnTo>
                  <a:lnTo>
                    <a:pt x="6015395" y="0"/>
                  </a:lnTo>
                  <a:lnTo>
                    <a:pt x="6015395" y="313539"/>
                  </a:lnTo>
                  <a:lnTo>
                    <a:pt x="5967590" y="320864"/>
                  </a:lnTo>
                  <a:lnTo>
                    <a:pt x="5884707" y="333491"/>
                  </a:lnTo>
                  <a:lnTo>
                    <a:pt x="5801824" y="346050"/>
                  </a:lnTo>
                  <a:lnTo>
                    <a:pt x="5718940" y="358546"/>
                  </a:lnTo>
                  <a:lnTo>
                    <a:pt x="5636057" y="370983"/>
                  </a:lnTo>
                  <a:lnTo>
                    <a:pt x="5553174" y="383364"/>
                  </a:lnTo>
                  <a:lnTo>
                    <a:pt x="5470291" y="395690"/>
                  </a:lnTo>
                  <a:lnTo>
                    <a:pt x="5387408" y="407958"/>
                  </a:lnTo>
                  <a:lnTo>
                    <a:pt x="5304524" y="420162"/>
                  </a:lnTo>
                  <a:lnTo>
                    <a:pt x="5221641" y="432288"/>
                  </a:lnTo>
                  <a:lnTo>
                    <a:pt x="5138758" y="444313"/>
                  </a:lnTo>
                  <a:lnTo>
                    <a:pt x="5055875" y="456202"/>
                  </a:lnTo>
                  <a:lnTo>
                    <a:pt x="4972992" y="467910"/>
                  </a:lnTo>
                  <a:lnTo>
                    <a:pt x="4890108" y="479381"/>
                  </a:lnTo>
                  <a:lnTo>
                    <a:pt x="4807225" y="490547"/>
                  </a:lnTo>
                  <a:lnTo>
                    <a:pt x="4724342" y="501335"/>
                  </a:lnTo>
                  <a:lnTo>
                    <a:pt x="4641459" y="511669"/>
                  </a:lnTo>
                  <a:lnTo>
                    <a:pt x="4558576" y="521476"/>
                  </a:lnTo>
                  <a:lnTo>
                    <a:pt x="4475692" y="530692"/>
                  </a:lnTo>
                  <a:lnTo>
                    <a:pt x="4392809" y="539264"/>
                  </a:lnTo>
                  <a:lnTo>
                    <a:pt x="4309926" y="547158"/>
                  </a:lnTo>
                  <a:lnTo>
                    <a:pt x="4227043" y="554334"/>
                  </a:lnTo>
                  <a:lnTo>
                    <a:pt x="4144160" y="560878"/>
                  </a:lnTo>
                  <a:lnTo>
                    <a:pt x="4061276" y="567005"/>
                  </a:lnTo>
                  <a:lnTo>
                    <a:pt x="3978393" y="572915"/>
                  </a:lnTo>
                  <a:lnTo>
                    <a:pt x="3895510" y="578756"/>
                  </a:lnTo>
                  <a:lnTo>
                    <a:pt x="3812627" y="584599"/>
                  </a:lnTo>
                  <a:lnTo>
                    <a:pt x="3729744" y="590443"/>
                  </a:lnTo>
                  <a:lnTo>
                    <a:pt x="3646860" y="595585"/>
                  </a:lnTo>
                  <a:lnTo>
                    <a:pt x="3563977" y="599296"/>
                  </a:lnTo>
                  <a:lnTo>
                    <a:pt x="3481094" y="602504"/>
                  </a:lnTo>
                  <a:lnTo>
                    <a:pt x="3398211" y="605838"/>
                  </a:lnTo>
                  <a:lnTo>
                    <a:pt x="3315328" y="609467"/>
                  </a:lnTo>
                  <a:lnTo>
                    <a:pt x="3232444" y="612332"/>
                  </a:lnTo>
                  <a:lnTo>
                    <a:pt x="3149561" y="614267"/>
                  </a:lnTo>
                  <a:lnTo>
                    <a:pt x="3066678" y="616615"/>
                  </a:lnTo>
                  <a:lnTo>
                    <a:pt x="2983795" y="619692"/>
                  </a:lnTo>
                  <a:lnTo>
                    <a:pt x="2900912" y="622640"/>
                  </a:lnTo>
                  <a:lnTo>
                    <a:pt x="2818028" y="625530"/>
                  </a:lnTo>
                  <a:lnTo>
                    <a:pt x="2735145" y="628905"/>
                  </a:lnTo>
                  <a:lnTo>
                    <a:pt x="2652262" y="632495"/>
                  </a:lnTo>
                  <a:lnTo>
                    <a:pt x="2569379" y="635874"/>
                  </a:lnTo>
                  <a:lnTo>
                    <a:pt x="2486496" y="639580"/>
                  </a:lnTo>
                  <a:lnTo>
                    <a:pt x="2403612" y="643677"/>
                  </a:lnTo>
                  <a:lnTo>
                    <a:pt x="2320729" y="647662"/>
                  </a:lnTo>
                  <a:lnTo>
                    <a:pt x="2237846" y="650863"/>
                  </a:lnTo>
                  <a:lnTo>
                    <a:pt x="2154963" y="653980"/>
                  </a:lnTo>
                  <a:lnTo>
                    <a:pt x="2072080" y="657182"/>
                  </a:lnTo>
                  <a:lnTo>
                    <a:pt x="1989196" y="660443"/>
                  </a:lnTo>
                  <a:lnTo>
                    <a:pt x="1906313" y="663703"/>
                  </a:lnTo>
                  <a:lnTo>
                    <a:pt x="1823430" y="666886"/>
                  </a:lnTo>
                  <a:lnTo>
                    <a:pt x="1740547" y="669936"/>
                  </a:lnTo>
                  <a:lnTo>
                    <a:pt x="1657664" y="673065"/>
                  </a:lnTo>
                  <a:lnTo>
                    <a:pt x="1574780" y="676456"/>
                  </a:lnTo>
                  <a:lnTo>
                    <a:pt x="1491897" y="680216"/>
                  </a:lnTo>
                  <a:lnTo>
                    <a:pt x="1409014" y="684446"/>
                  </a:lnTo>
                  <a:lnTo>
                    <a:pt x="1326131" y="689233"/>
                  </a:lnTo>
                  <a:lnTo>
                    <a:pt x="1243248" y="694638"/>
                  </a:lnTo>
                  <a:lnTo>
                    <a:pt x="1160364" y="700701"/>
                  </a:lnTo>
                  <a:lnTo>
                    <a:pt x="1077481" y="707440"/>
                  </a:lnTo>
                  <a:lnTo>
                    <a:pt x="994598" y="714856"/>
                  </a:lnTo>
                  <a:lnTo>
                    <a:pt x="911715" y="722939"/>
                  </a:lnTo>
                  <a:lnTo>
                    <a:pt x="828832" y="731674"/>
                  </a:lnTo>
                  <a:lnTo>
                    <a:pt x="745948" y="741042"/>
                  </a:lnTo>
                  <a:lnTo>
                    <a:pt x="663065" y="751021"/>
                  </a:lnTo>
                  <a:lnTo>
                    <a:pt x="580182" y="761593"/>
                  </a:lnTo>
                  <a:lnTo>
                    <a:pt x="497299" y="772739"/>
                  </a:lnTo>
                  <a:lnTo>
                    <a:pt x="414416" y="784442"/>
                  </a:lnTo>
                  <a:lnTo>
                    <a:pt x="331532" y="796685"/>
                  </a:lnTo>
                  <a:lnTo>
                    <a:pt x="250012" y="80924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72465" y="4569213"/>
              <a:ext cx="6015395" cy="577996"/>
            </a:xfrm>
            <a:custGeom>
              <a:avLst/>
              <a:pathLst>
                <a:path w="6015395" h="577996">
                  <a:moveTo>
                    <a:pt x="0" y="383456"/>
                  </a:moveTo>
                  <a:lnTo>
                    <a:pt x="82883" y="402215"/>
                  </a:lnTo>
                  <a:lnTo>
                    <a:pt x="165766" y="420109"/>
                  </a:lnTo>
                  <a:lnTo>
                    <a:pt x="248649" y="437126"/>
                  </a:lnTo>
                  <a:lnTo>
                    <a:pt x="331532" y="453253"/>
                  </a:lnTo>
                  <a:lnTo>
                    <a:pt x="414416" y="468476"/>
                  </a:lnTo>
                  <a:lnTo>
                    <a:pt x="497299" y="482778"/>
                  </a:lnTo>
                  <a:lnTo>
                    <a:pt x="580182" y="496142"/>
                  </a:lnTo>
                  <a:lnTo>
                    <a:pt x="663065" y="508550"/>
                  </a:lnTo>
                  <a:lnTo>
                    <a:pt x="745948" y="519980"/>
                  </a:lnTo>
                  <a:lnTo>
                    <a:pt x="828832" y="530412"/>
                  </a:lnTo>
                  <a:lnTo>
                    <a:pt x="911715" y="539823"/>
                  </a:lnTo>
                  <a:lnTo>
                    <a:pt x="994598" y="548192"/>
                  </a:lnTo>
                  <a:lnTo>
                    <a:pt x="1077481" y="555501"/>
                  </a:lnTo>
                  <a:lnTo>
                    <a:pt x="1160364" y="561739"/>
                  </a:lnTo>
                  <a:lnTo>
                    <a:pt x="1243248" y="566906"/>
                  </a:lnTo>
                  <a:lnTo>
                    <a:pt x="1326131" y="571017"/>
                  </a:lnTo>
                  <a:lnTo>
                    <a:pt x="1409014" y="574111"/>
                  </a:lnTo>
                  <a:lnTo>
                    <a:pt x="1491897" y="576246"/>
                  </a:lnTo>
                  <a:lnTo>
                    <a:pt x="1574780" y="577508"/>
                  </a:lnTo>
                  <a:lnTo>
                    <a:pt x="1657664" y="577996"/>
                  </a:lnTo>
                  <a:lnTo>
                    <a:pt x="1740547" y="577817"/>
                  </a:lnTo>
                  <a:lnTo>
                    <a:pt x="1823430" y="577061"/>
                  </a:lnTo>
                  <a:lnTo>
                    <a:pt x="1906313" y="575798"/>
                  </a:lnTo>
                  <a:lnTo>
                    <a:pt x="1989196" y="574099"/>
                  </a:lnTo>
                  <a:lnTo>
                    <a:pt x="2072080" y="572025"/>
                  </a:lnTo>
                  <a:lnTo>
                    <a:pt x="2154963" y="569655"/>
                  </a:lnTo>
                  <a:lnTo>
                    <a:pt x="2237846" y="567100"/>
                  </a:lnTo>
                  <a:lnTo>
                    <a:pt x="2320729" y="564465"/>
                  </a:lnTo>
                  <a:lnTo>
                    <a:pt x="2403612" y="561484"/>
                  </a:lnTo>
                  <a:lnTo>
                    <a:pt x="2486496" y="557939"/>
                  </a:lnTo>
                  <a:lnTo>
                    <a:pt x="2569379" y="554037"/>
                  </a:lnTo>
                  <a:lnTo>
                    <a:pt x="2652262" y="550531"/>
                  </a:lnTo>
                  <a:lnTo>
                    <a:pt x="2735145" y="547740"/>
                  </a:lnTo>
                  <a:lnTo>
                    <a:pt x="2818028" y="544840"/>
                  </a:lnTo>
                  <a:lnTo>
                    <a:pt x="2900912" y="541400"/>
                  </a:lnTo>
                  <a:lnTo>
                    <a:pt x="2983795" y="537804"/>
                  </a:lnTo>
                  <a:lnTo>
                    <a:pt x="3066678" y="535054"/>
                  </a:lnTo>
                  <a:lnTo>
                    <a:pt x="3149561" y="532625"/>
                  </a:lnTo>
                  <a:lnTo>
                    <a:pt x="3232444" y="529489"/>
                  </a:lnTo>
                  <a:lnTo>
                    <a:pt x="3315328" y="525659"/>
                  </a:lnTo>
                  <a:lnTo>
                    <a:pt x="3398211" y="522081"/>
                  </a:lnTo>
                  <a:lnTo>
                    <a:pt x="3481094" y="518533"/>
                  </a:lnTo>
                  <a:lnTo>
                    <a:pt x="3563977" y="514294"/>
                  </a:lnTo>
                  <a:lnTo>
                    <a:pt x="3646860" y="509104"/>
                  </a:lnTo>
                  <a:lnTo>
                    <a:pt x="3729744" y="503057"/>
                  </a:lnTo>
                  <a:lnTo>
                    <a:pt x="3812627" y="496766"/>
                  </a:lnTo>
                  <a:lnTo>
                    <a:pt x="3895510" y="490307"/>
                  </a:lnTo>
                  <a:lnTo>
                    <a:pt x="3978393" y="483466"/>
                  </a:lnTo>
                  <a:lnTo>
                    <a:pt x="4061276" y="476101"/>
                  </a:lnTo>
                  <a:lnTo>
                    <a:pt x="4144160" y="468148"/>
                  </a:lnTo>
                  <a:lnTo>
                    <a:pt x="4227043" y="459594"/>
                  </a:lnTo>
                  <a:lnTo>
                    <a:pt x="4309926" y="450441"/>
                  </a:lnTo>
                  <a:lnTo>
                    <a:pt x="4392809" y="440463"/>
                  </a:lnTo>
                  <a:lnTo>
                    <a:pt x="4475692" y="429503"/>
                  </a:lnTo>
                  <a:lnTo>
                    <a:pt x="4558576" y="417543"/>
                  </a:lnTo>
                  <a:lnTo>
                    <a:pt x="4641459" y="404544"/>
                  </a:lnTo>
                  <a:lnTo>
                    <a:pt x="4724342" y="390457"/>
                  </a:lnTo>
                  <a:lnTo>
                    <a:pt x="4807225" y="375222"/>
                  </a:lnTo>
                  <a:lnTo>
                    <a:pt x="4890108" y="358778"/>
                  </a:lnTo>
                  <a:lnTo>
                    <a:pt x="4972992" y="341067"/>
                  </a:lnTo>
                  <a:lnTo>
                    <a:pt x="5055875" y="322035"/>
                  </a:lnTo>
                  <a:lnTo>
                    <a:pt x="5138758" y="301641"/>
                  </a:lnTo>
                  <a:lnTo>
                    <a:pt x="5221641" y="279853"/>
                  </a:lnTo>
                  <a:lnTo>
                    <a:pt x="5304524" y="256651"/>
                  </a:lnTo>
                  <a:lnTo>
                    <a:pt x="5387408" y="232028"/>
                  </a:lnTo>
                  <a:lnTo>
                    <a:pt x="5470291" y="205984"/>
                  </a:lnTo>
                  <a:lnTo>
                    <a:pt x="5553174" y="178525"/>
                  </a:lnTo>
                  <a:lnTo>
                    <a:pt x="5636057" y="149665"/>
                  </a:lnTo>
                  <a:lnTo>
                    <a:pt x="5718940" y="119418"/>
                  </a:lnTo>
                  <a:lnTo>
                    <a:pt x="5801824" y="87802"/>
                  </a:lnTo>
                  <a:lnTo>
                    <a:pt x="5884707" y="54836"/>
                  </a:lnTo>
                  <a:lnTo>
                    <a:pt x="5967590" y="20539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322477" y="4882752"/>
              <a:ext cx="5765383" cy="495707"/>
            </a:xfrm>
            <a:custGeom>
              <a:avLst/>
              <a:pathLst>
                <a:path w="5765383" h="495707">
                  <a:moveTo>
                    <a:pt x="5765383" y="0"/>
                  </a:moveTo>
                  <a:lnTo>
                    <a:pt x="5717577" y="7324"/>
                  </a:lnTo>
                  <a:lnTo>
                    <a:pt x="5634694" y="19951"/>
                  </a:lnTo>
                  <a:lnTo>
                    <a:pt x="5551811" y="32511"/>
                  </a:lnTo>
                  <a:lnTo>
                    <a:pt x="5468928" y="45007"/>
                  </a:lnTo>
                  <a:lnTo>
                    <a:pt x="5386044" y="57443"/>
                  </a:lnTo>
                  <a:lnTo>
                    <a:pt x="5303161" y="69824"/>
                  </a:lnTo>
                  <a:lnTo>
                    <a:pt x="5220278" y="82150"/>
                  </a:lnTo>
                  <a:lnTo>
                    <a:pt x="5137395" y="94419"/>
                  </a:lnTo>
                  <a:lnTo>
                    <a:pt x="5054512" y="106623"/>
                  </a:lnTo>
                  <a:lnTo>
                    <a:pt x="4971628" y="118749"/>
                  </a:lnTo>
                  <a:lnTo>
                    <a:pt x="4888745" y="130773"/>
                  </a:lnTo>
                  <a:lnTo>
                    <a:pt x="4805862" y="142662"/>
                  </a:lnTo>
                  <a:lnTo>
                    <a:pt x="4722979" y="154370"/>
                  </a:lnTo>
                  <a:lnTo>
                    <a:pt x="4640096" y="165841"/>
                  </a:lnTo>
                  <a:lnTo>
                    <a:pt x="4557212" y="177007"/>
                  </a:lnTo>
                  <a:lnTo>
                    <a:pt x="4474329" y="187795"/>
                  </a:lnTo>
                  <a:lnTo>
                    <a:pt x="4391446" y="198129"/>
                  </a:lnTo>
                  <a:lnTo>
                    <a:pt x="4308563" y="207936"/>
                  </a:lnTo>
                  <a:lnTo>
                    <a:pt x="4225680" y="217152"/>
                  </a:lnTo>
                  <a:lnTo>
                    <a:pt x="4142796" y="225724"/>
                  </a:lnTo>
                  <a:lnTo>
                    <a:pt x="4059913" y="233618"/>
                  </a:lnTo>
                  <a:lnTo>
                    <a:pt x="3977030" y="240795"/>
                  </a:lnTo>
                  <a:lnTo>
                    <a:pt x="3894147" y="247338"/>
                  </a:lnTo>
                  <a:lnTo>
                    <a:pt x="3811264" y="253465"/>
                  </a:lnTo>
                  <a:lnTo>
                    <a:pt x="3728380" y="259375"/>
                  </a:lnTo>
                  <a:lnTo>
                    <a:pt x="3645497" y="265216"/>
                  </a:lnTo>
                  <a:lnTo>
                    <a:pt x="3562614" y="271059"/>
                  </a:lnTo>
                  <a:lnTo>
                    <a:pt x="3479731" y="276903"/>
                  </a:lnTo>
                  <a:lnTo>
                    <a:pt x="3396848" y="282045"/>
                  </a:lnTo>
                  <a:lnTo>
                    <a:pt x="3313964" y="285756"/>
                  </a:lnTo>
                  <a:lnTo>
                    <a:pt x="3231081" y="288964"/>
                  </a:lnTo>
                  <a:lnTo>
                    <a:pt x="3148198" y="292298"/>
                  </a:lnTo>
                  <a:lnTo>
                    <a:pt x="3065315" y="295927"/>
                  </a:lnTo>
                  <a:lnTo>
                    <a:pt x="2982432" y="298793"/>
                  </a:lnTo>
                  <a:lnTo>
                    <a:pt x="2899548" y="300727"/>
                  </a:lnTo>
                  <a:lnTo>
                    <a:pt x="2816665" y="303075"/>
                  </a:lnTo>
                  <a:lnTo>
                    <a:pt x="2733782" y="306152"/>
                  </a:lnTo>
                  <a:lnTo>
                    <a:pt x="2650899" y="309101"/>
                  </a:lnTo>
                  <a:lnTo>
                    <a:pt x="2568016" y="311991"/>
                  </a:lnTo>
                  <a:lnTo>
                    <a:pt x="2485132" y="315366"/>
                  </a:lnTo>
                  <a:lnTo>
                    <a:pt x="2402249" y="318955"/>
                  </a:lnTo>
                  <a:lnTo>
                    <a:pt x="2319366" y="322335"/>
                  </a:lnTo>
                  <a:lnTo>
                    <a:pt x="2236483" y="326040"/>
                  </a:lnTo>
                  <a:lnTo>
                    <a:pt x="2153600" y="330137"/>
                  </a:lnTo>
                  <a:lnTo>
                    <a:pt x="2070716" y="334122"/>
                  </a:lnTo>
                  <a:lnTo>
                    <a:pt x="1987833" y="337323"/>
                  </a:lnTo>
                  <a:lnTo>
                    <a:pt x="1904950" y="340440"/>
                  </a:lnTo>
                  <a:lnTo>
                    <a:pt x="1822067" y="343642"/>
                  </a:lnTo>
                  <a:lnTo>
                    <a:pt x="1739184" y="346903"/>
                  </a:lnTo>
                  <a:lnTo>
                    <a:pt x="1656300" y="350163"/>
                  </a:lnTo>
                  <a:lnTo>
                    <a:pt x="1573417" y="353346"/>
                  </a:lnTo>
                  <a:lnTo>
                    <a:pt x="1490534" y="356396"/>
                  </a:lnTo>
                  <a:lnTo>
                    <a:pt x="1407651" y="359526"/>
                  </a:lnTo>
                  <a:lnTo>
                    <a:pt x="1324768" y="362916"/>
                  </a:lnTo>
                  <a:lnTo>
                    <a:pt x="1241884" y="366676"/>
                  </a:lnTo>
                  <a:lnTo>
                    <a:pt x="1159001" y="370907"/>
                  </a:lnTo>
                  <a:lnTo>
                    <a:pt x="1076118" y="375693"/>
                  </a:lnTo>
                  <a:lnTo>
                    <a:pt x="993235" y="381098"/>
                  </a:lnTo>
                  <a:lnTo>
                    <a:pt x="910352" y="387162"/>
                  </a:lnTo>
                  <a:lnTo>
                    <a:pt x="827468" y="393900"/>
                  </a:lnTo>
                  <a:lnTo>
                    <a:pt x="744585" y="401316"/>
                  </a:lnTo>
                  <a:lnTo>
                    <a:pt x="661702" y="409399"/>
                  </a:lnTo>
                  <a:lnTo>
                    <a:pt x="578819" y="418134"/>
                  </a:lnTo>
                  <a:lnTo>
                    <a:pt x="495936" y="427502"/>
                  </a:lnTo>
                  <a:lnTo>
                    <a:pt x="413052" y="437481"/>
                  </a:lnTo>
                  <a:lnTo>
                    <a:pt x="330169" y="448053"/>
                  </a:lnTo>
                  <a:lnTo>
                    <a:pt x="247286" y="459199"/>
                  </a:lnTo>
                  <a:lnTo>
                    <a:pt x="164403" y="470902"/>
                  </a:lnTo>
                  <a:lnTo>
                    <a:pt x="81520" y="483146"/>
                  </a:lnTo>
                  <a:lnTo>
                    <a:pt x="0" y="4957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72465" y="4725982"/>
              <a:ext cx="6015395" cy="474754"/>
            </a:xfrm>
            <a:custGeom>
              <a:avLst/>
              <a:pathLst>
                <a:path w="6015395" h="474754">
                  <a:moveTo>
                    <a:pt x="0" y="460364"/>
                  </a:moveTo>
                  <a:lnTo>
                    <a:pt x="82883" y="462603"/>
                  </a:lnTo>
                  <a:lnTo>
                    <a:pt x="165766" y="464655"/>
                  </a:lnTo>
                  <a:lnTo>
                    <a:pt x="248649" y="466521"/>
                  </a:lnTo>
                  <a:lnTo>
                    <a:pt x="331532" y="468199"/>
                  </a:lnTo>
                  <a:lnTo>
                    <a:pt x="414416" y="469689"/>
                  </a:lnTo>
                  <a:lnTo>
                    <a:pt x="497299" y="470989"/>
                  </a:lnTo>
                  <a:lnTo>
                    <a:pt x="580182" y="472098"/>
                  </a:lnTo>
                  <a:lnTo>
                    <a:pt x="663065" y="473016"/>
                  </a:lnTo>
                  <a:lnTo>
                    <a:pt x="745948" y="473741"/>
                  </a:lnTo>
                  <a:lnTo>
                    <a:pt x="828832" y="474273"/>
                  </a:lnTo>
                  <a:lnTo>
                    <a:pt x="911715" y="474611"/>
                  </a:lnTo>
                  <a:lnTo>
                    <a:pt x="994598" y="474754"/>
                  </a:lnTo>
                  <a:lnTo>
                    <a:pt x="1077481" y="474701"/>
                  </a:lnTo>
                  <a:lnTo>
                    <a:pt x="1160364" y="474450"/>
                  </a:lnTo>
                  <a:lnTo>
                    <a:pt x="1243248" y="474002"/>
                  </a:lnTo>
                  <a:lnTo>
                    <a:pt x="1326131" y="473355"/>
                  </a:lnTo>
                  <a:lnTo>
                    <a:pt x="1409014" y="472509"/>
                  </a:lnTo>
                  <a:lnTo>
                    <a:pt x="1491897" y="471461"/>
                  </a:lnTo>
                  <a:lnTo>
                    <a:pt x="1574780" y="470212"/>
                  </a:lnTo>
                  <a:lnTo>
                    <a:pt x="1657664" y="468761"/>
                  </a:lnTo>
                  <a:lnTo>
                    <a:pt x="1740547" y="467106"/>
                  </a:lnTo>
                  <a:lnTo>
                    <a:pt x="1823430" y="465204"/>
                  </a:lnTo>
                  <a:lnTo>
                    <a:pt x="1906313" y="462981"/>
                  </a:lnTo>
                  <a:lnTo>
                    <a:pt x="1989196" y="460501"/>
                  </a:lnTo>
                  <a:lnTo>
                    <a:pt x="2072080" y="457834"/>
                  </a:lnTo>
                  <a:lnTo>
                    <a:pt x="2154963" y="455048"/>
                  </a:lnTo>
                  <a:lnTo>
                    <a:pt x="2237846" y="452212"/>
                  </a:lnTo>
                  <a:lnTo>
                    <a:pt x="2320729" y="449293"/>
                  </a:lnTo>
                  <a:lnTo>
                    <a:pt x="2403612" y="445811"/>
                  </a:lnTo>
                  <a:lnTo>
                    <a:pt x="2486496" y="441990"/>
                  </a:lnTo>
                  <a:lnTo>
                    <a:pt x="2569379" y="438186"/>
                  </a:lnTo>
                  <a:lnTo>
                    <a:pt x="2652262" y="434743"/>
                  </a:lnTo>
                  <a:lnTo>
                    <a:pt x="2735145" y="431553"/>
                  </a:lnTo>
                  <a:lnTo>
                    <a:pt x="2818028" y="428415"/>
                  </a:lnTo>
                  <a:lnTo>
                    <a:pt x="2900912" y="425250"/>
                  </a:lnTo>
                  <a:lnTo>
                    <a:pt x="2983795" y="421978"/>
                  </a:lnTo>
                  <a:lnTo>
                    <a:pt x="3066678" y="419065"/>
                  </a:lnTo>
                  <a:lnTo>
                    <a:pt x="3149561" y="416676"/>
                  </a:lnTo>
                  <a:lnTo>
                    <a:pt x="3232444" y="414141"/>
                  </a:lnTo>
                  <a:lnTo>
                    <a:pt x="3315328" y="410793"/>
                  </a:lnTo>
                  <a:lnTo>
                    <a:pt x="3398211" y="407190"/>
                  </a:lnTo>
                  <a:lnTo>
                    <a:pt x="3481094" y="403749"/>
                  </a:lnTo>
                  <a:lnTo>
                    <a:pt x="3563977" y="400025"/>
                  </a:lnTo>
                  <a:lnTo>
                    <a:pt x="3646860" y="395575"/>
                  </a:lnTo>
                  <a:lnTo>
                    <a:pt x="3729744" y="389980"/>
                  </a:lnTo>
                  <a:lnTo>
                    <a:pt x="3812627" y="383913"/>
                  </a:lnTo>
                  <a:lnTo>
                    <a:pt x="3895510" y="377762"/>
                  </a:lnTo>
                  <a:lnTo>
                    <a:pt x="3978393" y="371421"/>
                  </a:lnTo>
                  <a:lnTo>
                    <a:pt x="4061276" y="364783"/>
                  </a:lnTo>
                  <a:lnTo>
                    <a:pt x="4144160" y="357743"/>
                  </a:lnTo>
                  <a:lnTo>
                    <a:pt x="4227043" y="350194"/>
                  </a:lnTo>
                  <a:lnTo>
                    <a:pt x="4309926" y="342029"/>
                  </a:lnTo>
                  <a:lnTo>
                    <a:pt x="4392809" y="333093"/>
                  </a:lnTo>
                  <a:lnTo>
                    <a:pt x="4475692" y="323328"/>
                  </a:lnTo>
                  <a:lnTo>
                    <a:pt x="4558576" y="312740"/>
                  </a:lnTo>
                  <a:lnTo>
                    <a:pt x="4641459" y="301337"/>
                  </a:lnTo>
                  <a:lnTo>
                    <a:pt x="4724342" y="289126"/>
                  </a:lnTo>
                  <a:lnTo>
                    <a:pt x="4807225" y="276114"/>
                  </a:lnTo>
                  <a:lnTo>
                    <a:pt x="4890108" y="262310"/>
                  </a:lnTo>
                  <a:lnTo>
                    <a:pt x="4972992" y="247719"/>
                  </a:lnTo>
                  <a:lnTo>
                    <a:pt x="5055875" y="232349"/>
                  </a:lnTo>
                  <a:lnTo>
                    <a:pt x="5138758" y="216207"/>
                  </a:lnTo>
                  <a:lnTo>
                    <a:pt x="5221641" y="199301"/>
                  </a:lnTo>
                  <a:lnTo>
                    <a:pt x="5304524" y="181637"/>
                  </a:lnTo>
                  <a:lnTo>
                    <a:pt x="5387408" y="163223"/>
                  </a:lnTo>
                  <a:lnTo>
                    <a:pt x="5470291" y="144067"/>
                  </a:lnTo>
                  <a:lnTo>
                    <a:pt x="5553174" y="124175"/>
                  </a:lnTo>
                  <a:lnTo>
                    <a:pt x="5636057" y="103554"/>
                  </a:lnTo>
                  <a:lnTo>
                    <a:pt x="5718940" y="82212"/>
                  </a:lnTo>
                  <a:lnTo>
                    <a:pt x="5801824" y="60156"/>
                  </a:lnTo>
                  <a:lnTo>
                    <a:pt x="5884707" y="37394"/>
                  </a:lnTo>
                  <a:lnTo>
                    <a:pt x="5967590" y="13931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072465" y="3768503"/>
              <a:ext cx="6015395" cy="1609956"/>
            </a:xfrm>
            <a:custGeom>
              <a:avLst/>
              <a:pathLst>
                <a:path w="6015395" h="1609956">
                  <a:moveTo>
                    <a:pt x="0" y="1017071"/>
                  </a:moveTo>
                  <a:lnTo>
                    <a:pt x="82883" y="1049820"/>
                  </a:lnTo>
                  <a:lnTo>
                    <a:pt x="165766" y="1081025"/>
                  </a:lnTo>
                  <a:lnTo>
                    <a:pt x="248649" y="1110671"/>
                  </a:lnTo>
                  <a:lnTo>
                    <a:pt x="331532" y="1138740"/>
                  </a:lnTo>
                  <a:lnTo>
                    <a:pt x="414416" y="1165212"/>
                  </a:lnTo>
                  <a:lnTo>
                    <a:pt x="497299" y="1190066"/>
                  </a:lnTo>
                  <a:lnTo>
                    <a:pt x="580182" y="1213278"/>
                  </a:lnTo>
                  <a:lnTo>
                    <a:pt x="663065" y="1234820"/>
                  </a:lnTo>
                  <a:lnTo>
                    <a:pt x="745948" y="1254665"/>
                  </a:lnTo>
                  <a:lnTo>
                    <a:pt x="828832" y="1272782"/>
                  </a:lnTo>
                  <a:lnTo>
                    <a:pt x="911715" y="1289138"/>
                  </a:lnTo>
                  <a:lnTo>
                    <a:pt x="994598" y="1303705"/>
                  </a:lnTo>
                  <a:lnTo>
                    <a:pt x="1077481" y="1316457"/>
                  </a:lnTo>
                  <a:lnTo>
                    <a:pt x="1160364" y="1327380"/>
                  </a:lnTo>
                  <a:lnTo>
                    <a:pt x="1243248" y="1336476"/>
                  </a:lnTo>
                  <a:lnTo>
                    <a:pt x="1326131" y="1343775"/>
                  </a:lnTo>
                  <a:lnTo>
                    <a:pt x="1409014" y="1349339"/>
                  </a:lnTo>
                  <a:lnTo>
                    <a:pt x="1491897" y="1353266"/>
                  </a:lnTo>
                  <a:lnTo>
                    <a:pt x="1574780" y="1355694"/>
                  </a:lnTo>
                  <a:lnTo>
                    <a:pt x="1657664" y="1356783"/>
                  </a:lnTo>
                  <a:lnTo>
                    <a:pt x="1740547" y="1356706"/>
                  </a:lnTo>
                  <a:lnTo>
                    <a:pt x="1823430" y="1355726"/>
                  </a:lnTo>
                  <a:lnTo>
                    <a:pt x="1906313" y="1354148"/>
                  </a:lnTo>
                  <a:lnTo>
                    <a:pt x="1989196" y="1351910"/>
                  </a:lnTo>
                  <a:lnTo>
                    <a:pt x="2072080" y="1348926"/>
                  </a:lnTo>
                  <a:lnTo>
                    <a:pt x="2154963" y="1345135"/>
                  </a:lnTo>
                  <a:lnTo>
                    <a:pt x="2237846" y="1340526"/>
                  </a:lnTo>
                  <a:lnTo>
                    <a:pt x="2320729" y="1335373"/>
                  </a:lnTo>
                  <a:lnTo>
                    <a:pt x="2403612" y="1330641"/>
                  </a:lnTo>
                  <a:lnTo>
                    <a:pt x="2486496" y="1325289"/>
                  </a:lnTo>
                  <a:lnTo>
                    <a:pt x="2569379" y="1318583"/>
                  </a:lnTo>
                  <a:lnTo>
                    <a:pt x="2652262" y="1310724"/>
                  </a:lnTo>
                  <a:lnTo>
                    <a:pt x="2735145" y="1303548"/>
                  </a:lnTo>
                  <a:lnTo>
                    <a:pt x="2818028" y="1296060"/>
                  </a:lnTo>
                  <a:lnTo>
                    <a:pt x="2900912" y="1286850"/>
                  </a:lnTo>
                  <a:lnTo>
                    <a:pt x="2983795" y="1275795"/>
                  </a:lnTo>
                  <a:lnTo>
                    <a:pt x="3066678" y="1264454"/>
                  </a:lnTo>
                  <a:lnTo>
                    <a:pt x="3149561" y="1252649"/>
                  </a:lnTo>
                  <a:lnTo>
                    <a:pt x="3232444" y="1238926"/>
                  </a:lnTo>
                  <a:lnTo>
                    <a:pt x="3315328" y="1223469"/>
                  </a:lnTo>
                  <a:lnTo>
                    <a:pt x="3398211" y="1207689"/>
                  </a:lnTo>
                  <a:lnTo>
                    <a:pt x="3481094" y="1191143"/>
                  </a:lnTo>
                  <a:lnTo>
                    <a:pt x="3563977" y="1172773"/>
                  </a:lnTo>
                  <a:lnTo>
                    <a:pt x="3646860" y="1152246"/>
                  </a:lnTo>
                  <a:lnTo>
                    <a:pt x="3729744" y="1129767"/>
                  </a:lnTo>
                  <a:lnTo>
                    <a:pt x="3812627" y="1105666"/>
                  </a:lnTo>
                  <a:lnTo>
                    <a:pt x="3895510" y="1079989"/>
                  </a:lnTo>
                  <a:lnTo>
                    <a:pt x="3978393" y="1052766"/>
                  </a:lnTo>
                  <a:lnTo>
                    <a:pt x="4061276" y="1024145"/>
                  </a:lnTo>
                  <a:lnTo>
                    <a:pt x="4144160" y="994388"/>
                  </a:lnTo>
                  <a:lnTo>
                    <a:pt x="4227043" y="963846"/>
                  </a:lnTo>
                  <a:lnTo>
                    <a:pt x="4309926" y="932890"/>
                  </a:lnTo>
                  <a:lnTo>
                    <a:pt x="4392809" y="901312"/>
                  </a:lnTo>
                  <a:lnTo>
                    <a:pt x="4475692" y="868805"/>
                  </a:lnTo>
                  <a:lnTo>
                    <a:pt x="4558576" y="835320"/>
                  </a:lnTo>
                  <a:lnTo>
                    <a:pt x="4641459" y="800781"/>
                  </a:lnTo>
                  <a:lnTo>
                    <a:pt x="4724342" y="765093"/>
                  </a:lnTo>
                  <a:lnTo>
                    <a:pt x="4807225" y="728145"/>
                  </a:lnTo>
                  <a:lnTo>
                    <a:pt x="4890108" y="689825"/>
                  </a:lnTo>
                  <a:lnTo>
                    <a:pt x="4972992" y="650021"/>
                  </a:lnTo>
                  <a:lnTo>
                    <a:pt x="5055875" y="608634"/>
                  </a:lnTo>
                  <a:lnTo>
                    <a:pt x="5138758" y="565581"/>
                  </a:lnTo>
                  <a:lnTo>
                    <a:pt x="5221641" y="520796"/>
                  </a:lnTo>
                  <a:lnTo>
                    <a:pt x="5304524" y="474231"/>
                  </a:lnTo>
                  <a:lnTo>
                    <a:pt x="5387408" y="425857"/>
                  </a:lnTo>
                  <a:lnTo>
                    <a:pt x="5470291" y="375656"/>
                  </a:lnTo>
                  <a:lnTo>
                    <a:pt x="5553174" y="323625"/>
                  </a:lnTo>
                  <a:lnTo>
                    <a:pt x="5636057" y="269765"/>
                  </a:lnTo>
                  <a:lnTo>
                    <a:pt x="5718940" y="214085"/>
                  </a:lnTo>
                  <a:lnTo>
                    <a:pt x="5801824" y="156597"/>
                  </a:lnTo>
                  <a:lnTo>
                    <a:pt x="5884707" y="97311"/>
                  </a:lnTo>
                  <a:lnTo>
                    <a:pt x="5967590" y="36243"/>
                  </a:lnTo>
                  <a:lnTo>
                    <a:pt x="6015395" y="0"/>
                  </a:lnTo>
                  <a:lnTo>
                    <a:pt x="6015395" y="496171"/>
                  </a:lnTo>
                  <a:lnTo>
                    <a:pt x="5967590" y="511503"/>
                  </a:lnTo>
                  <a:lnTo>
                    <a:pt x="5884707" y="538279"/>
                  </a:lnTo>
                  <a:lnTo>
                    <a:pt x="5801824" y="565270"/>
                  </a:lnTo>
                  <a:lnTo>
                    <a:pt x="5718940" y="592503"/>
                  </a:lnTo>
                  <a:lnTo>
                    <a:pt x="5636057" y="619998"/>
                  </a:lnTo>
                  <a:lnTo>
                    <a:pt x="5553174" y="647779"/>
                  </a:lnTo>
                  <a:lnTo>
                    <a:pt x="5470291" y="675862"/>
                  </a:lnTo>
                  <a:lnTo>
                    <a:pt x="5387408" y="704263"/>
                  </a:lnTo>
                  <a:lnTo>
                    <a:pt x="5304524" y="732985"/>
                  </a:lnTo>
                  <a:lnTo>
                    <a:pt x="5221641" y="762023"/>
                  </a:lnTo>
                  <a:lnTo>
                    <a:pt x="5138758" y="791357"/>
                  </a:lnTo>
                  <a:lnTo>
                    <a:pt x="5055875" y="820950"/>
                  </a:lnTo>
                  <a:lnTo>
                    <a:pt x="4972992" y="850748"/>
                  </a:lnTo>
                  <a:lnTo>
                    <a:pt x="4890108" y="880676"/>
                  </a:lnTo>
                  <a:lnTo>
                    <a:pt x="4807225" y="910645"/>
                  </a:lnTo>
                  <a:lnTo>
                    <a:pt x="4724342" y="940556"/>
                  </a:lnTo>
                  <a:lnTo>
                    <a:pt x="4641459" y="970304"/>
                  </a:lnTo>
                  <a:lnTo>
                    <a:pt x="4558576" y="999793"/>
                  </a:lnTo>
                  <a:lnTo>
                    <a:pt x="4475692" y="1028934"/>
                  </a:lnTo>
                  <a:lnTo>
                    <a:pt x="4392809" y="1057663"/>
                  </a:lnTo>
                  <a:lnTo>
                    <a:pt x="4309926" y="1085943"/>
                  </a:lnTo>
                  <a:lnTo>
                    <a:pt x="4227043" y="1113771"/>
                  </a:lnTo>
                  <a:lnTo>
                    <a:pt x="4144160" y="1141131"/>
                  </a:lnTo>
                  <a:lnTo>
                    <a:pt x="4061276" y="1167998"/>
                  </a:lnTo>
                  <a:lnTo>
                    <a:pt x="3978393" y="1194318"/>
                  </a:lnTo>
                  <a:lnTo>
                    <a:pt x="3895510" y="1219957"/>
                  </a:lnTo>
                  <a:lnTo>
                    <a:pt x="3812627" y="1244660"/>
                  </a:lnTo>
                  <a:lnTo>
                    <a:pt x="3729744" y="1268055"/>
                  </a:lnTo>
                  <a:lnTo>
                    <a:pt x="3646860" y="1289099"/>
                  </a:lnTo>
                  <a:lnTo>
                    <a:pt x="3563977" y="1307287"/>
                  </a:lnTo>
                  <a:lnTo>
                    <a:pt x="3481094" y="1324026"/>
                  </a:lnTo>
                  <a:lnTo>
                    <a:pt x="3398211" y="1340232"/>
                  </a:lnTo>
                  <a:lnTo>
                    <a:pt x="3315328" y="1356094"/>
                  </a:lnTo>
                  <a:lnTo>
                    <a:pt x="3232444" y="1370024"/>
                  </a:lnTo>
                  <a:lnTo>
                    <a:pt x="3149561" y="1381847"/>
                  </a:lnTo>
                  <a:lnTo>
                    <a:pt x="3066678" y="1393523"/>
                  </a:lnTo>
                  <a:lnTo>
                    <a:pt x="2983795" y="1405382"/>
                  </a:lnTo>
                  <a:lnTo>
                    <a:pt x="2900912" y="1415411"/>
                  </a:lnTo>
                  <a:lnTo>
                    <a:pt x="2818028" y="1423751"/>
                  </a:lnTo>
                  <a:lnTo>
                    <a:pt x="2735145" y="1431991"/>
                  </a:lnTo>
                  <a:lnTo>
                    <a:pt x="2652262" y="1440431"/>
                  </a:lnTo>
                  <a:lnTo>
                    <a:pt x="2569379" y="1448089"/>
                  </a:lnTo>
                  <a:lnTo>
                    <a:pt x="2486496" y="1454485"/>
                  </a:lnTo>
                  <a:lnTo>
                    <a:pt x="2403612" y="1460709"/>
                  </a:lnTo>
                  <a:lnTo>
                    <a:pt x="2320729" y="1467031"/>
                  </a:lnTo>
                  <a:lnTo>
                    <a:pt x="2237846" y="1473079"/>
                  </a:lnTo>
                  <a:lnTo>
                    <a:pt x="2154963" y="1478578"/>
                  </a:lnTo>
                  <a:lnTo>
                    <a:pt x="2072080" y="1483686"/>
                  </a:lnTo>
                  <a:lnTo>
                    <a:pt x="1989196" y="1488548"/>
                  </a:lnTo>
                  <a:lnTo>
                    <a:pt x="1906313" y="1493255"/>
                  </a:lnTo>
                  <a:lnTo>
                    <a:pt x="1823430" y="1497873"/>
                  </a:lnTo>
                  <a:lnTo>
                    <a:pt x="1740547" y="1502482"/>
                  </a:lnTo>
                  <a:lnTo>
                    <a:pt x="1657664" y="1507229"/>
                  </a:lnTo>
                  <a:lnTo>
                    <a:pt x="1574780" y="1512277"/>
                  </a:lnTo>
                  <a:lnTo>
                    <a:pt x="1491897" y="1517796"/>
                  </a:lnTo>
                  <a:lnTo>
                    <a:pt x="1409014" y="1523943"/>
                  </a:lnTo>
                  <a:lnTo>
                    <a:pt x="1326131" y="1530849"/>
                  </a:lnTo>
                  <a:lnTo>
                    <a:pt x="1243248" y="1538610"/>
                  </a:lnTo>
                  <a:lnTo>
                    <a:pt x="1160364" y="1547285"/>
                  </a:lnTo>
                  <a:lnTo>
                    <a:pt x="1077481" y="1556898"/>
                  </a:lnTo>
                  <a:lnTo>
                    <a:pt x="994598" y="1567448"/>
                  </a:lnTo>
                  <a:lnTo>
                    <a:pt x="911715" y="1578917"/>
                  </a:lnTo>
                  <a:lnTo>
                    <a:pt x="828832" y="1591276"/>
                  </a:lnTo>
                  <a:lnTo>
                    <a:pt x="745948" y="1604491"/>
                  </a:lnTo>
                  <a:lnTo>
                    <a:pt x="713678" y="160995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72465" y="3768503"/>
              <a:ext cx="6015395" cy="1356783"/>
            </a:xfrm>
            <a:custGeom>
              <a:avLst/>
              <a:pathLst>
                <a:path w="6015395" h="1356783">
                  <a:moveTo>
                    <a:pt x="0" y="1017071"/>
                  </a:moveTo>
                  <a:lnTo>
                    <a:pt x="82883" y="1049820"/>
                  </a:lnTo>
                  <a:lnTo>
                    <a:pt x="165766" y="1081025"/>
                  </a:lnTo>
                  <a:lnTo>
                    <a:pt x="248649" y="1110671"/>
                  </a:lnTo>
                  <a:lnTo>
                    <a:pt x="331532" y="1138740"/>
                  </a:lnTo>
                  <a:lnTo>
                    <a:pt x="414416" y="1165212"/>
                  </a:lnTo>
                  <a:lnTo>
                    <a:pt x="497299" y="1190066"/>
                  </a:lnTo>
                  <a:lnTo>
                    <a:pt x="580182" y="1213278"/>
                  </a:lnTo>
                  <a:lnTo>
                    <a:pt x="663065" y="1234820"/>
                  </a:lnTo>
                  <a:lnTo>
                    <a:pt x="745948" y="1254665"/>
                  </a:lnTo>
                  <a:lnTo>
                    <a:pt x="828832" y="1272782"/>
                  </a:lnTo>
                  <a:lnTo>
                    <a:pt x="911715" y="1289138"/>
                  </a:lnTo>
                  <a:lnTo>
                    <a:pt x="994598" y="1303705"/>
                  </a:lnTo>
                  <a:lnTo>
                    <a:pt x="1077481" y="1316457"/>
                  </a:lnTo>
                  <a:lnTo>
                    <a:pt x="1160364" y="1327380"/>
                  </a:lnTo>
                  <a:lnTo>
                    <a:pt x="1243248" y="1336476"/>
                  </a:lnTo>
                  <a:lnTo>
                    <a:pt x="1326131" y="1343775"/>
                  </a:lnTo>
                  <a:lnTo>
                    <a:pt x="1409014" y="1349339"/>
                  </a:lnTo>
                  <a:lnTo>
                    <a:pt x="1491897" y="1353266"/>
                  </a:lnTo>
                  <a:lnTo>
                    <a:pt x="1574780" y="1355694"/>
                  </a:lnTo>
                  <a:lnTo>
                    <a:pt x="1657664" y="1356783"/>
                  </a:lnTo>
                  <a:lnTo>
                    <a:pt x="1740547" y="1356706"/>
                  </a:lnTo>
                  <a:lnTo>
                    <a:pt x="1823430" y="1355726"/>
                  </a:lnTo>
                  <a:lnTo>
                    <a:pt x="1906313" y="1354148"/>
                  </a:lnTo>
                  <a:lnTo>
                    <a:pt x="1989196" y="1351910"/>
                  </a:lnTo>
                  <a:lnTo>
                    <a:pt x="2072080" y="1348926"/>
                  </a:lnTo>
                  <a:lnTo>
                    <a:pt x="2154963" y="1345135"/>
                  </a:lnTo>
                  <a:lnTo>
                    <a:pt x="2237846" y="1340526"/>
                  </a:lnTo>
                  <a:lnTo>
                    <a:pt x="2320729" y="1335373"/>
                  </a:lnTo>
                  <a:lnTo>
                    <a:pt x="2403612" y="1330641"/>
                  </a:lnTo>
                  <a:lnTo>
                    <a:pt x="2486496" y="1325289"/>
                  </a:lnTo>
                  <a:lnTo>
                    <a:pt x="2569379" y="1318583"/>
                  </a:lnTo>
                  <a:lnTo>
                    <a:pt x="2652262" y="1310724"/>
                  </a:lnTo>
                  <a:lnTo>
                    <a:pt x="2735145" y="1303548"/>
                  </a:lnTo>
                  <a:lnTo>
                    <a:pt x="2818028" y="1296060"/>
                  </a:lnTo>
                  <a:lnTo>
                    <a:pt x="2900912" y="1286850"/>
                  </a:lnTo>
                  <a:lnTo>
                    <a:pt x="2983795" y="1275795"/>
                  </a:lnTo>
                  <a:lnTo>
                    <a:pt x="3066678" y="1264454"/>
                  </a:lnTo>
                  <a:lnTo>
                    <a:pt x="3149561" y="1252649"/>
                  </a:lnTo>
                  <a:lnTo>
                    <a:pt x="3232444" y="1238926"/>
                  </a:lnTo>
                  <a:lnTo>
                    <a:pt x="3315328" y="1223469"/>
                  </a:lnTo>
                  <a:lnTo>
                    <a:pt x="3398211" y="1207689"/>
                  </a:lnTo>
                  <a:lnTo>
                    <a:pt x="3481094" y="1191143"/>
                  </a:lnTo>
                  <a:lnTo>
                    <a:pt x="3563977" y="1172773"/>
                  </a:lnTo>
                  <a:lnTo>
                    <a:pt x="3646860" y="1152246"/>
                  </a:lnTo>
                  <a:lnTo>
                    <a:pt x="3729744" y="1129767"/>
                  </a:lnTo>
                  <a:lnTo>
                    <a:pt x="3812627" y="1105666"/>
                  </a:lnTo>
                  <a:lnTo>
                    <a:pt x="3895510" y="1079989"/>
                  </a:lnTo>
                  <a:lnTo>
                    <a:pt x="3978393" y="1052766"/>
                  </a:lnTo>
                  <a:lnTo>
                    <a:pt x="4061276" y="1024145"/>
                  </a:lnTo>
                  <a:lnTo>
                    <a:pt x="4144160" y="994388"/>
                  </a:lnTo>
                  <a:lnTo>
                    <a:pt x="4227043" y="963846"/>
                  </a:lnTo>
                  <a:lnTo>
                    <a:pt x="4309926" y="932890"/>
                  </a:lnTo>
                  <a:lnTo>
                    <a:pt x="4392809" y="901312"/>
                  </a:lnTo>
                  <a:lnTo>
                    <a:pt x="4475692" y="868805"/>
                  </a:lnTo>
                  <a:lnTo>
                    <a:pt x="4558576" y="835320"/>
                  </a:lnTo>
                  <a:lnTo>
                    <a:pt x="4641459" y="800781"/>
                  </a:lnTo>
                  <a:lnTo>
                    <a:pt x="4724342" y="765093"/>
                  </a:lnTo>
                  <a:lnTo>
                    <a:pt x="4807225" y="728145"/>
                  </a:lnTo>
                  <a:lnTo>
                    <a:pt x="4890108" y="689825"/>
                  </a:lnTo>
                  <a:lnTo>
                    <a:pt x="4972992" y="650021"/>
                  </a:lnTo>
                  <a:lnTo>
                    <a:pt x="5055875" y="608634"/>
                  </a:lnTo>
                  <a:lnTo>
                    <a:pt x="5138758" y="565581"/>
                  </a:lnTo>
                  <a:lnTo>
                    <a:pt x="5221641" y="520796"/>
                  </a:lnTo>
                  <a:lnTo>
                    <a:pt x="5304524" y="474231"/>
                  </a:lnTo>
                  <a:lnTo>
                    <a:pt x="5387408" y="425857"/>
                  </a:lnTo>
                  <a:lnTo>
                    <a:pt x="5470291" y="375656"/>
                  </a:lnTo>
                  <a:lnTo>
                    <a:pt x="5553174" y="323625"/>
                  </a:lnTo>
                  <a:lnTo>
                    <a:pt x="5636057" y="269765"/>
                  </a:lnTo>
                  <a:lnTo>
                    <a:pt x="5718940" y="214085"/>
                  </a:lnTo>
                  <a:lnTo>
                    <a:pt x="5801824" y="156597"/>
                  </a:lnTo>
                  <a:lnTo>
                    <a:pt x="5884707" y="97311"/>
                  </a:lnTo>
                  <a:lnTo>
                    <a:pt x="5967590" y="36243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786144" y="4264674"/>
              <a:ext cx="5301716" cy="1113785"/>
            </a:xfrm>
            <a:custGeom>
              <a:avLst/>
              <a:pathLst>
                <a:path w="5301716" h="1113785">
                  <a:moveTo>
                    <a:pt x="5301716" y="0"/>
                  </a:moveTo>
                  <a:lnTo>
                    <a:pt x="5253911" y="15332"/>
                  </a:lnTo>
                  <a:lnTo>
                    <a:pt x="5171028" y="42107"/>
                  </a:lnTo>
                  <a:lnTo>
                    <a:pt x="5088145" y="69099"/>
                  </a:lnTo>
                  <a:lnTo>
                    <a:pt x="5005261" y="96331"/>
                  </a:lnTo>
                  <a:lnTo>
                    <a:pt x="4922378" y="123827"/>
                  </a:lnTo>
                  <a:lnTo>
                    <a:pt x="4839495" y="151607"/>
                  </a:lnTo>
                  <a:lnTo>
                    <a:pt x="4756612" y="179691"/>
                  </a:lnTo>
                  <a:lnTo>
                    <a:pt x="4673729" y="208091"/>
                  </a:lnTo>
                  <a:lnTo>
                    <a:pt x="4590845" y="236813"/>
                  </a:lnTo>
                  <a:lnTo>
                    <a:pt x="4507962" y="265851"/>
                  </a:lnTo>
                  <a:lnTo>
                    <a:pt x="4425079" y="295185"/>
                  </a:lnTo>
                  <a:lnTo>
                    <a:pt x="4342196" y="324779"/>
                  </a:lnTo>
                  <a:lnTo>
                    <a:pt x="4259313" y="354576"/>
                  </a:lnTo>
                  <a:lnTo>
                    <a:pt x="4176429" y="384504"/>
                  </a:lnTo>
                  <a:lnTo>
                    <a:pt x="4093546" y="414473"/>
                  </a:lnTo>
                  <a:lnTo>
                    <a:pt x="4010663" y="444384"/>
                  </a:lnTo>
                  <a:lnTo>
                    <a:pt x="3927780" y="474133"/>
                  </a:lnTo>
                  <a:lnTo>
                    <a:pt x="3844897" y="503621"/>
                  </a:lnTo>
                  <a:lnTo>
                    <a:pt x="3762013" y="532763"/>
                  </a:lnTo>
                  <a:lnTo>
                    <a:pt x="3679130" y="561492"/>
                  </a:lnTo>
                  <a:lnTo>
                    <a:pt x="3596247" y="589772"/>
                  </a:lnTo>
                  <a:lnTo>
                    <a:pt x="3513364" y="617600"/>
                  </a:lnTo>
                  <a:lnTo>
                    <a:pt x="3430481" y="644960"/>
                  </a:lnTo>
                  <a:lnTo>
                    <a:pt x="3347597" y="671826"/>
                  </a:lnTo>
                  <a:lnTo>
                    <a:pt x="3264714" y="698147"/>
                  </a:lnTo>
                  <a:lnTo>
                    <a:pt x="3181831" y="723786"/>
                  </a:lnTo>
                  <a:lnTo>
                    <a:pt x="3098948" y="748488"/>
                  </a:lnTo>
                  <a:lnTo>
                    <a:pt x="3016065" y="771883"/>
                  </a:lnTo>
                  <a:lnTo>
                    <a:pt x="2933181" y="792928"/>
                  </a:lnTo>
                  <a:lnTo>
                    <a:pt x="2850298" y="811116"/>
                  </a:lnTo>
                  <a:lnTo>
                    <a:pt x="2767415" y="827854"/>
                  </a:lnTo>
                  <a:lnTo>
                    <a:pt x="2684532" y="844061"/>
                  </a:lnTo>
                  <a:lnTo>
                    <a:pt x="2601649" y="859922"/>
                  </a:lnTo>
                  <a:lnTo>
                    <a:pt x="2518765" y="873852"/>
                  </a:lnTo>
                  <a:lnTo>
                    <a:pt x="2435882" y="885675"/>
                  </a:lnTo>
                  <a:lnTo>
                    <a:pt x="2352999" y="897351"/>
                  </a:lnTo>
                  <a:lnTo>
                    <a:pt x="2270116" y="909210"/>
                  </a:lnTo>
                  <a:lnTo>
                    <a:pt x="2187233" y="919240"/>
                  </a:lnTo>
                  <a:lnTo>
                    <a:pt x="2104349" y="927580"/>
                  </a:lnTo>
                  <a:lnTo>
                    <a:pt x="2021466" y="935819"/>
                  </a:lnTo>
                  <a:lnTo>
                    <a:pt x="1938583" y="944259"/>
                  </a:lnTo>
                  <a:lnTo>
                    <a:pt x="1855700" y="951917"/>
                  </a:lnTo>
                  <a:lnTo>
                    <a:pt x="1772817" y="958314"/>
                  </a:lnTo>
                  <a:lnTo>
                    <a:pt x="1689933" y="964537"/>
                  </a:lnTo>
                  <a:lnTo>
                    <a:pt x="1607050" y="970860"/>
                  </a:lnTo>
                  <a:lnTo>
                    <a:pt x="1524167" y="976908"/>
                  </a:lnTo>
                  <a:lnTo>
                    <a:pt x="1441284" y="982406"/>
                  </a:lnTo>
                  <a:lnTo>
                    <a:pt x="1358401" y="987515"/>
                  </a:lnTo>
                  <a:lnTo>
                    <a:pt x="1275517" y="992376"/>
                  </a:lnTo>
                  <a:lnTo>
                    <a:pt x="1192634" y="997083"/>
                  </a:lnTo>
                  <a:lnTo>
                    <a:pt x="1109751" y="1001701"/>
                  </a:lnTo>
                  <a:lnTo>
                    <a:pt x="1026868" y="1006311"/>
                  </a:lnTo>
                  <a:lnTo>
                    <a:pt x="943985" y="1011057"/>
                  </a:lnTo>
                  <a:lnTo>
                    <a:pt x="861101" y="1016106"/>
                  </a:lnTo>
                  <a:lnTo>
                    <a:pt x="778218" y="1021625"/>
                  </a:lnTo>
                  <a:lnTo>
                    <a:pt x="695335" y="1027771"/>
                  </a:lnTo>
                  <a:lnTo>
                    <a:pt x="612452" y="1034678"/>
                  </a:lnTo>
                  <a:lnTo>
                    <a:pt x="529569" y="1042439"/>
                  </a:lnTo>
                  <a:lnTo>
                    <a:pt x="446685" y="1051114"/>
                  </a:lnTo>
                  <a:lnTo>
                    <a:pt x="363802" y="1060727"/>
                  </a:lnTo>
                  <a:lnTo>
                    <a:pt x="280919" y="1071277"/>
                  </a:lnTo>
                  <a:lnTo>
                    <a:pt x="198036" y="1082746"/>
                  </a:lnTo>
                  <a:lnTo>
                    <a:pt x="115153" y="1095105"/>
                  </a:lnTo>
                  <a:lnTo>
                    <a:pt x="32269" y="1108320"/>
                  </a:lnTo>
                  <a:lnTo>
                    <a:pt x="0" y="11137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72465" y="4016589"/>
              <a:ext cx="6015395" cy="1189457"/>
            </a:xfrm>
            <a:custGeom>
              <a:avLst/>
              <a:pathLst>
                <a:path w="6015395" h="1189457">
                  <a:moveTo>
                    <a:pt x="0" y="1138776"/>
                  </a:moveTo>
                  <a:lnTo>
                    <a:pt x="82883" y="1145383"/>
                  </a:lnTo>
                  <a:lnTo>
                    <a:pt x="165766" y="1151519"/>
                  </a:lnTo>
                  <a:lnTo>
                    <a:pt x="248649" y="1157188"/>
                  </a:lnTo>
                  <a:lnTo>
                    <a:pt x="331532" y="1162392"/>
                  </a:lnTo>
                  <a:lnTo>
                    <a:pt x="414416" y="1167131"/>
                  </a:lnTo>
                  <a:lnTo>
                    <a:pt x="497299" y="1171409"/>
                  </a:lnTo>
                  <a:lnTo>
                    <a:pt x="580182" y="1175228"/>
                  </a:lnTo>
                  <a:lnTo>
                    <a:pt x="663065" y="1178588"/>
                  </a:lnTo>
                  <a:lnTo>
                    <a:pt x="745948" y="1181493"/>
                  </a:lnTo>
                  <a:lnTo>
                    <a:pt x="828832" y="1183943"/>
                  </a:lnTo>
                  <a:lnTo>
                    <a:pt x="911715" y="1185942"/>
                  </a:lnTo>
                  <a:lnTo>
                    <a:pt x="994598" y="1187491"/>
                  </a:lnTo>
                  <a:lnTo>
                    <a:pt x="1077481" y="1188592"/>
                  </a:lnTo>
                  <a:lnTo>
                    <a:pt x="1160364" y="1189247"/>
                  </a:lnTo>
                  <a:lnTo>
                    <a:pt x="1243248" y="1189457"/>
                  </a:lnTo>
                  <a:lnTo>
                    <a:pt x="1326131" y="1189226"/>
                  </a:lnTo>
                  <a:lnTo>
                    <a:pt x="1409014" y="1188555"/>
                  </a:lnTo>
                  <a:lnTo>
                    <a:pt x="1491897" y="1187446"/>
                  </a:lnTo>
                  <a:lnTo>
                    <a:pt x="1574780" y="1185900"/>
                  </a:lnTo>
                  <a:lnTo>
                    <a:pt x="1657664" y="1183920"/>
                  </a:lnTo>
                  <a:lnTo>
                    <a:pt x="1740547" y="1181508"/>
                  </a:lnTo>
                  <a:lnTo>
                    <a:pt x="1823430" y="1178714"/>
                  </a:lnTo>
                  <a:lnTo>
                    <a:pt x="1906313" y="1175615"/>
                  </a:lnTo>
                  <a:lnTo>
                    <a:pt x="1989196" y="1172143"/>
                  </a:lnTo>
                  <a:lnTo>
                    <a:pt x="2072080" y="1168220"/>
                  </a:lnTo>
                  <a:lnTo>
                    <a:pt x="2154963" y="1163770"/>
                  </a:lnTo>
                  <a:lnTo>
                    <a:pt x="2237846" y="1158717"/>
                  </a:lnTo>
                  <a:lnTo>
                    <a:pt x="2320729" y="1153117"/>
                  </a:lnTo>
                  <a:lnTo>
                    <a:pt x="2403612" y="1147589"/>
                  </a:lnTo>
                  <a:lnTo>
                    <a:pt x="2486496" y="1141801"/>
                  </a:lnTo>
                  <a:lnTo>
                    <a:pt x="2569379" y="1135250"/>
                  </a:lnTo>
                  <a:lnTo>
                    <a:pt x="2652262" y="1127491"/>
                  </a:lnTo>
                  <a:lnTo>
                    <a:pt x="2735145" y="1119684"/>
                  </a:lnTo>
                  <a:lnTo>
                    <a:pt x="2818028" y="1111820"/>
                  </a:lnTo>
                  <a:lnTo>
                    <a:pt x="2900912" y="1103045"/>
                  </a:lnTo>
                  <a:lnTo>
                    <a:pt x="2983795" y="1092503"/>
                  </a:lnTo>
                  <a:lnTo>
                    <a:pt x="3066678" y="1080903"/>
                  </a:lnTo>
                  <a:lnTo>
                    <a:pt x="3149561" y="1069162"/>
                  </a:lnTo>
                  <a:lnTo>
                    <a:pt x="3232444" y="1056389"/>
                  </a:lnTo>
                  <a:lnTo>
                    <a:pt x="3315328" y="1041696"/>
                  </a:lnTo>
                  <a:lnTo>
                    <a:pt x="3398211" y="1025875"/>
                  </a:lnTo>
                  <a:lnTo>
                    <a:pt x="3481094" y="1009499"/>
                  </a:lnTo>
                  <a:lnTo>
                    <a:pt x="3563977" y="991944"/>
                  </a:lnTo>
                  <a:lnTo>
                    <a:pt x="3646860" y="972587"/>
                  </a:lnTo>
                  <a:lnTo>
                    <a:pt x="3729744" y="950825"/>
                  </a:lnTo>
                  <a:lnTo>
                    <a:pt x="3812627" y="927077"/>
                  </a:lnTo>
                  <a:lnTo>
                    <a:pt x="3895510" y="901887"/>
                  </a:lnTo>
                  <a:lnTo>
                    <a:pt x="3978393" y="875457"/>
                  </a:lnTo>
                  <a:lnTo>
                    <a:pt x="4061276" y="847985"/>
                  </a:lnTo>
                  <a:lnTo>
                    <a:pt x="4144160" y="819674"/>
                  </a:lnTo>
                  <a:lnTo>
                    <a:pt x="4227043" y="790723"/>
                  </a:lnTo>
                  <a:lnTo>
                    <a:pt x="4309926" y="761331"/>
                  </a:lnTo>
                  <a:lnTo>
                    <a:pt x="4392809" y="731402"/>
                  </a:lnTo>
                  <a:lnTo>
                    <a:pt x="4475692" y="700784"/>
                  </a:lnTo>
                  <a:lnTo>
                    <a:pt x="4558576" y="669471"/>
                  </a:lnTo>
                  <a:lnTo>
                    <a:pt x="4641459" y="637457"/>
                  </a:lnTo>
                  <a:lnTo>
                    <a:pt x="4724342" y="604739"/>
                  </a:lnTo>
                  <a:lnTo>
                    <a:pt x="4807225" y="571309"/>
                  </a:lnTo>
                  <a:lnTo>
                    <a:pt x="4890108" y="537164"/>
                  </a:lnTo>
                  <a:lnTo>
                    <a:pt x="4972992" y="502299"/>
                  </a:lnTo>
                  <a:lnTo>
                    <a:pt x="5055875" y="466707"/>
                  </a:lnTo>
                  <a:lnTo>
                    <a:pt x="5138758" y="430383"/>
                  </a:lnTo>
                  <a:lnTo>
                    <a:pt x="5221641" y="393324"/>
                  </a:lnTo>
                  <a:lnTo>
                    <a:pt x="5304524" y="355522"/>
                  </a:lnTo>
                  <a:lnTo>
                    <a:pt x="5387408" y="316974"/>
                  </a:lnTo>
                  <a:lnTo>
                    <a:pt x="5470291" y="277674"/>
                  </a:lnTo>
                  <a:lnTo>
                    <a:pt x="5553174" y="237616"/>
                  </a:lnTo>
                  <a:lnTo>
                    <a:pt x="5636057" y="196796"/>
                  </a:lnTo>
                  <a:lnTo>
                    <a:pt x="5718940" y="155208"/>
                  </a:lnTo>
                  <a:lnTo>
                    <a:pt x="5801824" y="112848"/>
                  </a:lnTo>
                  <a:lnTo>
                    <a:pt x="5884707" y="69709"/>
                  </a:lnTo>
                  <a:lnTo>
                    <a:pt x="5967590" y="25787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072465" y="3428318"/>
              <a:ext cx="6015395" cy="1950141"/>
            </a:xfrm>
            <a:custGeom>
              <a:avLst/>
              <a:pathLst>
                <a:path w="6015395" h="1950141">
                  <a:moveTo>
                    <a:pt x="0" y="1329008"/>
                  </a:moveTo>
                  <a:lnTo>
                    <a:pt x="82883" y="1363267"/>
                  </a:lnTo>
                  <a:lnTo>
                    <a:pt x="165766" y="1395846"/>
                  </a:lnTo>
                  <a:lnTo>
                    <a:pt x="248649" y="1426725"/>
                  </a:lnTo>
                  <a:lnTo>
                    <a:pt x="331532" y="1455886"/>
                  </a:lnTo>
                  <a:lnTo>
                    <a:pt x="414416" y="1483305"/>
                  </a:lnTo>
                  <a:lnTo>
                    <a:pt x="497299" y="1508957"/>
                  </a:lnTo>
                  <a:lnTo>
                    <a:pt x="580182" y="1532815"/>
                  </a:lnTo>
                  <a:lnTo>
                    <a:pt x="663065" y="1554849"/>
                  </a:lnTo>
                  <a:lnTo>
                    <a:pt x="745948" y="1575025"/>
                  </a:lnTo>
                  <a:lnTo>
                    <a:pt x="828832" y="1593309"/>
                  </a:lnTo>
                  <a:lnTo>
                    <a:pt x="911715" y="1609664"/>
                  </a:lnTo>
                  <a:lnTo>
                    <a:pt x="994598" y="1624056"/>
                  </a:lnTo>
                  <a:lnTo>
                    <a:pt x="1077481" y="1636456"/>
                  </a:lnTo>
                  <a:lnTo>
                    <a:pt x="1160364" y="1646848"/>
                  </a:lnTo>
                  <a:lnTo>
                    <a:pt x="1243248" y="1655236"/>
                  </a:lnTo>
                  <a:lnTo>
                    <a:pt x="1326131" y="1661652"/>
                  </a:lnTo>
                  <a:lnTo>
                    <a:pt x="1409014" y="1666167"/>
                  </a:lnTo>
                  <a:lnTo>
                    <a:pt x="1491897" y="1668897"/>
                  </a:lnTo>
                  <a:lnTo>
                    <a:pt x="1574780" y="1669997"/>
                  </a:lnTo>
                  <a:lnTo>
                    <a:pt x="1657664" y="1669652"/>
                  </a:lnTo>
                  <a:lnTo>
                    <a:pt x="1740547" y="1668059"/>
                  </a:lnTo>
                  <a:lnTo>
                    <a:pt x="1823430" y="1665595"/>
                  </a:lnTo>
                  <a:lnTo>
                    <a:pt x="1906313" y="1662735"/>
                  </a:lnTo>
                  <a:lnTo>
                    <a:pt x="1989196" y="1659321"/>
                  </a:lnTo>
                  <a:lnTo>
                    <a:pt x="2072080" y="1655152"/>
                  </a:lnTo>
                  <a:lnTo>
                    <a:pt x="2154963" y="1650060"/>
                  </a:lnTo>
                  <a:lnTo>
                    <a:pt x="2237846" y="1643935"/>
                  </a:lnTo>
                  <a:lnTo>
                    <a:pt x="2320729" y="1637119"/>
                  </a:lnTo>
                  <a:lnTo>
                    <a:pt x="2403612" y="1631340"/>
                  </a:lnTo>
                  <a:lnTo>
                    <a:pt x="2486496" y="1625156"/>
                  </a:lnTo>
                  <a:lnTo>
                    <a:pt x="2569379" y="1617310"/>
                  </a:lnTo>
                  <a:lnTo>
                    <a:pt x="2652262" y="1607667"/>
                  </a:lnTo>
                  <a:lnTo>
                    <a:pt x="2735145" y="1599236"/>
                  </a:lnTo>
                  <a:lnTo>
                    <a:pt x="2818028" y="1590902"/>
                  </a:lnTo>
                  <a:lnTo>
                    <a:pt x="2900912" y="1580422"/>
                  </a:lnTo>
                  <a:lnTo>
                    <a:pt x="2983795" y="1567030"/>
                  </a:lnTo>
                  <a:lnTo>
                    <a:pt x="3066678" y="1553251"/>
                  </a:lnTo>
                  <a:lnTo>
                    <a:pt x="3149561" y="1539586"/>
                  </a:lnTo>
                  <a:lnTo>
                    <a:pt x="3232444" y="1523379"/>
                  </a:lnTo>
                  <a:lnTo>
                    <a:pt x="3315328" y="1503857"/>
                  </a:lnTo>
                  <a:lnTo>
                    <a:pt x="3398211" y="1482071"/>
                  </a:lnTo>
                  <a:lnTo>
                    <a:pt x="3481094" y="1458232"/>
                  </a:lnTo>
                  <a:lnTo>
                    <a:pt x="3563977" y="1432076"/>
                  </a:lnTo>
                  <a:lnTo>
                    <a:pt x="3646860" y="1404178"/>
                  </a:lnTo>
                  <a:lnTo>
                    <a:pt x="3729744" y="1375682"/>
                  </a:lnTo>
                  <a:lnTo>
                    <a:pt x="3812627" y="1346044"/>
                  </a:lnTo>
                  <a:lnTo>
                    <a:pt x="3895510" y="1314617"/>
                  </a:lnTo>
                  <a:lnTo>
                    <a:pt x="3978393" y="1281486"/>
                  </a:lnTo>
                  <a:lnTo>
                    <a:pt x="4061276" y="1246875"/>
                  </a:lnTo>
                  <a:lnTo>
                    <a:pt x="4144160" y="1211138"/>
                  </a:lnTo>
                  <a:lnTo>
                    <a:pt x="4227043" y="1174729"/>
                  </a:lnTo>
                  <a:lnTo>
                    <a:pt x="4309926" y="1138125"/>
                  </a:lnTo>
                  <a:lnTo>
                    <a:pt x="4392809" y="1100776"/>
                  </a:lnTo>
                  <a:lnTo>
                    <a:pt x="4475692" y="1062092"/>
                  </a:lnTo>
                  <a:lnTo>
                    <a:pt x="4558576" y="1022025"/>
                  </a:lnTo>
                  <a:lnTo>
                    <a:pt x="4641459" y="980498"/>
                  </a:lnTo>
                  <a:lnTo>
                    <a:pt x="4724342" y="937405"/>
                  </a:lnTo>
                  <a:lnTo>
                    <a:pt x="4807225" y="892629"/>
                  </a:lnTo>
                  <a:lnTo>
                    <a:pt x="4890108" y="846048"/>
                  </a:lnTo>
                  <a:lnTo>
                    <a:pt x="4972992" y="797541"/>
                  </a:lnTo>
                  <a:lnTo>
                    <a:pt x="5055875" y="747002"/>
                  </a:lnTo>
                  <a:lnTo>
                    <a:pt x="5138758" y="694342"/>
                  </a:lnTo>
                  <a:lnTo>
                    <a:pt x="5221641" y="639493"/>
                  </a:lnTo>
                  <a:lnTo>
                    <a:pt x="5304524" y="582409"/>
                  </a:lnTo>
                  <a:lnTo>
                    <a:pt x="5387408" y="523061"/>
                  </a:lnTo>
                  <a:lnTo>
                    <a:pt x="5470291" y="461439"/>
                  </a:lnTo>
                  <a:lnTo>
                    <a:pt x="5553174" y="397544"/>
                  </a:lnTo>
                  <a:lnTo>
                    <a:pt x="5636057" y="331387"/>
                  </a:lnTo>
                  <a:lnTo>
                    <a:pt x="5718940" y="262984"/>
                  </a:lnTo>
                  <a:lnTo>
                    <a:pt x="5801824" y="192356"/>
                  </a:lnTo>
                  <a:lnTo>
                    <a:pt x="5884707" y="119523"/>
                  </a:lnTo>
                  <a:lnTo>
                    <a:pt x="5967590" y="44510"/>
                  </a:lnTo>
                  <a:lnTo>
                    <a:pt x="6015395" y="0"/>
                  </a:lnTo>
                  <a:lnTo>
                    <a:pt x="6015395" y="569372"/>
                  </a:lnTo>
                  <a:lnTo>
                    <a:pt x="5967590" y="589886"/>
                  </a:lnTo>
                  <a:lnTo>
                    <a:pt x="5884707" y="625547"/>
                  </a:lnTo>
                  <a:lnTo>
                    <a:pt x="5801824" y="661322"/>
                  </a:lnTo>
                  <a:lnTo>
                    <a:pt x="5718940" y="697229"/>
                  </a:lnTo>
                  <a:lnTo>
                    <a:pt x="5636057" y="733290"/>
                  </a:lnTo>
                  <a:lnTo>
                    <a:pt x="5553174" y="769521"/>
                  </a:lnTo>
                  <a:lnTo>
                    <a:pt x="5470291" y="805935"/>
                  </a:lnTo>
                  <a:lnTo>
                    <a:pt x="5387408" y="842541"/>
                  </a:lnTo>
                  <a:lnTo>
                    <a:pt x="5304524" y="879337"/>
                  </a:lnTo>
                  <a:lnTo>
                    <a:pt x="5221641" y="916309"/>
                  </a:lnTo>
                  <a:lnTo>
                    <a:pt x="5138758" y="953427"/>
                  </a:lnTo>
                  <a:lnTo>
                    <a:pt x="5055875" y="990641"/>
                  </a:lnTo>
                  <a:lnTo>
                    <a:pt x="4972992" y="1027881"/>
                  </a:lnTo>
                  <a:lnTo>
                    <a:pt x="4890108" y="1065055"/>
                  </a:lnTo>
                  <a:lnTo>
                    <a:pt x="4807225" y="1102053"/>
                  </a:lnTo>
                  <a:lnTo>
                    <a:pt x="4724342" y="1138754"/>
                  </a:lnTo>
                  <a:lnTo>
                    <a:pt x="4641459" y="1175030"/>
                  </a:lnTo>
                  <a:lnTo>
                    <a:pt x="4558576" y="1210763"/>
                  </a:lnTo>
                  <a:lnTo>
                    <a:pt x="4475692" y="1245844"/>
                  </a:lnTo>
                  <a:lnTo>
                    <a:pt x="4392809" y="1280193"/>
                  </a:lnTo>
                  <a:lnTo>
                    <a:pt x="4309926" y="1313759"/>
                  </a:lnTo>
                  <a:lnTo>
                    <a:pt x="4227043" y="1346773"/>
                  </a:lnTo>
                  <a:lnTo>
                    <a:pt x="4144160" y="1379530"/>
                  </a:lnTo>
                  <a:lnTo>
                    <a:pt x="4061276" y="1411951"/>
                  </a:lnTo>
                  <a:lnTo>
                    <a:pt x="3978393" y="1443922"/>
                  </a:lnTo>
                  <a:lnTo>
                    <a:pt x="3895510" y="1475235"/>
                  </a:lnTo>
                  <a:lnTo>
                    <a:pt x="3812627" y="1505544"/>
                  </a:lnTo>
                  <a:lnTo>
                    <a:pt x="3729744" y="1534371"/>
                  </a:lnTo>
                  <a:lnTo>
                    <a:pt x="3646860" y="1561221"/>
                  </a:lnTo>
                  <a:lnTo>
                    <a:pt x="3563977" y="1586436"/>
                  </a:lnTo>
                  <a:lnTo>
                    <a:pt x="3481094" y="1610718"/>
                  </a:lnTo>
                  <a:lnTo>
                    <a:pt x="3398211" y="1634169"/>
                  </a:lnTo>
                  <a:lnTo>
                    <a:pt x="3315328" y="1656047"/>
                  </a:lnTo>
                  <a:lnTo>
                    <a:pt x="3232444" y="1673818"/>
                  </a:lnTo>
                  <a:lnTo>
                    <a:pt x="3149561" y="1687844"/>
                  </a:lnTo>
                  <a:lnTo>
                    <a:pt x="3066678" y="1701361"/>
                  </a:lnTo>
                  <a:lnTo>
                    <a:pt x="2983795" y="1715735"/>
                  </a:lnTo>
                  <a:lnTo>
                    <a:pt x="2900912" y="1727951"/>
                  </a:lnTo>
                  <a:lnTo>
                    <a:pt x="2818028" y="1737431"/>
                  </a:lnTo>
                  <a:lnTo>
                    <a:pt x="2735145" y="1746627"/>
                  </a:lnTo>
                  <a:lnTo>
                    <a:pt x="2652262" y="1756510"/>
                  </a:lnTo>
                  <a:lnTo>
                    <a:pt x="2569379" y="1765922"/>
                  </a:lnTo>
                  <a:lnTo>
                    <a:pt x="2486496" y="1773412"/>
                  </a:lnTo>
                  <a:lnTo>
                    <a:pt x="2403612" y="1780597"/>
                  </a:lnTo>
                  <a:lnTo>
                    <a:pt x="2320729" y="1788201"/>
                  </a:lnTo>
                  <a:lnTo>
                    <a:pt x="2237846" y="1796043"/>
                  </a:lnTo>
                  <a:lnTo>
                    <a:pt x="2154963" y="1803190"/>
                  </a:lnTo>
                  <a:lnTo>
                    <a:pt x="2072080" y="1809794"/>
                  </a:lnTo>
                  <a:lnTo>
                    <a:pt x="1989196" y="1816117"/>
                  </a:lnTo>
                  <a:lnTo>
                    <a:pt x="1906313" y="1822365"/>
                  </a:lnTo>
                  <a:lnTo>
                    <a:pt x="1823430" y="1828713"/>
                  </a:lnTo>
                  <a:lnTo>
                    <a:pt x="1740547" y="1835342"/>
                  </a:lnTo>
                  <a:lnTo>
                    <a:pt x="1657664" y="1842293"/>
                  </a:lnTo>
                  <a:lnTo>
                    <a:pt x="1574780" y="1849681"/>
                  </a:lnTo>
                  <a:lnTo>
                    <a:pt x="1491897" y="1857700"/>
                  </a:lnTo>
                  <a:lnTo>
                    <a:pt x="1409014" y="1866531"/>
                  </a:lnTo>
                  <a:lnTo>
                    <a:pt x="1326131" y="1876325"/>
                  </a:lnTo>
                  <a:lnTo>
                    <a:pt x="1243248" y="1887191"/>
                  </a:lnTo>
                  <a:lnTo>
                    <a:pt x="1160364" y="1899197"/>
                  </a:lnTo>
                  <a:lnTo>
                    <a:pt x="1077481" y="1912370"/>
                  </a:lnTo>
                  <a:lnTo>
                    <a:pt x="994598" y="1926709"/>
                  </a:lnTo>
                  <a:lnTo>
                    <a:pt x="911715" y="1942194"/>
                  </a:lnTo>
                  <a:lnTo>
                    <a:pt x="872028" y="195014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72465" y="3428318"/>
              <a:ext cx="6015395" cy="1669997"/>
            </a:xfrm>
            <a:custGeom>
              <a:avLst/>
              <a:pathLst>
                <a:path w="6015395" h="1669997">
                  <a:moveTo>
                    <a:pt x="0" y="1329008"/>
                  </a:moveTo>
                  <a:lnTo>
                    <a:pt x="82883" y="1363267"/>
                  </a:lnTo>
                  <a:lnTo>
                    <a:pt x="165766" y="1395846"/>
                  </a:lnTo>
                  <a:lnTo>
                    <a:pt x="248649" y="1426725"/>
                  </a:lnTo>
                  <a:lnTo>
                    <a:pt x="331532" y="1455886"/>
                  </a:lnTo>
                  <a:lnTo>
                    <a:pt x="414416" y="1483305"/>
                  </a:lnTo>
                  <a:lnTo>
                    <a:pt x="497299" y="1508957"/>
                  </a:lnTo>
                  <a:lnTo>
                    <a:pt x="580182" y="1532815"/>
                  </a:lnTo>
                  <a:lnTo>
                    <a:pt x="663065" y="1554849"/>
                  </a:lnTo>
                  <a:lnTo>
                    <a:pt x="745948" y="1575025"/>
                  </a:lnTo>
                  <a:lnTo>
                    <a:pt x="828832" y="1593309"/>
                  </a:lnTo>
                  <a:lnTo>
                    <a:pt x="911715" y="1609664"/>
                  </a:lnTo>
                  <a:lnTo>
                    <a:pt x="994598" y="1624056"/>
                  </a:lnTo>
                  <a:lnTo>
                    <a:pt x="1077481" y="1636456"/>
                  </a:lnTo>
                  <a:lnTo>
                    <a:pt x="1160364" y="1646848"/>
                  </a:lnTo>
                  <a:lnTo>
                    <a:pt x="1243248" y="1655236"/>
                  </a:lnTo>
                  <a:lnTo>
                    <a:pt x="1326131" y="1661652"/>
                  </a:lnTo>
                  <a:lnTo>
                    <a:pt x="1409014" y="1666167"/>
                  </a:lnTo>
                  <a:lnTo>
                    <a:pt x="1491897" y="1668897"/>
                  </a:lnTo>
                  <a:lnTo>
                    <a:pt x="1574780" y="1669997"/>
                  </a:lnTo>
                  <a:lnTo>
                    <a:pt x="1657664" y="1669652"/>
                  </a:lnTo>
                  <a:lnTo>
                    <a:pt x="1740547" y="1668059"/>
                  </a:lnTo>
                  <a:lnTo>
                    <a:pt x="1823430" y="1665595"/>
                  </a:lnTo>
                  <a:lnTo>
                    <a:pt x="1906313" y="1662735"/>
                  </a:lnTo>
                  <a:lnTo>
                    <a:pt x="1989196" y="1659321"/>
                  </a:lnTo>
                  <a:lnTo>
                    <a:pt x="2072080" y="1655152"/>
                  </a:lnTo>
                  <a:lnTo>
                    <a:pt x="2154963" y="1650060"/>
                  </a:lnTo>
                  <a:lnTo>
                    <a:pt x="2237846" y="1643935"/>
                  </a:lnTo>
                  <a:lnTo>
                    <a:pt x="2320729" y="1637119"/>
                  </a:lnTo>
                  <a:lnTo>
                    <a:pt x="2403612" y="1631340"/>
                  </a:lnTo>
                  <a:lnTo>
                    <a:pt x="2486496" y="1625156"/>
                  </a:lnTo>
                  <a:lnTo>
                    <a:pt x="2569379" y="1617310"/>
                  </a:lnTo>
                  <a:lnTo>
                    <a:pt x="2652262" y="1607667"/>
                  </a:lnTo>
                  <a:lnTo>
                    <a:pt x="2735145" y="1599236"/>
                  </a:lnTo>
                  <a:lnTo>
                    <a:pt x="2818028" y="1590902"/>
                  </a:lnTo>
                  <a:lnTo>
                    <a:pt x="2900912" y="1580422"/>
                  </a:lnTo>
                  <a:lnTo>
                    <a:pt x="2983795" y="1567030"/>
                  </a:lnTo>
                  <a:lnTo>
                    <a:pt x="3066678" y="1553251"/>
                  </a:lnTo>
                  <a:lnTo>
                    <a:pt x="3149561" y="1539586"/>
                  </a:lnTo>
                  <a:lnTo>
                    <a:pt x="3232444" y="1523379"/>
                  </a:lnTo>
                  <a:lnTo>
                    <a:pt x="3315328" y="1503857"/>
                  </a:lnTo>
                  <a:lnTo>
                    <a:pt x="3398211" y="1482071"/>
                  </a:lnTo>
                  <a:lnTo>
                    <a:pt x="3481094" y="1458232"/>
                  </a:lnTo>
                  <a:lnTo>
                    <a:pt x="3563977" y="1432076"/>
                  </a:lnTo>
                  <a:lnTo>
                    <a:pt x="3646860" y="1404178"/>
                  </a:lnTo>
                  <a:lnTo>
                    <a:pt x="3729744" y="1375682"/>
                  </a:lnTo>
                  <a:lnTo>
                    <a:pt x="3812627" y="1346044"/>
                  </a:lnTo>
                  <a:lnTo>
                    <a:pt x="3895510" y="1314617"/>
                  </a:lnTo>
                  <a:lnTo>
                    <a:pt x="3978393" y="1281486"/>
                  </a:lnTo>
                  <a:lnTo>
                    <a:pt x="4061276" y="1246875"/>
                  </a:lnTo>
                  <a:lnTo>
                    <a:pt x="4144160" y="1211138"/>
                  </a:lnTo>
                  <a:lnTo>
                    <a:pt x="4227043" y="1174729"/>
                  </a:lnTo>
                  <a:lnTo>
                    <a:pt x="4309926" y="1138125"/>
                  </a:lnTo>
                  <a:lnTo>
                    <a:pt x="4392809" y="1100776"/>
                  </a:lnTo>
                  <a:lnTo>
                    <a:pt x="4475692" y="1062092"/>
                  </a:lnTo>
                  <a:lnTo>
                    <a:pt x="4558576" y="1022025"/>
                  </a:lnTo>
                  <a:lnTo>
                    <a:pt x="4641459" y="980498"/>
                  </a:lnTo>
                  <a:lnTo>
                    <a:pt x="4724342" y="937405"/>
                  </a:lnTo>
                  <a:lnTo>
                    <a:pt x="4807225" y="892629"/>
                  </a:lnTo>
                  <a:lnTo>
                    <a:pt x="4890108" y="846048"/>
                  </a:lnTo>
                  <a:lnTo>
                    <a:pt x="4972992" y="797541"/>
                  </a:lnTo>
                  <a:lnTo>
                    <a:pt x="5055875" y="747002"/>
                  </a:lnTo>
                  <a:lnTo>
                    <a:pt x="5138758" y="694342"/>
                  </a:lnTo>
                  <a:lnTo>
                    <a:pt x="5221641" y="639493"/>
                  </a:lnTo>
                  <a:lnTo>
                    <a:pt x="5304524" y="582409"/>
                  </a:lnTo>
                  <a:lnTo>
                    <a:pt x="5387408" y="523061"/>
                  </a:lnTo>
                  <a:lnTo>
                    <a:pt x="5470291" y="461439"/>
                  </a:lnTo>
                  <a:lnTo>
                    <a:pt x="5553174" y="397544"/>
                  </a:lnTo>
                  <a:lnTo>
                    <a:pt x="5636057" y="331387"/>
                  </a:lnTo>
                  <a:lnTo>
                    <a:pt x="5718940" y="262984"/>
                  </a:lnTo>
                  <a:lnTo>
                    <a:pt x="5801824" y="192356"/>
                  </a:lnTo>
                  <a:lnTo>
                    <a:pt x="5884707" y="119523"/>
                  </a:lnTo>
                  <a:lnTo>
                    <a:pt x="5967590" y="44510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944493" y="3997690"/>
              <a:ext cx="5143367" cy="1380769"/>
            </a:xfrm>
            <a:custGeom>
              <a:avLst/>
              <a:pathLst>
                <a:path w="5143367" h="1380769">
                  <a:moveTo>
                    <a:pt x="5143367" y="0"/>
                  </a:moveTo>
                  <a:lnTo>
                    <a:pt x="5095561" y="20514"/>
                  </a:lnTo>
                  <a:lnTo>
                    <a:pt x="5012678" y="56175"/>
                  </a:lnTo>
                  <a:lnTo>
                    <a:pt x="4929795" y="91950"/>
                  </a:lnTo>
                  <a:lnTo>
                    <a:pt x="4846912" y="127857"/>
                  </a:lnTo>
                  <a:lnTo>
                    <a:pt x="4764028" y="163918"/>
                  </a:lnTo>
                  <a:lnTo>
                    <a:pt x="4681145" y="200149"/>
                  </a:lnTo>
                  <a:lnTo>
                    <a:pt x="4598262" y="236563"/>
                  </a:lnTo>
                  <a:lnTo>
                    <a:pt x="4515379" y="273169"/>
                  </a:lnTo>
                  <a:lnTo>
                    <a:pt x="4432496" y="309965"/>
                  </a:lnTo>
                  <a:lnTo>
                    <a:pt x="4349612" y="346936"/>
                  </a:lnTo>
                  <a:lnTo>
                    <a:pt x="4266729" y="384054"/>
                  </a:lnTo>
                  <a:lnTo>
                    <a:pt x="4183846" y="421269"/>
                  </a:lnTo>
                  <a:lnTo>
                    <a:pt x="4100963" y="458509"/>
                  </a:lnTo>
                  <a:lnTo>
                    <a:pt x="4018080" y="495683"/>
                  </a:lnTo>
                  <a:lnTo>
                    <a:pt x="3935196" y="532681"/>
                  </a:lnTo>
                  <a:lnTo>
                    <a:pt x="3852313" y="569382"/>
                  </a:lnTo>
                  <a:lnTo>
                    <a:pt x="3769430" y="605658"/>
                  </a:lnTo>
                  <a:lnTo>
                    <a:pt x="3686547" y="641391"/>
                  </a:lnTo>
                  <a:lnTo>
                    <a:pt x="3603664" y="676472"/>
                  </a:lnTo>
                  <a:lnTo>
                    <a:pt x="3520780" y="710821"/>
                  </a:lnTo>
                  <a:lnTo>
                    <a:pt x="3437897" y="744387"/>
                  </a:lnTo>
                  <a:lnTo>
                    <a:pt x="3355014" y="777401"/>
                  </a:lnTo>
                  <a:lnTo>
                    <a:pt x="3272131" y="810158"/>
                  </a:lnTo>
                  <a:lnTo>
                    <a:pt x="3189248" y="842579"/>
                  </a:lnTo>
                  <a:lnTo>
                    <a:pt x="3106364" y="874550"/>
                  </a:lnTo>
                  <a:lnTo>
                    <a:pt x="3023481" y="905863"/>
                  </a:lnTo>
                  <a:lnTo>
                    <a:pt x="2940598" y="936172"/>
                  </a:lnTo>
                  <a:lnTo>
                    <a:pt x="2857715" y="964999"/>
                  </a:lnTo>
                  <a:lnTo>
                    <a:pt x="2774832" y="991849"/>
                  </a:lnTo>
                  <a:lnTo>
                    <a:pt x="2691948" y="1017063"/>
                  </a:lnTo>
                  <a:lnTo>
                    <a:pt x="2609065" y="1041346"/>
                  </a:lnTo>
                  <a:lnTo>
                    <a:pt x="2526182" y="1064797"/>
                  </a:lnTo>
                  <a:lnTo>
                    <a:pt x="2443299" y="1086675"/>
                  </a:lnTo>
                  <a:lnTo>
                    <a:pt x="2360416" y="1104446"/>
                  </a:lnTo>
                  <a:lnTo>
                    <a:pt x="2277532" y="1118472"/>
                  </a:lnTo>
                  <a:lnTo>
                    <a:pt x="2194649" y="1131989"/>
                  </a:lnTo>
                  <a:lnTo>
                    <a:pt x="2111766" y="1146363"/>
                  </a:lnTo>
                  <a:lnTo>
                    <a:pt x="2028883" y="1158579"/>
                  </a:lnTo>
                  <a:lnTo>
                    <a:pt x="1946000" y="1168059"/>
                  </a:lnTo>
                  <a:lnTo>
                    <a:pt x="1863116" y="1177255"/>
                  </a:lnTo>
                  <a:lnTo>
                    <a:pt x="1780233" y="1187137"/>
                  </a:lnTo>
                  <a:lnTo>
                    <a:pt x="1697350" y="1196549"/>
                  </a:lnTo>
                  <a:lnTo>
                    <a:pt x="1614467" y="1204040"/>
                  </a:lnTo>
                  <a:lnTo>
                    <a:pt x="1531584" y="1211225"/>
                  </a:lnTo>
                  <a:lnTo>
                    <a:pt x="1448700" y="1218829"/>
                  </a:lnTo>
                  <a:lnTo>
                    <a:pt x="1365817" y="1226671"/>
                  </a:lnTo>
                  <a:lnTo>
                    <a:pt x="1282934" y="1233818"/>
                  </a:lnTo>
                  <a:lnTo>
                    <a:pt x="1200051" y="1240422"/>
                  </a:lnTo>
                  <a:lnTo>
                    <a:pt x="1117168" y="1246745"/>
                  </a:lnTo>
                  <a:lnTo>
                    <a:pt x="1034284" y="1252993"/>
                  </a:lnTo>
                  <a:lnTo>
                    <a:pt x="951401" y="1259341"/>
                  </a:lnTo>
                  <a:lnTo>
                    <a:pt x="868518" y="1265970"/>
                  </a:lnTo>
                  <a:lnTo>
                    <a:pt x="785635" y="1272920"/>
                  </a:lnTo>
                  <a:lnTo>
                    <a:pt x="702752" y="1280309"/>
                  </a:lnTo>
                  <a:lnTo>
                    <a:pt x="619868" y="1288328"/>
                  </a:lnTo>
                  <a:lnTo>
                    <a:pt x="536985" y="1297159"/>
                  </a:lnTo>
                  <a:lnTo>
                    <a:pt x="454102" y="1306953"/>
                  </a:lnTo>
                  <a:lnTo>
                    <a:pt x="371219" y="1317819"/>
                  </a:lnTo>
                  <a:lnTo>
                    <a:pt x="288336" y="1329824"/>
                  </a:lnTo>
                  <a:lnTo>
                    <a:pt x="205452" y="1342998"/>
                  </a:lnTo>
                  <a:lnTo>
                    <a:pt x="122569" y="1357337"/>
                  </a:lnTo>
                  <a:lnTo>
                    <a:pt x="39686" y="1372822"/>
                  </a:lnTo>
                  <a:lnTo>
                    <a:pt x="0" y="13807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72465" y="3713004"/>
              <a:ext cx="6015395" cy="1491364"/>
            </a:xfrm>
            <a:custGeom>
              <a:avLst/>
              <a:pathLst>
                <a:path w="6015395" h="1491364">
                  <a:moveTo>
                    <a:pt x="0" y="1468668"/>
                  </a:moveTo>
                  <a:lnTo>
                    <a:pt x="82883" y="1472928"/>
                  </a:lnTo>
                  <a:lnTo>
                    <a:pt x="165766" y="1476740"/>
                  </a:lnTo>
                  <a:lnTo>
                    <a:pt x="248649" y="1480106"/>
                  </a:lnTo>
                  <a:lnTo>
                    <a:pt x="331532" y="1483027"/>
                  </a:lnTo>
                  <a:lnTo>
                    <a:pt x="414416" y="1485507"/>
                  </a:lnTo>
                  <a:lnTo>
                    <a:pt x="497299" y="1487548"/>
                  </a:lnTo>
                  <a:lnTo>
                    <a:pt x="580182" y="1489152"/>
                  </a:lnTo>
                  <a:lnTo>
                    <a:pt x="663065" y="1490321"/>
                  </a:lnTo>
                  <a:lnTo>
                    <a:pt x="745948" y="1491057"/>
                  </a:lnTo>
                  <a:lnTo>
                    <a:pt x="828832" y="1491364"/>
                  </a:lnTo>
                  <a:lnTo>
                    <a:pt x="911715" y="1491243"/>
                  </a:lnTo>
                  <a:lnTo>
                    <a:pt x="994598" y="1490696"/>
                  </a:lnTo>
                  <a:lnTo>
                    <a:pt x="1077481" y="1489727"/>
                  </a:lnTo>
                  <a:lnTo>
                    <a:pt x="1160364" y="1488336"/>
                  </a:lnTo>
                  <a:lnTo>
                    <a:pt x="1243248" y="1486527"/>
                  </a:lnTo>
                  <a:lnTo>
                    <a:pt x="1326131" y="1484302"/>
                  </a:lnTo>
                  <a:lnTo>
                    <a:pt x="1409014" y="1481663"/>
                  </a:lnTo>
                  <a:lnTo>
                    <a:pt x="1491897" y="1478613"/>
                  </a:lnTo>
                  <a:lnTo>
                    <a:pt x="1574780" y="1475153"/>
                  </a:lnTo>
                  <a:lnTo>
                    <a:pt x="1657664" y="1471286"/>
                  </a:lnTo>
                  <a:lnTo>
                    <a:pt x="1740547" y="1467015"/>
                  </a:lnTo>
                  <a:lnTo>
                    <a:pt x="1823430" y="1462468"/>
                  </a:lnTo>
                  <a:lnTo>
                    <a:pt x="1906313" y="1457864"/>
                  </a:lnTo>
                  <a:lnTo>
                    <a:pt x="1989196" y="1453033"/>
                  </a:lnTo>
                  <a:lnTo>
                    <a:pt x="2072080" y="1447787"/>
                  </a:lnTo>
                  <a:lnTo>
                    <a:pt x="2154963" y="1441939"/>
                  </a:lnTo>
                  <a:lnTo>
                    <a:pt x="2237846" y="1435303"/>
                  </a:lnTo>
                  <a:lnTo>
                    <a:pt x="2320729" y="1427974"/>
                  </a:lnTo>
                  <a:lnTo>
                    <a:pt x="2403612" y="1421283"/>
                  </a:lnTo>
                  <a:lnTo>
                    <a:pt x="2486496" y="1414598"/>
                  </a:lnTo>
                  <a:lnTo>
                    <a:pt x="2569379" y="1406930"/>
                  </a:lnTo>
                  <a:lnTo>
                    <a:pt x="2652262" y="1397402"/>
                  </a:lnTo>
                  <a:lnTo>
                    <a:pt x="2735145" y="1388245"/>
                  </a:lnTo>
                  <a:lnTo>
                    <a:pt x="2818028" y="1379481"/>
                  </a:lnTo>
                  <a:lnTo>
                    <a:pt x="2900912" y="1369500"/>
                  </a:lnTo>
                  <a:lnTo>
                    <a:pt x="2983795" y="1356697"/>
                  </a:lnTo>
                  <a:lnTo>
                    <a:pt x="3066678" y="1342620"/>
                  </a:lnTo>
                  <a:lnTo>
                    <a:pt x="3149561" y="1329029"/>
                  </a:lnTo>
                  <a:lnTo>
                    <a:pt x="3232444" y="1313913"/>
                  </a:lnTo>
                  <a:lnTo>
                    <a:pt x="3315328" y="1295266"/>
                  </a:lnTo>
                  <a:lnTo>
                    <a:pt x="3398211" y="1273434"/>
                  </a:lnTo>
                  <a:lnTo>
                    <a:pt x="3481094" y="1249789"/>
                  </a:lnTo>
                  <a:lnTo>
                    <a:pt x="3563977" y="1224570"/>
                  </a:lnTo>
                  <a:lnTo>
                    <a:pt x="3646860" y="1198014"/>
                  </a:lnTo>
                  <a:lnTo>
                    <a:pt x="3729744" y="1170340"/>
                  </a:lnTo>
                  <a:lnTo>
                    <a:pt x="3812627" y="1141108"/>
                  </a:lnTo>
                  <a:lnTo>
                    <a:pt x="3895510" y="1110240"/>
                  </a:lnTo>
                  <a:lnTo>
                    <a:pt x="3978393" y="1078018"/>
                  </a:lnTo>
                  <a:lnTo>
                    <a:pt x="4061276" y="1044727"/>
                  </a:lnTo>
                  <a:lnTo>
                    <a:pt x="4144160" y="1010648"/>
                  </a:lnTo>
                  <a:lnTo>
                    <a:pt x="4227043" y="976065"/>
                  </a:lnTo>
                  <a:lnTo>
                    <a:pt x="4309926" y="941256"/>
                  </a:lnTo>
                  <a:lnTo>
                    <a:pt x="4392809" y="905798"/>
                  </a:lnTo>
                  <a:lnTo>
                    <a:pt x="4475692" y="869282"/>
                  </a:lnTo>
                  <a:lnTo>
                    <a:pt x="4558576" y="831708"/>
                  </a:lnTo>
                  <a:lnTo>
                    <a:pt x="4641459" y="793078"/>
                  </a:lnTo>
                  <a:lnTo>
                    <a:pt x="4724342" y="753393"/>
                  </a:lnTo>
                  <a:lnTo>
                    <a:pt x="4807225" y="712655"/>
                  </a:lnTo>
                  <a:lnTo>
                    <a:pt x="4890108" y="670865"/>
                  </a:lnTo>
                  <a:lnTo>
                    <a:pt x="4972992" y="628025"/>
                  </a:lnTo>
                  <a:lnTo>
                    <a:pt x="5055875" y="584136"/>
                  </a:lnTo>
                  <a:lnTo>
                    <a:pt x="5138758" y="539198"/>
                  </a:lnTo>
                  <a:lnTo>
                    <a:pt x="5221641" y="493215"/>
                  </a:lnTo>
                  <a:lnTo>
                    <a:pt x="5304524" y="446187"/>
                  </a:lnTo>
                  <a:lnTo>
                    <a:pt x="5387408" y="398115"/>
                  </a:lnTo>
                  <a:lnTo>
                    <a:pt x="5470291" y="349001"/>
                  </a:lnTo>
                  <a:lnTo>
                    <a:pt x="5553174" y="298846"/>
                  </a:lnTo>
                  <a:lnTo>
                    <a:pt x="5636057" y="247653"/>
                  </a:lnTo>
                  <a:lnTo>
                    <a:pt x="5718940" y="195421"/>
                  </a:lnTo>
                  <a:lnTo>
                    <a:pt x="5801824" y="142153"/>
                  </a:lnTo>
                  <a:lnTo>
                    <a:pt x="5884707" y="87849"/>
                  </a:lnTo>
                  <a:lnTo>
                    <a:pt x="5967590" y="32512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072465" y="3531167"/>
              <a:ext cx="6015395" cy="1847292"/>
            </a:xfrm>
            <a:custGeom>
              <a:avLst/>
              <a:pathLst>
                <a:path w="6015395" h="1847292">
                  <a:moveTo>
                    <a:pt x="0" y="1275135"/>
                  </a:moveTo>
                  <a:lnTo>
                    <a:pt x="82883" y="1304266"/>
                  </a:lnTo>
                  <a:lnTo>
                    <a:pt x="165766" y="1332001"/>
                  </a:lnTo>
                  <a:lnTo>
                    <a:pt x="248649" y="1358325"/>
                  </a:lnTo>
                  <a:lnTo>
                    <a:pt x="331532" y="1383219"/>
                  </a:lnTo>
                  <a:lnTo>
                    <a:pt x="414416" y="1406666"/>
                  </a:lnTo>
                  <a:lnTo>
                    <a:pt x="497299" y="1428643"/>
                  </a:lnTo>
                  <a:lnTo>
                    <a:pt x="580182" y="1449127"/>
                  </a:lnTo>
                  <a:lnTo>
                    <a:pt x="663065" y="1468090"/>
                  </a:lnTo>
                  <a:lnTo>
                    <a:pt x="745948" y="1485505"/>
                  </a:lnTo>
                  <a:lnTo>
                    <a:pt x="828832" y="1501339"/>
                  </a:lnTo>
                  <a:lnTo>
                    <a:pt x="911715" y="1515562"/>
                  </a:lnTo>
                  <a:lnTo>
                    <a:pt x="994598" y="1528143"/>
                  </a:lnTo>
                  <a:lnTo>
                    <a:pt x="1077481" y="1539058"/>
                  </a:lnTo>
                  <a:lnTo>
                    <a:pt x="1160364" y="1548292"/>
                  </a:lnTo>
                  <a:lnTo>
                    <a:pt x="1243248" y="1555850"/>
                  </a:lnTo>
                  <a:lnTo>
                    <a:pt x="1326131" y="1561763"/>
                  </a:lnTo>
                  <a:lnTo>
                    <a:pt x="1409014" y="1566098"/>
                  </a:lnTo>
                  <a:lnTo>
                    <a:pt x="1491897" y="1568958"/>
                  </a:lnTo>
                  <a:lnTo>
                    <a:pt x="1574780" y="1570488"/>
                  </a:lnTo>
                  <a:lnTo>
                    <a:pt x="1657664" y="1570857"/>
                  </a:lnTo>
                  <a:lnTo>
                    <a:pt x="1740547" y="1570246"/>
                  </a:lnTo>
                  <a:lnTo>
                    <a:pt x="1823430" y="1569031"/>
                  </a:lnTo>
                  <a:lnTo>
                    <a:pt x="1906313" y="1567695"/>
                  </a:lnTo>
                  <a:lnTo>
                    <a:pt x="1989196" y="1566035"/>
                  </a:lnTo>
                  <a:lnTo>
                    <a:pt x="2072080" y="1563806"/>
                  </a:lnTo>
                  <a:lnTo>
                    <a:pt x="2154963" y="1560792"/>
                  </a:lnTo>
                  <a:lnTo>
                    <a:pt x="2237846" y="1556829"/>
                  </a:lnTo>
                  <a:lnTo>
                    <a:pt x="2320729" y="1552247"/>
                  </a:lnTo>
                  <a:lnTo>
                    <a:pt x="2403612" y="1549002"/>
                  </a:lnTo>
                  <a:lnTo>
                    <a:pt x="2486496" y="1545615"/>
                  </a:lnTo>
                  <a:lnTo>
                    <a:pt x="2569379" y="1540677"/>
                  </a:lnTo>
                  <a:lnTo>
                    <a:pt x="2652262" y="1533791"/>
                  </a:lnTo>
                  <a:lnTo>
                    <a:pt x="2735145" y="1527401"/>
                  </a:lnTo>
                  <a:lnTo>
                    <a:pt x="2818028" y="1520750"/>
                  </a:lnTo>
                  <a:lnTo>
                    <a:pt x="2900912" y="1512214"/>
                  </a:lnTo>
                  <a:lnTo>
                    <a:pt x="2983795" y="1501516"/>
                  </a:lnTo>
                  <a:lnTo>
                    <a:pt x="3066678" y="1490337"/>
                  </a:lnTo>
                  <a:lnTo>
                    <a:pt x="3149561" y="1478614"/>
                  </a:lnTo>
                  <a:lnTo>
                    <a:pt x="3232444" y="1464737"/>
                  </a:lnTo>
                  <a:lnTo>
                    <a:pt x="3315328" y="1448804"/>
                  </a:lnTo>
                  <a:lnTo>
                    <a:pt x="3398211" y="1431145"/>
                  </a:lnTo>
                  <a:lnTo>
                    <a:pt x="3481094" y="1411389"/>
                  </a:lnTo>
                  <a:lnTo>
                    <a:pt x="3563977" y="1389704"/>
                  </a:lnTo>
                  <a:lnTo>
                    <a:pt x="3646860" y="1367021"/>
                  </a:lnTo>
                  <a:lnTo>
                    <a:pt x="3729744" y="1344779"/>
                  </a:lnTo>
                  <a:lnTo>
                    <a:pt x="3812627" y="1322363"/>
                  </a:lnTo>
                  <a:lnTo>
                    <a:pt x="3895510" y="1298822"/>
                  </a:lnTo>
                  <a:lnTo>
                    <a:pt x="3978393" y="1273996"/>
                  </a:lnTo>
                  <a:lnTo>
                    <a:pt x="4061276" y="1247848"/>
                  </a:lnTo>
                  <a:lnTo>
                    <a:pt x="4144160" y="1220464"/>
                  </a:lnTo>
                  <a:lnTo>
                    <a:pt x="4227043" y="1192018"/>
                  </a:lnTo>
                  <a:lnTo>
                    <a:pt x="4309926" y="1162705"/>
                  </a:lnTo>
                  <a:lnTo>
                    <a:pt x="4392809" y="1131752"/>
                  </a:lnTo>
                  <a:lnTo>
                    <a:pt x="4475692" y="1098547"/>
                  </a:lnTo>
                  <a:lnTo>
                    <a:pt x="4558576" y="1063062"/>
                  </a:lnTo>
                  <a:lnTo>
                    <a:pt x="4641459" y="1025241"/>
                  </a:lnTo>
                  <a:lnTo>
                    <a:pt x="4724342" y="985005"/>
                  </a:lnTo>
                  <a:lnTo>
                    <a:pt x="4807225" y="942263"/>
                  </a:lnTo>
                  <a:lnTo>
                    <a:pt x="4890108" y="896919"/>
                  </a:lnTo>
                  <a:lnTo>
                    <a:pt x="4972992" y="848879"/>
                  </a:lnTo>
                  <a:lnTo>
                    <a:pt x="5055875" y="798063"/>
                  </a:lnTo>
                  <a:lnTo>
                    <a:pt x="5138758" y="744404"/>
                  </a:lnTo>
                  <a:lnTo>
                    <a:pt x="5221641" y="687858"/>
                  </a:lnTo>
                  <a:lnTo>
                    <a:pt x="5304524" y="628397"/>
                  </a:lnTo>
                  <a:lnTo>
                    <a:pt x="5387408" y="566011"/>
                  </a:lnTo>
                  <a:lnTo>
                    <a:pt x="5470291" y="500708"/>
                  </a:lnTo>
                  <a:lnTo>
                    <a:pt x="5553174" y="432503"/>
                  </a:lnTo>
                  <a:lnTo>
                    <a:pt x="5636057" y="361423"/>
                  </a:lnTo>
                  <a:lnTo>
                    <a:pt x="5718940" y="287497"/>
                  </a:lnTo>
                  <a:lnTo>
                    <a:pt x="5801824" y="210760"/>
                  </a:lnTo>
                  <a:lnTo>
                    <a:pt x="5884707" y="131249"/>
                  </a:lnTo>
                  <a:lnTo>
                    <a:pt x="5967590" y="48998"/>
                  </a:lnTo>
                  <a:lnTo>
                    <a:pt x="6015395" y="0"/>
                  </a:lnTo>
                  <a:lnTo>
                    <a:pt x="6015395" y="518288"/>
                  </a:lnTo>
                  <a:lnTo>
                    <a:pt x="5967590" y="545443"/>
                  </a:lnTo>
                  <a:lnTo>
                    <a:pt x="5884707" y="591872"/>
                  </a:lnTo>
                  <a:lnTo>
                    <a:pt x="5801824" y="637651"/>
                  </a:lnTo>
                  <a:lnTo>
                    <a:pt x="5718940" y="682782"/>
                  </a:lnTo>
                  <a:lnTo>
                    <a:pt x="5636057" y="727267"/>
                  </a:lnTo>
                  <a:lnTo>
                    <a:pt x="5553174" y="771106"/>
                  </a:lnTo>
                  <a:lnTo>
                    <a:pt x="5470291" y="814296"/>
                  </a:lnTo>
                  <a:lnTo>
                    <a:pt x="5387408" y="856828"/>
                  </a:lnTo>
                  <a:lnTo>
                    <a:pt x="5304524" y="898684"/>
                  </a:lnTo>
                  <a:lnTo>
                    <a:pt x="5221641" y="939837"/>
                  </a:lnTo>
                  <a:lnTo>
                    <a:pt x="5138758" y="980244"/>
                  </a:lnTo>
                  <a:lnTo>
                    <a:pt x="5055875" y="1019842"/>
                  </a:lnTo>
                  <a:lnTo>
                    <a:pt x="4972992" y="1058553"/>
                  </a:lnTo>
                  <a:lnTo>
                    <a:pt x="4890108" y="1096277"/>
                  </a:lnTo>
                  <a:lnTo>
                    <a:pt x="4807225" y="1132898"/>
                  </a:lnTo>
                  <a:lnTo>
                    <a:pt x="4724342" y="1168289"/>
                  </a:lnTo>
                  <a:lnTo>
                    <a:pt x="4641459" y="1202321"/>
                  </a:lnTo>
                  <a:lnTo>
                    <a:pt x="4558576" y="1234866"/>
                  </a:lnTo>
                  <a:lnTo>
                    <a:pt x="4475692" y="1265814"/>
                  </a:lnTo>
                  <a:lnTo>
                    <a:pt x="4392809" y="1295072"/>
                  </a:lnTo>
                  <a:lnTo>
                    <a:pt x="4309926" y="1322581"/>
                  </a:lnTo>
                  <a:lnTo>
                    <a:pt x="4227043" y="1348627"/>
                  </a:lnTo>
                  <a:lnTo>
                    <a:pt x="4144160" y="1373748"/>
                  </a:lnTo>
                  <a:lnTo>
                    <a:pt x="4061276" y="1398113"/>
                  </a:lnTo>
                  <a:lnTo>
                    <a:pt x="3978393" y="1421858"/>
                  </a:lnTo>
                  <a:lnTo>
                    <a:pt x="3895510" y="1445029"/>
                  </a:lnTo>
                  <a:lnTo>
                    <a:pt x="3812627" y="1467553"/>
                  </a:lnTo>
                  <a:lnTo>
                    <a:pt x="3729744" y="1489231"/>
                  </a:lnTo>
                  <a:lnTo>
                    <a:pt x="3646860" y="1509975"/>
                  </a:lnTo>
                  <a:lnTo>
                    <a:pt x="3563977" y="1530215"/>
                  </a:lnTo>
                  <a:lnTo>
                    <a:pt x="3481094" y="1550195"/>
                  </a:lnTo>
                  <a:lnTo>
                    <a:pt x="3398211" y="1569597"/>
                  </a:lnTo>
                  <a:lnTo>
                    <a:pt x="3315328" y="1587340"/>
                  </a:lnTo>
                  <a:lnTo>
                    <a:pt x="3232444" y="1601679"/>
                  </a:lnTo>
                  <a:lnTo>
                    <a:pt x="3149561" y="1613571"/>
                  </a:lnTo>
                  <a:lnTo>
                    <a:pt x="3066678" y="1625159"/>
                  </a:lnTo>
                  <a:lnTo>
                    <a:pt x="2983795" y="1636879"/>
                  </a:lnTo>
                  <a:lnTo>
                    <a:pt x="2900912" y="1646506"/>
                  </a:lnTo>
                  <a:lnTo>
                    <a:pt x="2818028" y="1654132"/>
                  </a:lnTo>
                  <a:lnTo>
                    <a:pt x="2735145" y="1661568"/>
                  </a:lnTo>
                  <a:lnTo>
                    <a:pt x="2652262" y="1669279"/>
                  </a:lnTo>
                  <a:lnTo>
                    <a:pt x="2569379" y="1675955"/>
                  </a:lnTo>
                  <a:lnTo>
                    <a:pt x="2486496" y="1680570"/>
                  </a:lnTo>
                  <a:lnTo>
                    <a:pt x="2403612" y="1684868"/>
                  </a:lnTo>
                  <a:lnTo>
                    <a:pt x="2320729" y="1689774"/>
                  </a:lnTo>
                  <a:lnTo>
                    <a:pt x="2237846" y="1695290"/>
                  </a:lnTo>
                  <a:lnTo>
                    <a:pt x="2154963" y="1700183"/>
                  </a:lnTo>
                  <a:lnTo>
                    <a:pt x="2072080" y="1704573"/>
                  </a:lnTo>
                  <a:lnTo>
                    <a:pt x="1989196" y="1708763"/>
                  </a:lnTo>
                  <a:lnTo>
                    <a:pt x="1906313" y="1713003"/>
                  </a:lnTo>
                  <a:lnTo>
                    <a:pt x="1823430" y="1717514"/>
                  </a:lnTo>
                  <a:lnTo>
                    <a:pt x="1740547" y="1722520"/>
                  </a:lnTo>
                  <a:lnTo>
                    <a:pt x="1657664" y="1728008"/>
                  </a:lnTo>
                  <a:lnTo>
                    <a:pt x="1574780" y="1734051"/>
                  </a:lnTo>
                  <a:lnTo>
                    <a:pt x="1491897" y="1740822"/>
                  </a:lnTo>
                  <a:lnTo>
                    <a:pt x="1409014" y="1748485"/>
                  </a:lnTo>
                  <a:lnTo>
                    <a:pt x="1326131" y="1757176"/>
                  </a:lnTo>
                  <a:lnTo>
                    <a:pt x="1243248" y="1766995"/>
                  </a:lnTo>
                  <a:lnTo>
                    <a:pt x="1160364" y="1778000"/>
                  </a:lnTo>
                  <a:lnTo>
                    <a:pt x="1077481" y="1790217"/>
                  </a:lnTo>
                  <a:lnTo>
                    <a:pt x="994598" y="1803643"/>
                  </a:lnTo>
                  <a:lnTo>
                    <a:pt x="911715" y="1818258"/>
                  </a:lnTo>
                  <a:lnTo>
                    <a:pt x="828832" y="1834031"/>
                  </a:lnTo>
                  <a:lnTo>
                    <a:pt x="763770" y="184729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072465" y="3531167"/>
              <a:ext cx="6015395" cy="1570857"/>
            </a:xfrm>
            <a:custGeom>
              <a:avLst/>
              <a:pathLst>
                <a:path w="6015395" h="1570857">
                  <a:moveTo>
                    <a:pt x="0" y="1275135"/>
                  </a:moveTo>
                  <a:lnTo>
                    <a:pt x="82883" y="1304266"/>
                  </a:lnTo>
                  <a:lnTo>
                    <a:pt x="165766" y="1332001"/>
                  </a:lnTo>
                  <a:lnTo>
                    <a:pt x="248649" y="1358325"/>
                  </a:lnTo>
                  <a:lnTo>
                    <a:pt x="331532" y="1383219"/>
                  </a:lnTo>
                  <a:lnTo>
                    <a:pt x="414416" y="1406666"/>
                  </a:lnTo>
                  <a:lnTo>
                    <a:pt x="497299" y="1428643"/>
                  </a:lnTo>
                  <a:lnTo>
                    <a:pt x="580182" y="1449127"/>
                  </a:lnTo>
                  <a:lnTo>
                    <a:pt x="663065" y="1468090"/>
                  </a:lnTo>
                  <a:lnTo>
                    <a:pt x="745948" y="1485505"/>
                  </a:lnTo>
                  <a:lnTo>
                    <a:pt x="828832" y="1501339"/>
                  </a:lnTo>
                  <a:lnTo>
                    <a:pt x="911715" y="1515562"/>
                  </a:lnTo>
                  <a:lnTo>
                    <a:pt x="994598" y="1528143"/>
                  </a:lnTo>
                  <a:lnTo>
                    <a:pt x="1077481" y="1539058"/>
                  </a:lnTo>
                  <a:lnTo>
                    <a:pt x="1160364" y="1548292"/>
                  </a:lnTo>
                  <a:lnTo>
                    <a:pt x="1243248" y="1555850"/>
                  </a:lnTo>
                  <a:lnTo>
                    <a:pt x="1326131" y="1561763"/>
                  </a:lnTo>
                  <a:lnTo>
                    <a:pt x="1409014" y="1566098"/>
                  </a:lnTo>
                  <a:lnTo>
                    <a:pt x="1491897" y="1568958"/>
                  </a:lnTo>
                  <a:lnTo>
                    <a:pt x="1574780" y="1570488"/>
                  </a:lnTo>
                  <a:lnTo>
                    <a:pt x="1657664" y="1570857"/>
                  </a:lnTo>
                  <a:lnTo>
                    <a:pt x="1740547" y="1570246"/>
                  </a:lnTo>
                  <a:lnTo>
                    <a:pt x="1823430" y="1569031"/>
                  </a:lnTo>
                  <a:lnTo>
                    <a:pt x="1906313" y="1567695"/>
                  </a:lnTo>
                  <a:lnTo>
                    <a:pt x="1989196" y="1566035"/>
                  </a:lnTo>
                  <a:lnTo>
                    <a:pt x="2072080" y="1563806"/>
                  </a:lnTo>
                  <a:lnTo>
                    <a:pt x="2154963" y="1560792"/>
                  </a:lnTo>
                  <a:lnTo>
                    <a:pt x="2237846" y="1556829"/>
                  </a:lnTo>
                  <a:lnTo>
                    <a:pt x="2320729" y="1552247"/>
                  </a:lnTo>
                  <a:lnTo>
                    <a:pt x="2403612" y="1549002"/>
                  </a:lnTo>
                  <a:lnTo>
                    <a:pt x="2486496" y="1545615"/>
                  </a:lnTo>
                  <a:lnTo>
                    <a:pt x="2569379" y="1540677"/>
                  </a:lnTo>
                  <a:lnTo>
                    <a:pt x="2652262" y="1533791"/>
                  </a:lnTo>
                  <a:lnTo>
                    <a:pt x="2735145" y="1527401"/>
                  </a:lnTo>
                  <a:lnTo>
                    <a:pt x="2818028" y="1520750"/>
                  </a:lnTo>
                  <a:lnTo>
                    <a:pt x="2900912" y="1512214"/>
                  </a:lnTo>
                  <a:lnTo>
                    <a:pt x="2983795" y="1501516"/>
                  </a:lnTo>
                  <a:lnTo>
                    <a:pt x="3066678" y="1490337"/>
                  </a:lnTo>
                  <a:lnTo>
                    <a:pt x="3149561" y="1478614"/>
                  </a:lnTo>
                  <a:lnTo>
                    <a:pt x="3232444" y="1464737"/>
                  </a:lnTo>
                  <a:lnTo>
                    <a:pt x="3315328" y="1448804"/>
                  </a:lnTo>
                  <a:lnTo>
                    <a:pt x="3398211" y="1431145"/>
                  </a:lnTo>
                  <a:lnTo>
                    <a:pt x="3481094" y="1411389"/>
                  </a:lnTo>
                  <a:lnTo>
                    <a:pt x="3563977" y="1389704"/>
                  </a:lnTo>
                  <a:lnTo>
                    <a:pt x="3646860" y="1367021"/>
                  </a:lnTo>
                  <a:lnTo>
                    <a:pt x="3729744" y="1344779"/>
                  </a:lnTo>
                  <a:lnTo>
                    <a:pt x="3812627" y="1322363"/>
                  </a:lnTo>
                  <a:lnTo>
                    <a:pt x="3895510" y="1298822"/>
                  </a:lnTo>
                  <a:lnTo>
                    <a:pt x="3978393" y="1273996"/>
                  </a:lnTo>
                  <a:lnTo>
                    <a:pt x="4061276" y="1247848"/>
                  </a:lnTo>
                  <a:lnTo>
                    <a:pt x="4144160" y="1220464"/>
                  </a:lnTo>
                  <a:lnTo>
                    <a:pt x="4227043" y="1192018"/>
                  </a:lnTo>
                  <a:lnTo>
                    <a:pt x="4309926" y="1162705"/>
                  </a:lnTo>
                  <a:lnTo>
                    <a:pt x="4392809" y="1131752"/>
                  </a:lnTo>
                  <a:lnTo>
                    <a:pt x="4475692" y="1098547"/>
                  </a:lnTo>
                  <a:lnTo>
                    <a:pt x="4558576" y="1063062"/>
                  </a:lnTo>
                  <a:lnTo>
                    <a:pt x="4641459" y="1025241"/>
                  </a:lnTo>
                  <a:lnTo>
                    <a:pt x="4724342" y="985005"/>
                  </a:lnTo>
                  <a:lnTo>
                    <a:pt x="4807225" y="942263"/>
                  </a:lnTo>
                  <a:lnTo>
                    <a:pt x="4890108" y="896919"/>
                  </a:lnTo>
                  <a:lnTo>
                    <a:pt x="4972992" y="848879"/>
                  </a:lnTo>
                  <a:lnTo>
                    <a:pt x="5055875" y="798063"/>
                  </a:lnTo>
                  <a:lnTo>
                    <a:pt x="5138758" y="744404"/>
                  </a:lnTo>
                  <a:lnTo>
                    <a:pt x="5221641" y="687858"/>
                  </a:lnTo>
                  <a:lnTo>
                    <a:pt x="5304524" y="628397"/>
                  </a:lnTo>
                  <a:lnTo>
                    <a:pt x="5387408" y="566011"/>
                  </a:lnTo>
                  <a:lnTo>
                    <a:pt x="5470291" y="500708"/>
                  </a:lnTo>
                  <a:lnTo>
                    <a:pt x="5553174" y="432503"/>
                  </a:lnTo>
                  <a:lnTo>
                    <a:pt x="5636057" y="361423"/>
                  </a:lnTo>
                  <a:lnTo>
                    <a:pt x="5718940" y="287497"/>
                  </a:lnTo>
                  <a:lnTo>
                    <a:pt x="5801824" y="210760"/>
                  </a:lnTo>
                  <a:lnTo>
                    <a:pt x="5884707" y="131249"/>
                  </a:lnTo>
                  <a:lnTo>
                    <a:pt x="5967590" y="48998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836236" y="4049456"/>
              <a:ext cx="5251624" cy="1329003"/>
            </a:xfrm>
            <a:custGeom>
              <a:avLst/>
              <a:pathLst>
                <a:path w="5251624" h="1329003">
                  <a:moveTo>
                    <a:pt x="5251624" y="0"/>
                  </a:moveTo>
                  <a:lnTo>
                    <a:pt x="5203819" y="27155"/>
                  </a:lnTo>
                  <a:lnTo>
                    <a:pt x="5120936" y="73584"/>
                  </a:lnTo>
                  <a:lnTo>
                    <a:pt x="5038053" y="119363"/>
                  </a:lnTo>
                  <a:lnTo>
                    <a:pt x="4955169" y="164494"/>
                  </a:lnTo>
                  <a:lnTo>
                    <a:pt x="4872286" y="208979"/>
                  </a:lnTo>
                  <a:lnTo>
                    <a:pt x="4789403" y="252818"/>
                  </a:lnTo>
                  <a:lnTo>
                    <a:pt x="4706520" y="296007"/>
                  </a:lnTo>
                  <a:lnTo>
                    <a:pt x="4623637" y="338539"/>
                  </a:lnTo>
                  <a:lnTo>
                    <a:pt x="4540753" y="380396"/>
                  </a:lnTo>
                  <a:lnTo>
                    <a:pt x="4457870" y="421549"/>
                  </a:lnTo>
                  <a:lnTo>
                    <a:pt x="4374987" y="461955"/>
                  </a:lnTo>
                  <a:lnTo>
                    <a:pt x="4292104" y="501554"/>
                  </a:lnTo>
                  <a:lnTo>
                    <a:pt x="4209221" y="540265"/>
                  </a:lnTo>
                  <a:lnTo>
                    <a:pt x="4126337" y="577989"/>
                  </a:lnTo>
                  <a:lnTo>
                    <a:pt x="4043454" y="614609"/>
                  </a:lnTo>
                  <a:lnTo>
                    <a:pt x="3960571" y="650001"/>
                  </a:lnTo>
                  <a:lnTo>
                    <a:pt x="3877688" y="684032"/>
                  </a:lnTo>
                  <a:lnTo>
                    <a:pt x="3794805" y="716578"/>
                  </a:lnTo>
                  <a:lnTo>
                    <a:pt x="3711921" y="747525"/>
                  </a:lnTo>
                  <a:lnTo>
                    <a:pt x="3629038" y="776784"/>
                  </a:lnTo>
                  <a:lnTo>
                    <a:pt x="3546155" y="804292"/>
                  </a:lnTo>
                  <a:lnTo>
                    <a:pt x="3463272" y="830338"/>
                  </a:lnTo>
                  <a:lnTo>
                    <a:pt x="3380389" y="855460"/>
                  </a:lnTo>
                  <a:lnTo>
                    <a:pt x="3297505" y="879825"/>
                  </a:lnTo>
                  <a:lnTo>
                    <a:pt x="3214622" y="903569"/>
                  </a:lnTo>
                  <a:lnTo>
                    <a:pt x="3131739" y="926741"/>
                  </a:lnTo>
                  <a:lnTo>
                    <a:pt x="3048856" y="949264"/>
                  </a:lnTo>
                  <a:lnTo>
                    <a:pt x="2965973" y="970943"/>
                  </a:lnTo>
                  <a:lnTo>
                    <a:pt x="2883089" y="991686"/>
                  </a:lnTo>
                  <a:lnTo>
                    <a:pt x="2800206" y="1011926"/>
                  </a:lnTo>
                  <a:lnTo>
                    <a:pt x="2717323" y="1031907"/>
                  </a:lnTo>
                  <a:lnTo>
                    <a:pt x="2634440" y="1051309"/>
                  </a:lnTo>
                  <a:lnTo>
                    <a:pt x="2551557" y="1069052"/>
                  </a:lnTo>
                  <a:lnTo>
                    <a:pt x="2468673" y="1083391"/>
                  </a:lnTo>
                  <a:lnTo>
                    <a:pt x="2385790" y="1095282"/>
                  </a:lnTo>
                  <a:lnTo>
                    <a:pt x="2302907" y="1106871"/>
                  </a:lnTo>
                  <a:lnTo>
                    <a:pt x="2220024" y="1118591"/>
                  </a:lnTo>
                  <a:lnTo>
                    <a:pt x="2137141" y="1128218"/>
                  </a:lnTo>
                  <a:lnTo>
                    <a:pt x="2054257" y="1135844"/>
                  </a:lnTo>
                  <a:lnTo>
                    <a:pt x="1971374" y="1143280"/>
                  </a:lnTo>
                  <a:lnTo>
                    <a:pt x="1888491" y="1150991"/>
                  </a:lnTo>
                  <a:lnTo>
                    <a:pt x="1805608" y="1157667"/>
                  </a:lnTo>
                  <a:lnTo>
                    <a:pt x="1722725" y="1162282"/>
                  </a:lnTo>
                  <a:lnTo>
                    <a:pt x="1639841" y="1166579"/>
                  </a:lnTo>
                  <a:lnTo>
                    <a:pt x="1556958" y="1171485"/>
                  </a:lnTo>
                  <a:lnTo>
                    <a:pt x="1474075" y="1177001"/>
                  </a:lnTo>
                  <a:lnTo>
                    <a:pt x="1391192" y="1181895"/>
                  </a:lnTo>
                  <a:lnTo>
                    <a:pt x="1308309" y="1186285"/>
                  </a:lnTo>
                  <a:lnTo>
                    <a:pt x="1225425" y="1190475"/>
                  </a:lnTo>
                  <a:lnTo>
                    <a:pt x="1142542" y="1194714"/>
                  </a:lnTo>
                  <a:lnTo>
                    <a:pt x="1059659" y="1199225"/>
                  </a:lnTo>
                  <a:lnTo>
                    <a:pt x="976776" y="1204232"/>
                  </a:lnTo>
                  <a:lnTo>
                    <a:pt x="893893" y="1209720"/>
                  </a:lnTo>
                  <a:lnTo>
                    <a:pt x="811009" y="1215762"/>
                  </a:lnTo>
                  <a:lnTo>
                    <a:pt x="728126" y="1222533"/>
                  </a:lnTo>
                  <a:lnTo>
                    <a:pt x="645243" y="1230196"/>
                  </a:lnTo>
                  <a:lnTo>
                    <a:pt x="562360" y="1238888"/>
                  </a:lnTo>
                  <a:lnTo>
                    <a:pt x="479477" y="1248706"/>
                  </a:lnTo>
                  <a:lnTo>
                    <a:pt x="396593" y="1259712"/>
                  </a:lnTo>
                  <a:lnTo>
                    <a:pt x="313710" y="1271928"/>
                  </a:lnTo>
                  <a:lnTo>
                    <a:pt x="230827" y="1285354"/>
                  </a:lnTo>
                  <a:lnTo>
                    <a:pt x="147944" y="1299969"/>
                  </a:lnTo>
                  <a:lnTo>
                    <a:pt x="65061" y="1315742"/>
                  </a:lnTo>
                  <a:lnTo>
                    <a:pt x="0" y="13290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72465" y="3790312"/>
              <a:ext cx="6015395" cy="1409381"/>
            </a:xfrm>
            <a:custGeom>
              <a:avLst/>
              <a:pathLst>
                <a:path w="6015395" h="1409381">
                  <a:moveTo>
                    <a:pt x="0" y="1402266"/>
                  </a:moveTo>
                  <a:lnTo>
                    <a:pt x="82883" y="1404089"/>
                  </a:lnTo>
                  <a:lnTo>
                    <a:pt x="165766" y="1405638"/>
                  </a:lnTo>
                  <a:lnTo>
                    <a:pt x="248649" y="1406916"/>
                  </a:lnTo>
                  <a:lnTo>
                    <a:pt x="331532" y="1407926"/>
                  </a:lnTo>
                  <a:lnTo>
                    <a:pt x="414416" y="1408671"/>
                  </a:lnTo>
                  <a:lnTo>
                    <a:pt x="497299" y="1409155"/>
                  </a:lnTo>
                  <a:lnTo>
                    <a:pt x="580182" y="1409381"/>
                  </a:lnTo>
                  <a:lnTo>
                    <a:pt x="663065" y="1409351"/>
                  </a:lnTo>
                  <a:lnTo>
                    <a:pt x="745948" y="1409070"/>
                  </a:lnTo>
                  <a:lnTo>
                    <a:pt x="828832" y="1408541"/>
                  </a:lnTo>
                  <a:lnTo>
                    <a:pt x="911715" y="1407766"/>
                  </a:lnTo>
                  <a:lnTo>
                    <a:pt x="994598" y="1406749"/>
                  </a:lnTo>
                  <a:lnTo>
                    <a:pt x="1077481" y="1405493"/>
                  </a:lnTo>
                  <a:lnTo>
                    <a:pt x="1160364" y="1404002"/>
                  </a:lnTo>
                  <a:lnTo>
                    <a:pt x="1243248" y="1402278"/>
                  </a:lnTo>
                  <a:lnTo>
                    <a:pt x="1326131" y="1400326"/>
                  </a:lnTo>
                  <a:lnTo>
                    <a:pt x="1409014" y="1398147"/>
                  </a:lnTo>
                  <a:lnTo>
                    <a:pt x="1491897" y="1395746"/>
                  </a:lnTo>
                  <a:lnTo>
                    <a:pt x="1574780" y="1393125"/>
                  </a:lnTo>
                  <a:lnTo>
                    <a:pt x="1657664" y="1390288"/>
                  </a:lnTo>
                  <a:lnTo>
                    <a:pt x="1740547" y="1387239"/>
                  </a:lnTo>
                  <a:lnTo>
                    <a:pt x="1823430" y="1384128"/>
                  </a:lnTo>
                  <a:lnTo>
                    <a:pt x="1906313" y="1381205"/>
                  </a:lnTo>
                  <a:lnTo>
                    <a:pt x="1989196" y="1378255"/>
                  </a:lnTo>
                  <a:lnTo>
                    <a:pt x="2072080" y="1375046"/>
                  </a:lnTo>
                  <a:lnTo>
                    <a:pt x="2154963" y="1371343"/>
                  </a:lnTo>
                  <a:lnTo>
                    <a:pt x="2237846" y="1366915"/>
                  </a:lnTo>
                  <a:lnTo>
                    <a:pt x="2320729" y="1361866"/>
                  </a:lnTo>
                  <a:lnTo>
                    <a:pt x="2403612" y="1357791"/>
                  </a:lnTo>
                  <a:lnTo>
                    <a:pt x="2486496" y="1353948"/>
                  </a:lnTo>
                  <a:lnTo>
                    <a:pt x="2569379" y="1349172"/>
                  </a:lnTo>
                  <a:lnTo>
                    <a:pt x="2652262" y="1342391"/>
                  </a:lnTo>
                  <a:lnTo>
                    <a:pt x="2735145" y="1335340"/>
                  </a:lnTo>
                  <a:lnTo>
                    <a:pt x="2818028" y="1328297"/>
                  </a:lnTo>
                  <a:lnTo>
                    <a:pt x="2900912" y="1320216"/>
                  </a:lnTo>
                  <a:lnTo>
                    <a:pt x="2983795" y="1310053"/>
                  </a:lnTo>
                  <a:lnTo>
                    <a:pt x="3066678" y="1298604"/>
                  </a:lnTo>
                  <a:lnTo>
                    <a:pt x="3149561" y="1286948"/>
                  </a:lnTo>
                  <a:lnTo>
                    <a:pt x="3232444" y="1274064"/>
                  </a:lnTo>
                  <a:lnTo>
                    <a:pt x="3315328" y="1258928"/>
                  </a:lnTo>
                  <a:lnTo>
                    <a:pt x="3398211" y="1241227"/>
                  </a:lnTo>
                  <a:lnTo>
                    <a:pt x="3481094" y="1221648"/>
                  </a:lnTo>
                  <a:lnTo>
                    <a:pt x="3563977" y="1200815"/>
                  </a:lnTo>
                  <a:lnTo>
                    <a:pt x="3646860" y="1179354"/>
                  </a:lnTo>
                  <a:lnTo>
                    <a:pt x="3729744" y="1157861"/>
                  </a:lnTo>
                  <a:lnTo>
                    <a:pt x="3812627" y="1135814"/>
                  </a:lnTo>
                  <a:lnTo>
                    <a:pt x="3895510" y="1112781"/>
                  </a:lnTo>
                  <a:lnTo>
                    <a:pt x="3978393" y="1088782"/>
                  </a:lnTo>
                  <a:lnTo>
                    <a:pt x="4061276" y="1063836"/>
                  </a:lnTo>
                  <a:lnTo>
                    <a:pt x="4144160" y="1037962"/>
                  </a:lnTo>
                  <a:lnTo>
                    <a:pt x="4227043" y="1011178"/>
                  </a:lnTo>
                  <a:lnTo>
                    <a:pt x="4309926" y="983499"/>
                  </a:lnTo>
                  <a:lnTo>
                    <a:pt x="4392809" y="954268"/>
                  </a:lnTo>
                  <a:lnTo>
                    <a:pt x="4475692" y="923036"/>
                  </a:lnTo>
                  <a:lnTo>
                    <a:pt x="4558576" y="889820"/>
                  </a:lnTo>
                  <a:lnTo>
                    <a:pt x="4641459" y="854637"/>
                  </a:lnTo>
                  <a:lnTo>
                    <a:pt x="4724342" y="817503"/>
                  </a:lnTo>
                  <a:lnTo>
                    <a:pt x="4807225" y="778436"/>
                  </a:lnTo>
                  <a:lnTo>
                    <a:pt x="4890108" y="737454"/>
                  </a:lnTo>
                  <a:lnTo>
                    <a:pt x="4972992" y="694572"/>
                  </a:lnTo>
                  <a:lnTo>
                    <a:pt x="5055875" y="649808"/>
                  </a:lnTo>
                  <a:lnTo>
                    <a:pt x="5138758" y="603180"/>
                  </a:lnTo>
                  <a:lnTo>
                    <a:pt x="5221641" y="554703"/>
                  </a:lnTo>
                  <a:lnTo>
                    <a:pt x="5304524" y="504396"/>
                  </a:lnTo>
                  <a:lnTo>
                    <a:pt x="5387408" y="452275"/>
                  </a:lnTo>
                  <a:lnTo>
                    <a:pt x="5470291" y="398358"/>
                  </a:lnTo>
                  <a:lnTo>
                    <a:pt x="5553174" y="342660"/>
                  </a:lnTo>
                  <a:lnTo>
                    <a:pt x="5636057" y="285201"/>
                  </a:lnTo>
                  <a:lnTo>
                    <a:pt x="5718940" y="225995"/>
                  </a:lnTo>
                  <a:lnTo>
                    <a:pt x="5801824" y="165061"/>
                  </a:lnTo>
                  <a:lnTo>
                    <a:pt x="5884707" y="102416"/>
                  </a:lnTo>
                  <a:lnTo>
                    <a:pt x="5967590" y="38077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072465" y="3927594"/>
              <a:ext cx="6015395" cy="1450865"/>
            </a:xfrm>
            <a:custGeom>
              <a:avLst/>
              <a:pathLst>
                <a:path w="6015395" h="1450865">
                  <a:moveTo>
                    <a:pt x="0" y="911769"/>
                  </a:moveTo>
                  <a:lnTo>
                    <a:pt x="82883" y="938456"/>
                  </a:lnTo>
                  <a:lnTo>
                    <a:pt x="165766" y="963881"/>
                  </a:lnTo>
                  <a:lnTo>
                    <a:pt x="248649" y="988030"/>
                  </a:lnTo>
                  <a:lnTo>
                    <a:pt x="331532" y="1010890"/>
                  </a:lnTo>
                  <a:lnTo>
                    <a:pt x="414416" y="1032442"/>
                  </a:lnTo>
                  <a:lnTo>
                    <a:pt x="497299" y="1052669"/>
                  </a:lnTo>
                  <a:lnTo>
                    <a:pt x="580182" y="1071549"/>
                  </a:lnTo>
                  <a:lnTo>
                    <a:pt x="663065" y="1089058"/>
                  </a:lnTo>
                  <a:lnTo>
                    <a:pt x="745948" y="1105171"/>
                  </a:lnTo>
                  <a:lnTo>
                    <a:pt x="828832" y="1119861"/>
                  </a:lnTo>
                  <a:lnTo>
                    <a:pt x="911715" y="1133100"/>
                  </a:lnTo>
                  <a:lnTo>
                    <a:pt x="994598" y="1144861"/>
                  </a:lnTo>
                  <a:lnTo>
                    <a:pt x="1077481" y="1155123"/>
                  </a:lnTo>
                  <a:lnTo>
                    <a:pt x="1160364" y="1163872"/>
                  </a:lnTo>
                  <a:lnTo>
                    <a:pt x="1243248" y="1171115"/>
                  </a:lnTo>
                  <a:lnTo>
                    <a:pt x="1326131" y="1176878"/>
                  </a:lnTo>
                  <a:lnTo>
                    <a:pt x="1409014" y="1181221"/>
                  </a:lnTo>
                  <a:lnTo>
                    <a:pt x="1491897" y="1184240"/>
                  </a:lnTo>
                  <a:lnTo>
                    <a:pt x="1574780" y="1186062"/>
                  </a:lnTo>
                  <a:lnTo>
                    <a:pt x="1657664" y="1186841"/>
                  </a:lnTo>
                  <a:lnTo>
                    <a:pt x="1740547" y="1186738"/>
                  </a:lnTo>
                  <a:lnTo>
                    <a:pt x="1823430" y="1186080"/>
                  </a:lnTo>
                  <a:lnTo>
                    <a:pt x="1906313" y="1185277"/>
                  </a:lnTo>
                  <a:lnTo>
                    <a:pt x="1989196" y="1184154"/>
                  </a:lnTo>
                  <a:lnTo>
                    <a:pt x="2072080" y="1182499"/>
                  </a:lnTo>
                  <a:lnTo>
                    <a:pt x="2154963" y="1180126"/>
                  </a:lnTo>
                  <a:lnTo>
                    <a:pt x="2237846" y="1176895"/>
                  </a:lnTo>
                  <a:lnTo>
                    <a:pt x="2320729" y="1173093"/>
                  </a:lnTo>
                  <a:lnTo>
                    <a:pt x="2403612" y="1170383"/>
                  </a:lnTo>
                  <a:lnTo>
                    <a:pt x="2486496" y="1167482"/>
                  </a:lnTo>
                  <a:lnTo>
                    <a:pt x="2569379" y="1163193"/>
                  </a:lnTo>
                  <a:lnTo>
                    <a:pt x="2652262" y="1157209"/>
                  </a:lnTo>
                  <a:lnTo>
                    <a:pt x="2735145" y="1151290"/>
                  </a:lnTo>
                  <a:lnTo>
                    <a:pt x="2818028" y="1144832"/>
                  </a:lnTo>
                  <a:lnTo>
                    <a:pt x="2900912" y="1136752"/>
                  </a:lnTo>
                  <a:lnTo>
                    <a:pt x="2983795" y="1127172"/>
                  </a:lnTo>
                  <a:lnTo>
                    <a:pt x="3066678" y="1116490"/>
                  </a:lnTo>
                  <a:lnTo>
                    <a:pt x="3149561" y="1104106"/>
                  </a:lnTo>
                  <a:lnTo>
                    <a:pt x="3232444" y="1090166"/>
                  </a:lnTo>
                  <a:lnTo>
                    <a:pt x="3315328" y="1076338"/>
                  </a:lnTo>
                  <a:lnTo>
                    <a:pt x="3398211" y="1061902"/>
                  </a:lnTo>
                  <a:lnTo>
                    <a:pt x="3481094" y="1045493"/>
                  </a:lnTo>
                  <a:lnTo>
                    <a:pt x="3563977" y="1027934"/>
                  </a:lnTo>
                  <a:lnTo>
                    <a:pt x="3646860" y="1010733"/>
                  </a:lnTo>
                  <a:lnTo>
                    <a:pt x="3729744" y="995825"/>
                  </a:lnTo>
                  <a:lnTo>
                    <a:pt x="3812627" y="982056"/>
                  </a:lnTo>
                  <a:lnTo>
                    <a:pt x="3895510" y="967965"/>
                  </a:lnTo>
                  <a:lnTo>
                    <a:pt x="3978393" y="953265"/>
                  </a:lnTo>
                  <a:lnTo>
                    <a:pt x="4061276" y="937778"/>
                  </a:lnTo>
                  <a:lnTo>
                    <a:pt x="4144160" y="921435"/>
                  </a:lnTo>
                  <a:lnTo>
                    <a:pt x="4227043" y="904248"/>
                  </a:lnTo>
                  <a:lnTo>
                    <a:pt x="4309926" y="886248"/>
                  </a:lnTo>
                  <a:lnTo>
                    <a:pt x="4392809" y="866662"/>
                  </a:lnTo>
                  <a:lnTo>
                    <a:pt x="4475692" y="844951"/>
                  </a:lnTo>
                  <a:lnTo>
                    <a:pt x="4558576" y="821098"/>
                  </a:lnTo>
                  <a:lnTo>
                    <a:pt x="4641459" y="795061"/>
                  </a:lnTo>
                  <a:lnTo>
                    <a:pt x="4724342" y="766775"/>
                  </a:lnTo>
                  <a:lnTo>
                    <a:pt x="4807225" y="736168"/>
                  </a:lnTo>
                  <a:lnTo>
                    <a:pt x="4890108" y="703160"/>
                  </a:lnTo>
                  <a:lnTo>
                    <a:pt x="4972992" y="667675"/>
                  </a:lnTo>
                  <a:lnTo>
                    <a:pt x="5055875" y="629649"/>
                  </a:lnTo>
                  <a:lnTo>
                    <a:pt x="5138758" y="589029"/>
                  </a:lnTo>
                  <a:lnTo>
                    <a:pt x="5221641" y="545782"/>
                  </a:lnTo>
                  <a:lnTo>
                    <a:pt x="5304524" y="499893"/>
                  </a:lnTo>
                  <a:lnTo>
                    <a:pt x="5387408" y="451359"/>
                  </a:lnTo>
                  <a:lnTo>
                    <a:pt x="5470291" y="400194"/>
                  </a:lnTo>
                  <a:lnTo>
                    <a:pt x="5553174" y="346420"/>
                  </a:lnTo>
                  <a:lnTo>
                    <a:pt x="5636057" y="290067"/>
                  </a:lnTo>
                  <a:lnTo>
                    <a:pt x="5718940" y="231172"/>
                  </a:lnTo>
                  <a:lnTo>
                    <a:pt x="5801824" y="169770"/>
                  </a:lnTo>
                  <a:lnTo>
                    <a:pt x="5884707" y="105904"/>
                  </a:lnTo>
                  <a:lnTo>
                    <a:pt x="5967590" y="39612"/>
                  </a:lnTo>
                  <a:lnTo>
                    <a:pt x="6015395" y="0"/>
                  </a:lnTo>
                  <a:lnTo>
                    <a:pt x="6015395" y="464347"/>
                  </a:lnTo>
                  <a:lnTo>
                    <a:pt x="5967590" y="484389"/>
                  </a:lnTo>
                  <a:lnTo>
                    <a:pt x="5884707" y="518588"/>
                  </a:lnTo>
                  <a:lnTo>
                    <a:pt x="5801824" y="552232"/>
                  </a:lnTo>
                  <a:lnTo>
                    <a:pt x="5718940" y="585317"/>
                  </a:lnTo>
                  <a:lnTo>
                    <a:pt x="5636057" y="617836"/>
                  </a:lnTo>
                  <a:lnTo>
                    <a:pt x="5553174" y="649782"/>
                  </a:lnTo>
                  <a:lnTo>
                    <a:pt x="5470291" y="681145"/>
                  </a:lnTo>
                  <a:lnTo>
                    <a:pt x="5387408" y="711908"/>
                  </a:lnTo>
                  <a:lnTo>
                    <a:pt x="5304524" y="742050"/>
                  </a:lnTo>
                  <a:lnTo>
                    <a:pt x="5221641" y="771537"/>
                  </a:lnTo>
                  <a:lnTo>
                    <a:pt x="5138758" y="800323"/>
                  </a:lnTo>
                  <a:lnTo>
                    <a:pt x="5055875" y="828347"/>
                  </a:lnTo>
                  <a:lnTo>
                    <a:pt x="4972992" y="855528"/>
                  </a:lnTo>
                  <a:lnTo>
                    <a:pt x="4890108" y="881770"/>
                  </a:lnTo>
                  <a:lnTo>
                    <a:pt x="4807225" y="906962"/>
                  </a:lnTo>
                  <a:lnTo>
                    <a:pt x="4724342" y="930984"/>
                  </a:lnTo>
                  <a:lnTo>
                    <a:pt x="4641459" y="953710"/>
                  </a:lnTo>
                  <a:lnTo>
                    <a:pt x="4558576" y="975021"/>
                  </a:lnTo>
                  <a:lnTo>
                    <a:pt x="4475692" y="994809"/>
                  </a:lnTo>
                  <a:lnTo>
                    <a:pt x="4392809" y="1012984"/>
                  </a:lnTo>
                  <a:lnTo>
                    <a:pt x="4309926" y="1029484"/>
                  </a:lnTo>
                  <a:lnTo>
                    <a:pt x="4227043" y="1044558"/>
                  </a:lnTo>
                  <a:lnTo>
                    <a:pt x="4144160" y="1058766"/>
                  </a:lnTo>
                  <a:lnTo>
                    <a:pt x="4061276" y="1072404"/>
                  </a:lnTo>
                  <a:lnTo>
                    <a:pt x="3978393" y="1085738"/>
                  </a:lnTo>
                  <a:lnTo>
                    <a:pt x="3895510" y="1098956"/>
                  </a:lnTo>
                  <a:lnTo>
                    <a:pt x="3812627" y="1112135"/>
                  </a:lnTo>
                  <a:lnTo>
                    <a:pt x="3729744" y="1125242"/>
                  </a:lnTo>
                  <a:lnTo>
                    <a:pt x="3646860" y="1138809"/>
                  </a:lnTo>
                  <a:lnTo>
                    <a:pt x="3563977" y="1153821"/>
                  </a:lnTo>
                  <a:lnTo>
                    <a:pt x="3481094" y="1169852"/>
                  </a:lnTo>
                  <a:lnTo>
                    <a:pt x="3398211" y="1185945"/>
                  </a:lnTo>
                  <a:lnTo>
                    <a:pt x="3315328" y="1200456"/>
                  </a:lnTo>
                  <a:lnTo>
                    <a:pt x="3232444" y="1212856"/>
                  </a:lnTo>
                  <a:lnTo>
                    <a:pt x="3149561" y="1225017"/>
                  </a:lnTo>
                  <a:lnTo>
                    <a:pt x="3066678" y="1237280"/>
                  </a:lnTo>
                  <a:lnTo>
                    <a:pt x="2983795" y="1248447"/>
                  </a:lnTo>
                  <a:lnTo>
                    <a:pt x="2900912" y="1257068"/>
                  </a:lnTo>
                  <a:lnTo>
                    <a:pt x="2818028" y="1264333"/>
                  </a:lnTo>
                  <a:lnTo>
                    <a:pt x="2735145" y="1271494"/>
                  </a:lnTo>
                  <a:lnTo>
                    <a:pt x="2652262" y="1278597"/>
                  </a:lnTo>
                  <a:lnTo>
                    <a:pt x="2569379" y="1284393"/>
                  </a:lnTo>
                  <a:lnTo>
                    <a:pt x="2486496" y="1288391"/>
                  </a:lnTo>
                  <a:lnTo>
                    <a:pt x="2403612" y="1292108"/>
                  </a:lnTo>
                  <a:lnTo>
                    <a:pt x="2320729" y="1296307"/>
                  </a:lnTo>
                  <a:lnTo>
                    <a:pt x="2237846" y="1300946"/>
                  </a:lnTo>
                  <a:lnTo>
                    <a:pt x="2154963" y="1305010"/>
                  </a:lnTo>
                  <a:lnTo>
                    <a:pt x="2072080" y="1308616"/>
                  </a:lnTo>
                  <a:lnTo>
                    <a:pt x="1989196" y="1312028"/>
                  </a:lnTo>
                  <a:lnTo>
                    <a:pt x="1906313" y="1315462"/>
                  </a:lnTo>
                  <a:lnTo>
                    <a:pt x="1823430" y="1319109"/>
                  </a:lnTo>
                  <a:lnTo>
                    <a:pt x="1740547" y="1323164"/>
                  </a:lnTo>
                  <a:lnTo>
                    <a:pt x="1657664" y="1327637"/>
                  </a:lnTo>
                  <a:lnTo>
                    <a:pt x="1574780" y="1332602"/>
                  </a:lnTo>
                  <a:lnTo>
                    <a:pt x="1491897" y="1338217"/>
                  </a:lnTo>
                  <a:lnTo>
                    <a:pt x="1409014" y="1344627"/>
                  </a:lnTo>
                  <a:lnTo>
                    <a:pt x="1326131" y="1351953"/>
                  </a:lnTo>
                  <a:lnTo>
                    <a:pt x="1243248" y="1360284"/>
                  </a:lnTo>
                  <a:lnTo>
                    <a:pt x="1160364" y="1369673"/>
                  </a:lnTo>
                  <a:lnTo>
                    <a:pt x="1077481" y="1380142"/>
                  </a:lnTo>
                  <a:lnTo>
                    <a:pt x="994598" y="1391688"/>
                  </a:lnTo>
                  <a:lnTo>
                    <a:pt x="911715" y="1404293"/>
                  </a:lnTo>
                  <a:lnTo>
                    <a:pt x="828832" y="1417928"/>
                  </a:lnTo>
                  <a:lnTo>
                    <a:pt x="745948" y="1432560"/>
                  </a:lnTo>
                  <a:lnTo>
                    <a:pt x="663065" y="1448154"/>
                  </a:lnTo>
                  <a:lnTo>
                    <a:pt x="649464" y="145086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072465" y="3927594"/>
              <a:ext cx="6015395" cy="1186841"/>
            </a:xfrm>
            <a:custGeom>
              <a:avLst/>
              <a:pathLst>
                <a:path w="6015395" h="1186841">
                  <a:moveTo>
                    <a:pt x="0" y="911769"/>
                  </a:moveTo>
                  <a:lnTo>
                    <a:pt x="82883" y="938456"/>
                  </a:lnTo>
                  <a:lnTo>
                    <a:pt x="165766" y="963881"/>
                  </a:lnTo>
                  <a:lnTo>
                    <a:pt x="248649" y="988030"/>
                  </a:lnTo>
                  <a:lnTo>
                    <a:pt x="331532" y="1010890"/>
                  </a:lnTo>
                  <a:lnTo>
                    <a:pt x="414416" y="1032442"/>
                  </a:lnTo>
                  <a:lnTo>
                    <a:pt x="497299" y="1052669"/>
                  </a:lnTo>
                  <a:lnTo>
                    <a:pt x="580182" y="1071549"/>
                  </a:lnTo>
                  <a:lnTo>
                    <a:pt x="663065" y="1089058"/>
                  </a:lnTo>
                  <a:lnTo>
                    <a:pt x="745948" y="1105171"/>
                  </a:lnTo>
                  <a:lnTo>
                    <a:pt x="828832" y="1119861"/>
                  </a:lnTo>
                  <a:lnTo>
                    <a:pt x="911715" y="1133100"/>
                  </a:lnTo>
                  <a:lnTo>
                    <a:pt x="994598" y="1144861"/>
                  </a:lnTo>
                  <a:lnTo>
                    <a:pt x="1077481" y="1155123"/>
                  </a:lnTo>
                  <a:lnTo>
                    <a:pt x="1160364" y="1163872"/>
                  </a:lnTo>
                  <a:lnTo>
                    <a:pt x="1243248" y="1171115"/>
                  </a:lnTo>
                  <a:lnTo>
                    <a:pt x="1326131" y="1176878"/>
                  </a:lnTo>
                  <a:lnTo>
                    <a:pt x="1409014" y="1181221"/>
                  </a:lnTo>
                  <a:lnTo>
                    <a:pt x="1491897" y="1184240"/>
                  </a:lnTo>
                  <a:lnTo>
                    <a:pt x="1574780" y="1186062"/>
                  </a:lnTo>
                  <a:lnTo>
                    <a:pt x="1657664" y="1186841"/>
                  </a:lnTo>
                  <a:lnTo>
                    <a:pt x="1740547" y="1186738"/>
                  </a:lnTo>
                  <a:lnTo>
                    <a:pt x="1823430" y="1186080"/>
                  </a:lnTo>
                  <a:lnTo>
                    <a:pt x="1906313" y="1185277"/>
                  </a:lnTo>
                  <a:lnTo>
                    <a:pt x="1989196" y="1184154"/>
                  </a:lnTo>
                  <a:lnTo>
                    <a:pt x="2072080" y="1182499"/>
                  </a:lnTo>
                  <a:lnTo>
                    <a:pt x="2154963" y="1180126"/>
                  </a:lnTo>
                  <a:lnTo>
                    <a:pt x="2237846" y="1176895"/>
                  </a:lnTo>
                  <a:lnTo>
                    <a:pt x="2320729" y="1173093"/>
                  </a:lnTo>
                  <a:lnTo>
                    <a:pt x="2403612" y="1170383"/>
                  </a:lnTo>
                  <a:lnTo>
                    <a:pt x="2486496" y="1167482"/>
                  </a:lnTo>
                  <a:lnTo>
                    <a:pt x="2569379" y="1163193"/>
                  </a:lnTo>
                  <a:lnTo>
                    <a:pt x="2652262" y="1157209"/>
                  </a:lnTo>
                  <a:lnTo>
                    <a:pt x="2735145" y="1151290"/>
                  </a:lnTo>
                  <a:lnTo>
                    <a:pt x="2818028" y="1144832"/>
                  </a:lnTo>
                  <a:lnTo>
                    <a:pt x="2900912" y="1136752"/>
                  </a:lnTo>
                  <a:lnTo>
                    <a:pt x="2983795" y="1127172"/>
                  </a:lnTo>
                  <a:lnTo>
                    <a:pt x="3066678" y="1116490"/>
                  </a:lnTo>
                  <a:lnTo>
                    <a:pt x="3149561" y="1104106"/>
                  </a:lnTo>
                  <a:lnTo>
                    <a:pt x="3232444" y="1090166"/>
                  </a:lnTo>
                  <a:lnTo>
                    <a:pt x="3315328" y="1076338"/>
                  </a:lnTo>
                  <a:lnTo>
                    <a:pt x="3398211" y="1061902"/>
                  </a:lnTo>
                  <a:lnTo>
                    <a:pt x="3481094" y="1045493"/>
                  </a:lnTo>
                  <a:lnTo>
                    <a:pt x="3563977" y="1027934"/>
                  </a:lnTo>
                  <a:lnTo>
                    <a:pt x="3646860" y="1010733"/>
                  </a:lnTo>
                  <a:lnTo>
                    <a:pt x="3729744" y="995825"/>
                  </a:lnTo>
                  <a:lnTo>
                    <a:pt x="3812627" y="982056"/>
                  </a:lnTo>
                  <a:lnTo>
                    <a:pt x="3895510" y="967965"/>
                  </a:lnTo>
                  <a:lnTo>
                    <a:pt x="3978393" y="953265"/>
                  </a:lnTo>
                  <a:lnTo>
                    <a:pt x="4061276" y="937778"/>
                  </a:lnTo>
                  <a:lnTo>
                    <a:pt x="4144160" y="921435"/>
                  </a:lnTo>
                  <a:lnTo>
                    <a:pt x="4227043" y="904248"/>
                  </a:lnTo>
                  <a:lnTo>
                    <a:pt x="4309926" y="886248"/>
                  </a:lnTo>
                  <a:lnTo>
                    <a:pt x="4392809" y="866662"/>
                  </a:lnTo>
                  <a:lnTo>
                    <a:pt x="4475692" y="844951"/>
                  </a:lnTo>
                  <a:lnTo>
                    <a:pt x="4558576" y="821098"/>
                  </a:lnTo>
                  <a:lnTo>
                    <a:pt x="4641459" y="795061"/>
                  </a:lnTo>
                  <a:lnTo>
                    <a:pt x="4724342" y="766775"/>
                  </a:lnTo>
                  <a:lnTo>
                    <a:pt x="4807225" y="736168"/>
                  </a:lnTo>
                  <a:lnTo>
                    <a:pt x="4890108" y="703160"/>
                  </a:lnTo>
                  <a:lnTo>
                    <a:pt x="4972992" y="667675"/>
                  </a:lnTo>
                  <a:lnTo>
                    <a:pt x="5055875" y="629649"/>
                  </a:lnTo>
                  <a:lnTo>
                    <a:pt x="5138758" y="589029"/>
                  </a:lnTo>
                  <a:lnTo>
                    <a:pt x="5221641" y="545782"/>
                  </a:lnTo>
                  <a:lnTo>
                    <a:pt x="5304524" y="499893"/>
                  </a:lnTo>
                  <a:lnTo>
                    <a:pt x="5387408" y="451359"/>
                  </a:lnTo>
                  <a:lnTo>
                    <a:pt x="5470291" y="400194"/>
                  </a:lnTo>
                  <a:lnTo>
                    <a:pt x="5553174" y="346420"/>
                  </a:lnTo>
                  <a:lnTo>
                    <a:pt x="5636057" y="290067"/>
                  </a:lnTo>
                  <a:lnTo>
                    <a:pt x="5718940" y="231172"/>
                  </a:lnTo>
                  <a:lnTo>
                    <a:pt x="5801824" y="169770"/>
                  </a:lnTo>
                  <a:lnTo>
                    <a:pt x="5884707" y="105904"/>
                  </a:lnTo>
                  <a:lnTo>
                    <a:pt x="5967590" y="39612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721930" y="4391941"/>
              <a:ext cx="5365930" cy="986518"/>
            </a:xfrm>
            <a:custGeom>
              <a:avLst/>
              <a:pathLst>
                <a:path w="5365930" h="986518">
                  <a:moveTo>
                    <a:pt x="5365930" y="0"/>
                  </a:moveTo>
                  <a:lnTo>
                    <a:pt x="5318125" y="20041"/>
                  </a:lnTo>
                  <a:lnTo>
                    <a:pt x="5235242" y="54240"/>
                  </a:lnTo>
                  <a:lnTo>
                    <a:pt x="5152359" y="87885"/>
                  </a:lnTo>
                  <a:lnTo>
                    <a:pt x="5069476" y="120970"/>
                  </a:lnTo>
                  <a:lnTo>
                    <a:pt x="4986592" y="153489"/>
                  </a:lnTo>
                  <a:lnTo>
                    <a:pt x="4903709" y="185435"/>
                  </a:lnTo>
                  <a:lnTo>
                    <a:pt x="4820826" y="216797"/>
                  </a:lnTo>
                  <a:lnTo>
                    <a:pt x="4737943" y="247561"/>
                  </a:lnTo>
                  <a:lnTo>
                    <a:pt x="4655060" y="277703"/>
                  </a:lnTo>
                  <a:lnTo>
                    <a:pt x="4572176" y="307190"/>
                  </a:lnTo>
                  <a:lnTo>
                    <a:pt x="4489293" y="335976"/>
                  </a:lnTo>
                  <a:lnTo>
                    <a:pt x="4406410" y="363999"/>
                  </a:lnTo>
                  <a:lnTo>
                    <a:pt x="4323527" y="391180"/>
                  </a:lnTo>
                  <a:lnTo>
                    <a:pt x="4240643" y="417423"/>
                  </a:lnTo>
                  <a:lnTo>
                    <a:pt x="4157760" y="442615"/>
                  </a:lnTo>
                  <a:lnTo>
                    <a:pt x="4074877" y="466637"/>
                  </a:lnTo>
                  <a:lnTo>
                    <a:pt x="3991994" y="489363"/>
                  </a:lnTo>
                  <a:lnTo>
                    <a:pt x="3909111" y="510674"/>
                  </a:lnTo>
                  <a:lnTo>
                    <a:pt x="3826227" y="530462"/>
                  </a:lnTo>
                  <a:lnTo>
                    <a:pt x="3743344" y="548637"/>
                  </a:lnTo>
                  <a:lnTo>
                    <a:pt x="3660461" y="565137"/>
                  </a:lnTo>
                  <a:lnTo>
                    <a:pt x="3577578" y="580210"/>
                  </a:lnTo>
                  <a:lnTo>
                    <a:pt x="3494695" y="594419"/>
                  </a:lnTo>
                  <a:lnTo>
                    <a:pt x="3411811" y="608057"/>
                  </a:lnTo>
                  <a:lnTo>
                    <a:pt x="3328928" y="621391"/>
                  </a:lnTo>
                  <a:lnTo>
                    <a:pt x="3246045" y="634609"/>
                  </a:lnTo>
                  <a:lnTo>
                    <a:pt x="3163162" y="647788"/>
                  </a:lnTo>
                  <a:lnTo>
                    <a:pt x="3080279" y="660895"/>
                  </a:lnTo>
                  <a:lnTo>
                    <a:pt x="2997395" y="674462"/>
                  </a:lnTo>
                  <a:lnTo>
                    <a:pt x="2914512" y="689474"/>
                  </a:lnTo>
                  <a:lnTo>
                    <a:pt x="2831629" y="705505"/>
                  </a:lnTo>
                  <a:lnTo>
                    <a:pt x="2748746" y="721597"/>
                  </a:lnTo>
                  <a:lnTo>
                    <a:pt x="2665863" y="736109"/>
                  </a:lnTo>
                  <a:lnTo>
                    <a:pt x="2582979" y="748508"/>
                  </a:lnTo>
                  <a:lnTo>
                    <a:pt x="2500096" y="760669"/>
                  </a:lnTo>
                  <a:lnTo>
                    <a:pt x="2417213" y="772933"/>
                  </a:lnTo>
                  <a:lnTo>
                    <a:pt x="2334330" y="784100"/>
                  </a:lnTo>
                  <a:lnTo>
                    <a:pt x="2251447" y="792721"/>
                  </a:lnTo>
                  <a:lnTo>
                    <a:pt x="2168563" y="799986"/>
                  </a:lnTo>
                  <a:lnTo>
                    <a:pt x="2085680" y="807147"/>
                  </a:lnTo>
                  <a:lnTo>
                    <a:pt x="2002797" y="814250"/>
                  </a:lnTo>
                  <a:lnTo>
                    <a:pt x="1919914" y="820046"/>
                  </a:lnTo>
                  <a:lnTo>
                    <a:pt x="1837031" y="824044"/>
                  </a:lnTo>
                  <a:lnTo>
                    <a:pt x="1754147" y="827761"/>
                  </a:lnTo>
                  <a:lnTo>
                    <a:pt x="1671264" y="831959"/>
                  </a:lnTo>
                  <a:lnTo>
                    <a:pt x="1588381" y="836599"/>
                  </a:lnTo>
                  <a:lnTo>
                    <a:pt x="1505498" y="840663"/>
                  </a:lnTo>
                  <a:lnTo>
                    <a:pt x="1422615" y="844269"/>
                  </a:lnTo>
                  <a:lnTo>
                    <a:pt x="1339731" y="847681"/>
                  </a:lnTo>
                  <a:lnTo>
                    <a:pt x="1256848" y="851115"/>
                  </a:lnTo>
                  <a:lnTo>
                    <a:pt x="1173965" y="854762"/>
                  </a:lnTo>
                  <a:lnTo>
                    <a:pt x="1091082" y="858817"/>
                  </a:lnTo>
                  <a:lnTo>
                    <a:pt x="1008199" y="863289"/>
                  </a:lnTo>
                  <a:lnTo>
                    <a:pt x="925315" y="868255"/>
                  </a:lnTo>
                  <a:lnTo>
                    <a:pt x="842432" y="873870"/>
                  </a:lnTo>
                  <a:lnTo>
                    <a:pt x="759549" y="880279"/>
                  </a:lnTo>
                  <a:lnTo>
                    <a:pt x="676666" y="887606"/>
                  </a:lnTo>
                  <a:lnTo>
                    <a:pt x="593783" y="895937"/>
                  </a:lnTo>
                  <a:lnTo>
                    <a:pt x="510899" y="905326"/>
                  </a:lnTo>
                  <a:lnTo>
                    <a:pt x="428016" y="915795"/>
                  </a:lnTo>
                  <a:lnTo>
                    <a:pt x="345133" y="927341"/>
                  </a:lnTo>
                  <a:lnTo>
                    <a:pt x="262250" y="939946"/>
                  </a:lnTo>
                  <a:lnTo>
                    <a:pt x="179367" y="953580"/>
                  </a:lnTo>
                  <a:lnTo>
                    <a:pt x="96483" y="968212"/>
                  </a:lnTo>
                  <a:lnTo>
                    <a:pt x="13600" y="983807"/>
                  </a:lnTo>
                  <a:lnTo>
                    <a:pt x="0" y="9865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72465" y="4159767"/>
              <a:ext cx="6015395" cy="1036721"/>
            </a:xfrm>
            <a:custGeom>
              <a:avLst/>
              <a:pathLst>
                <a:path w="6015395" h="1036721">
                  <a:moveTo>
                    <a:pt x="0" y="1025669"/>
                  </a:moveTo>
                  <a:lnTo>
                    <a:pt x="82883" y="1027889"/>
                  </a:lnTo>
                  <a:lnTo>
                    <a:pt x="165766" y="1029854"/>
                  </a:lnTo>
                  <a:lnTo>
                    <a:pt x="248649" y="1031564"/>
                  </a:lnTo>
                  <a:lnTo>
                    <a:pt x="331532" y="1033025"/>
                  </a:lnTo>
                  <a:lnTo>
                    <a:pt x="414416" y="1034239"/>
                  </a:lnTo>
                  <a:lnTo>
                    <a:pt x="497299" y="1035209"/>
                  </a:lnTo>
                  <a:lnTo>
                    <a:pt x="580182" y="1035939"/>
                  </a:lnTo>
                  <a:lnTo>
                    <a:pt x="663065" y="1036432"/>
                  </a:lnTo>
                  <a:lnTo>
                    <a:pt x="745948" y="1036692"/>
                  </a:lnTo>
                  <a:lnTo>
                    <a:pt x="828832" y="1036721"/>
                  </a:lnTo>
                  <a:lnTo>
                    <a:pt x="911715" y="1036523"/>
                  </a:lnTo>
                  <a:lnTo>
                    <a:pt x="994598" y="1036101"/>
                  </a:lnTo>
                  <a:lnTo>
                    <a:pt x="1077481" y="1035459"/>
                  </a:lnTo>
                  <a:lnTo>
                    <a:pt x="1160364" y="1034599"/>
                  </a:lnTo>
                  <a:lnTo>
                    <a:pt x="1243248" y="1033526"/>
                  </a:lnTo>
                  <a:lnTo>
                    <a:pt x="1326131" y="1032242"/>
                  </a:lnTo>
                  <a:lnTo>
                    <a:pt x="1409014" y="1030750"/>
                  </a:lnTo>
                  <a:lnTo>
                    <a:pt x="1491897" y="1029055"/>
                  </a:lnTo>
                  <a:lnTo>
                    <a:pt x="1574780" y="1027159"/>
                  </a:lnTo>
                  <a:lnTo>
                    <a:pt x="1657664" y="1025065"/>
                  </a:lnTo>
                  <a:lnTo>
                    <a:pt x="1740547" y="1022777"/>
                  </a:lnTo>
                  <a:lnTo>
                    <a:pt x="1823430" y="1020421"/>
                  </a:lnTo>
                  <a:lnTo>
                    <a:pt x="1906313" y="1018196"/>
                  </a:lnTo>
                  <a:lnTo>
                    <a:pt x="1989196" y="1015918"/>
                  </a:lnTo>
                  <a:lnTo>
                    <a:pt x="2072080" y="1013384"/>
                  </a:lnTo>
                  <a:lnTo>
                    <a:pt x="2154963" y="1010394"/>
                  </a:lnTo>
                  <a:lnTo>
                    <a:pt x="2237846" y="1006747"/>
                  </a:lnTo>
                  <a:lnTo>
                    <a:pt x="2320729" y="1002526"/>
                  </a:lnTo>
                  <a:lnTo>
                    <a:pt x="2403612" y="999072"/>
                  </a:lnTo>
                  <a:lnTo>
                    <a:pt x="2486496" y="995763"/>
                  </a:lnTo>
                  <a:lnTo>
                    <a:pt x="2569379" y="991619"/>
                  </a:lnTo>
                  <a:lnTo>
                    <a:pt x="2652262" y="985729"/>
                  </a:lnTo>
                  <a:lnTo>
                    <a:pt x="2735145" y="979218"/>
                  </a:lnTo>
                  <a:lnTo>
                    <a:pt x="2818028" y="972409"/>
                  </a:lnTo>
                  <a:lnTo>
                    <a:pt x="2900912" y="964736"/>
                  </a:lnTo>
                  <a:lnTo>
                    <a:pt x="2983795" y="955636"/>
                  </a:lnTo>
                  <a:lnTo>
                    <a:pt x="3066678" y="944712"/>
                  </a:lnTo>
                  <a:lnTo>
                    <a:pt x="3149561" y="932388"/>
                  </a:lnTo>
                  <a:lnTo>
                    <a:pt x="3232444" y="919337"/>
                  </a:lnTo>
                  <a:lnTo>
                    <a:pt x="3315328" y="906223"/>
                  </a:lnTo>
                  <a:lnTo>
                    <a:pt x="3398211" y="891750"/>
                  </a:lnTo>
                  <a:lnTo>
                    <a:pt x="3481094" y="875499"/>
                  </a:lnTo>
                  <a:lnTo>
                    <a:pt x="3563977" y="858704"/>
                  </a:lnTo>
                  <a:lnTo>
                    <a:pt x="3646860" y="842597"/>
                  </a:lnTo>
                  <a:lnTo>
                    <a:pt x="3729744" y="828360"/>
                  </a:lnTo>
                  <a:lnTo>
                    <a:pt x="3812627" y="814922"/>
                  </a:lnTo>
                  <a:lnTo>
                    <a:pt x="3895510" y="801287"/>
                  </a:lnTo>
                  <a:lnTo>
                    <a:pt x="3978393" y="787328"/>
                  </a:lnTo>
                  <a:lnTo>
                    <a:pt x="4061276" y="772917"/>
                  </a:lnTo>
                  <a:lnTo>
                    <a:pt x="4144160" y="757927"/>
                  </a:lnTo>
                  <a:lnTo>
                    <a:pt x="4227043" y="742229"/>
                  </a:lnTo>
                  <a:lnTo>
                    <a:pt x="4309926" y="725693"/>
                  </a:lnTo>
                  <a:lnTo>
                    <a:pt x="4392809" y="707649"/>
                  </a:lnTo>
                  <a:lnTo>
                    <a:pt x="4475692" y="687706"/>
                  </a:lnTo>
                  <a:lnTo>
                    <a:pt x="4558576" y="665886"/>
                  </a:lnTo>
                  <a:lnTo>
                    <a:pt x="4641459" y="642212"/>
                  </a:lnTo>
                  <a:lnTo>
                    <a:pt x="4724342" y="616706"/>
                  </a:lnTo>
                  <a:lnTo>
                    <a:pt x="4807225" y="589392"/>
                  </a:lnTo>
                  <a:lnTo>
                    <a:pt x="4890108" y="560291"/>
                  </a:lnTo>
                  <a:lnTo>
                    <a:pt x="4972992" y="529428"/>
                  </a:lnTo>
                  <a:lnTo>
                    <a:pt x="5055875" y="496824"/>
                  </a:lnTo>
                  <a:lnTo>
                    <a:pt x="5138758" y="462502"/>
                  </a:lnTo>
                  <a:lnTo>
                    <a:pt x="5221641" y="426486"/>
                  </a:lnTo>
                  <a:lnTo>
                    <a:pt x="5304524" y="388798"/>
                  </a:lnTo>
                  <a:lnTo>
                    <a:pt x="5387408" y="349460"/>
                  </a:lnTo>
                  <a:lnTo>
                    <a:pt x="5470291" y="308495"/>
                  </a:lnTo>
                  <a:lnTo>
                    <a:pt x="5553174" y="265927"/>
                  </a:lnTo>
                  <a:lnTo>
                    <a:pt x="5636057" y="221778"/>
                  </a:lnTo>
                  <a:lnTo>
                    <a:pt x="5718940" y="176071"/>
                  </a:lnTo>
                  <a:lnTo>
                    <a:pt x="5801824" y="128828"/>
                  </a:lnTo>
                  <a:lnTo>
                    <a:pt x="5884707" y="80072"/>
                  </a:lnTo>
                  <a:lnTo>
                    <a:pt x="5967590" y="29826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244530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34247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393192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72465" y="4616827"/>
              <a:ext cx="6015395" cy="728455"/>
            </a:xfrm>
            <a:custGeom>
              <a:avLst/>
              <a:pathLst>
                <a:path w="6015395" h="728455">
                  <a:moveTo>
                    <a:pt x="0" y="0"/>
                  </a:moveTo>
                  <a:lnTo>
                    <a:pt x="82883" y="36571"/>
                  </a:lnTo>
                  <a:lnTo>
                    <a:pt x="165766" y="71740"/>
                  </a:lnTo>
                  <a:lnTo>
                    <a:pt x="248649" y="105499"/>
                  </a:lnTo>
                  <a:lnTo>
                    <a:pt x="331532" y="137839"/>
                  </a:lnTo>
                  <a:lnTo>
                    <a:pt x="414416" y="168750"/>
                  </a:lnTo>
                  <a:lnTo>
                    <a:pt x="497299" y="198221"/>
                  </a:lnTo>
                  <a:lnTo>
                    <a:pt x="580182" y="226240"/>
                  </a:lnTo>
                  <a:lnTo>
                    <a:pt x="663065" y="252793"/>
                  </a:lnTo>
                  <a:lnTo>
                    <a:pt x="745948" y="277863"/>
                  </a:lnTo>
                  <a:lnTo>
                    <a:pt x="828832" y="301436"/>
                  </a:lnTo>
                  <a:lnTo>
                    <a:pt x="911715" y="323493"/>
                  </a:lnTo>
                  <a:lnTo>
                    <a:pt x="994598" y="344020"/>
                  </a:lnTo>
                  <a:lnTo>
                    <a:pt x="1077481" y="363002"/>
                  </a:lnTo>
                  <a:lnTo>
                    <a:pt x="1160364" y="380433"/>
                  </a:lnTo>
                  <a:lnTo>
                    <a:pt x="1243248" y="396318"/>
                  </a:lnTo>
                  <a:lnTo>
                    <a:pt x="1326131" y="410673"/>
                  </a:lnTo>
                  <a:lnTo>
                    <a:pt x="1409014" y="423538"/>
                  </a:lnTo>
                  <a:lnTo>
                    <a:pt x="1491897" y="434974"/>
                  </a:lnTo>
                  <a:lnTo>
                    <a:pt x="1574780" y="445063"/>
                  </a:lnTo>
                  <a:lnTo>
                    <a:pt x="1657664" y="453902"/>
                  </a:lnTo>
                  <a:lnTo>
                    <a:pt x="1740547" y="461594"/>
                  </a:lnTo>
                  <a:lnTo>
                    <a:pt x="1823430" y="468124"/>
                  </a:lnTo>
                  <a:lnTo>
                    <a:pt x="1906313" y="473354"/>
                  </a:lnTo>
                  <a:lnTo>
                    <a:pt x="1989196" y="477446"/>
                  </a:lnTo>
                  <a:lnTo>
                    <a:pt x="2072080" y="480565"/>
                  </a:lnTo>
                  <a:lnTo>
                    <a:pt x="2154963" y="482894"/>
                  </a:lnTo>
                  <a:lnTo>
                    <a:pt x="2237846" y="484646"/>
                  </a:lnTo>
                  <a:lnTo>
                    <a:pt x="2320729" y="485637"/>
                  </a:lnTo>
                  <a:lnTo>
                    <a:pt x="2403612" y="483786"/>
                  </a:lnTo>
                  <a:lnTo>
                    <a:pt x="2486496" y="479984"/>
                  </a:lnTo>
                  <a:lnTo>
                    <a:pt x="2569379" y="476033"/>
                  </a:lnTo>
                  <a:lnTo>
                    <a:pt x="2652262" y="474134"/>
                  </a:lnTo>
                  <a:lnTo>
                    <a:pt x="2735145" y="472836"/>
                  </a:lnTo>
                  <a:lnTo>
                    <a:pt x="2818028" y="470901"/>
                  </a:lnTo>
                  <a:lnTo>
                    <a:pt x="2900912" y="468884"/>
                  </a:lnTo>
                  <a:lnTo>
                    <a:pt x="2983795" y="468099"/>
                  </a:lnTo>
                  <a:lnTo>
                    <a:pt x="3066678" y="469898"/>
                  </a:lnTo>
                  <a:lnTo>
                    <a:pt x="3149561" y="473136"/>
                  </a:lnTo>
                  <a:lnTo>
                    <a:pt x="3232444" y="476268"/>
                  </a:lnTo>
                  <a:lnTo>
                    <a:pt x="3315328" y="478732"/>
                  </a:lnTo>
                  <a:lnTo>
                    <a:pt x="3398211" y="481915"/>
                  </a:lnTo>
                  <a:lnTo>
                    <a:pt x="3481094" y="486047"/>
                  </a:lnTo>
                  <a:lnTo>
                    <a:pt x="3563977" y="490147"/>
                  </a:lnTo>
                  <a:lnTo>
                    <a:pt x="3646860" y="493669"/>
                  </a:lnTo>
                  <a:lnTo>
                    <a:pt x="3729744" y="496404"/>
                  </a:lnTo>
                  <a:lnTo>
                    <a:pt x="3812627" y="499072"/>
                  </a:lnTo>
                  <a:lnTo>
                    <a:pt x="3895510" y="501883"/>
                  </a:lnTo>
                  <a:lnTo>
                    <a:pt x="3978393" y="504614"/>
                  </a:lnTo>
                  <a:lnTo>
                    <a:pt x="4061276" y="507109"/>
                  </a:lnTo>
                  <a:lnTo>
                    <a:pt x="4144160" y="509282"/>
                  </a:lnTo>
                  <a:lnTo>
                    <a:pt x="4227043" y="511097"/>
                  </a:lnTo>
                  <a:lnTo>
                    <a:pt x="4309926" y="512535"/>
                  </a:lnTo>
                  <a:lnTo>
                    <a:pt x="4392809" y="513672"/>
                  </a:lnTo>
                  <a:lnTo>
                    <a:pt x="4475692" y="514565"/>
                  </a:lnTo>
                  <a:lnTo>
                    <a:pt x="4558576" y="515190"/>
                  </a:lnTo>
                  <a:lnTo>
                    <a:pt x="4641459" y="515506"/>
                  </a:lnTo>
                  <a:lnTo>
                    <a:pt x="4724342" y="515458"/>
                  </a:lnTo>
                  <a:lnTo>
                    <a:pt x="4807225" y="514987"/>
                  </a:lnTo>
                  <a:lnTo>
                    <a:pt x="4890108" y="514028"/>
                  </a:lnTo>
                  <a:lnTo>
                    <a:pt x="4972992" y="512520"/>
                  </a:lnTo>
                  <a:lnTo>
                    <a:pt x="5055875" y="510407"/>
                  </a:lnTo>
                  <a:lnTo>
                    <a:pt x="5138758" y="507644"/>
                  </a:lnTo>
                  <a:lnTo>
                    <a:pt x="5221641" y="504195"/>
                  </a:lnTo>
                  <a:lnTo>
                    <a:pt x="5304524" y="500036"/>
                  </a:lnTo>
                  <a:lnTo>
                    <a:pt x="5387408" y="495152"/>
                  </a:lnTo>
                  <a:lnTo>
                    <a:pt x="5470291" y="489538"/>
                  </a:lnTo>
                  <a:lnTo>
                    <a:pt x="5553174" y="483195"/>
                  </a:lnTo>
                  <a:lnTo>
                    <a:pt x="5636057" y="476127"/>
                  </a:lnTo>
                  <a:lnTo>
                    <a:pt x="5718940" y="468342"/>
                  </a:lnTo>
                  <a:lnTo>
                    <a:pt x="5801824" y="459852"/>
                  </a:lnTo>
                  <a:lnTo>
                    <a:pt x="5884707" y="450668"/>
                  </a:lnTo>
                  <a:lnTo>
                    <a:pt x="5967590" y="440800"/>
                  </a:lnTo>
                  <a:lnTo>
                    <a:pt x="6015395" y="434721"/>
                  </a:lnTo>
                  <a:lnTo>
                    <a:pt x="6015395" y="728455"/>
                  </a:lnTo>
                  <a:lnTo>
                    <a:pt x="5967590" y="722155"/>
                  </a:lnTo>
                  <a:lnTo>
                    <a:pt x="5884707" y="711721"/>
                  </a:lnTo>
                  <a:lnTo>
                    <a:pt x="5801824" y="701788"/>
                  </a:lnTo>
                  <a:lnTo>
                    <a:pt x="5718940" y="692366"/>
                  </a:lnTo>
                  <a:lnTo>
                    <a:pt x="5636057" y="683465"/>
                  </a:lnTo>
                  <a:lnTo>
                    <a:pt x="5553174" y="675094"/>
                  </a:lnTo>
                  <a:lnTo>
                    <a:pt x="5470291" y="667261"/>
                  </a:lnTo>
                  <a:lnTo>
                    <a:pt x="5387408" y="659969"/>
                  </a:lnTo>
                  <a:lnTo>
                    <a:pt x="5304524" y="653219"/>
                  </a:lnTo>
                  <a:lnTo>
                    <a:pt x="5221641" y="647002"/>
                  </a:lnTo>
                  <a:lnTo>
                    <a:pt x="5138758" y="641304"/>
                  </a:lnTo>
                  <a:lnTo>
                    <a:pt x="5055875" y="636099"/>
                  </a:lnTo>
                  <a:lnTo>
                    <a:pt x="4972992" y="631351"/>
                  </a:lnTo>
                  <a:lnTo>
                    <a:pt x="4890108" y="627012"/>
                  </a:lnTo>
                  <a:lnTo>
                    <a:pt x="4807225" y="623027"/>
                  </a:lnTo>
                  <a:lnTo>
                    <a:pt x="4724342" y="619333"/>
                  </a:lnTo>
                  <a:lnTo>
                    <a:pt x="4641459" y="615864"/>
                  </a:lnTo>
                  <a:lnTo>
                    <a:pt x="4558576" y="612558"/>
                  </a:lnTo>
                  <a:lnTo>
                    <a:pt x="4475692" y="609362"/>
                  </a:lnTo>
                  <a:lnTo>
                    <a:pt x="4392809" y="606232"/>
                  </a:lnTo>
                  <a:lnTo>
                    <a:pt x="4309926" y="603143"/>
                  </a:lnTo>
                  <a:lnTo>
                    <a:pt x="4227043" y="599853"/>
                  </a:lnTo>
                  <a:lnTo>
                    <a:pt x="4144160" y="596154"/>
                  </a:lnTo>
                  <a:lnTo>
                    <a:pt x="4061276" y="592270"/>
                  </a:lnTo>
                  <a:lnTo>
                    <a:pt x="3978393" y="588414"/>
                  </a:lnTo>
                  <a:lnTo>
                    <a:pt x="3895510" y="584745"/>
                  </a:lnTo>
                  <a:lnTo>
                    <a:pt x="3812627" y="581356"/>
                  </a:lnTo>
                  <a:lnTo>
                    <a:pt x="3729744" y="578270"/>
                  </a:lnTo>
                  <a:lnTo>
                    <a:pt x="3646860" y="574686"/>
                  </a:lnTo>
                  <a:lnTo>
                    <a:pt x="3563977" y="569780"/>
                  </a:lnTo>
                  <a:lnTo>
                    <a:pt x="3481094" y="564714"/>
                  </a:lnTo>
                  <a:lnTo>
                    <a:pt x="3398211" y="560382"/>
                  </a:lnTo>
                  <a:lnTo>
                    <a:pt x="3315328" y="557245"/>
                  </a:lnTo>
                  <a:lnTo>
                    <a:pt x="3232444" y="553878"/>
                  </a:lnTo>
                  <a:lnTo>
                    <a:pt x="3149561" y="549621"/>
                  </a:lnTo>
                  <a:lnTo>
                    <a:pt x="3066678" y="546307"/>
                  </a:lnTo>
                  <a:lnTo>
                    <a:pt x="2983795" y="544814"/>
                  </a:lnTo>
                  <a:lnTo>
                    <a:pt x="2900912" y="544992"/>
                  </a:lnTo>
                  <a:lnTo>
                    <a:pt x="2818028" y="546494"/>
                  </a:lnTo>
                  <a:lnTo>
                    <a:pt x="2735145" y="548874"/>
                  </a:lnTo>
                  <a:lnTo>
                    <a:pt x="2652262" y="550921"/>
                  </a:lnTo>
                  <a:lnTo>
                    <a:pt x="2569379" y="552700"/>
                  </a:lnTo>
                  <a:lnTo>
                    <a:pt x="2486496" y="556468"/>
                  </a:lnTo>
                  <a:lnTo>
                    <a:pt x="2403612" y="560786"/>
                  </a:lnTo>
                  <a:lnTo>
                    <a:pt x="2320729" y="563578"/>
                  </a:lnTo>
                  <a:lnTo>
                    <a:pt x="2237846" y="563117"/>
                  </a:lnTo>
                  <a:lnTo>
                    <a:pt x="2154963" y="561893"/>
                  </a:lnTo>
                  <a:lnTo>
                    <a:pt x="2072080" y="560343"/>
                  </a:lnTo>
                  <a:lnTo>
                    <a:pt x="1989196" y="558335"/>
                  </a:lnTo>
                  <a:lnTo>
                    <a:pt x="1906313" y="555706"/>
                  </a:lnTo>
                  <a:lnTo>
                    <a:pt x="1823430" y="552275"/>
                  </a:lnTo>
                  <a:lnTo>
                    <a:pt x="1740547" y="547894"/>
                  </a:lnTo>
                  <a:lnTo>
                    <a:pt x="1657664" y="542966"/>
                  </a:lnTo>
                  <a:lnTo>
                    <a:pt x="1574780" y="537761"/>
                  </a:lnTo>
                  <a:lnTo>
                    <a:pt x="1491897" y="532376"/>
                  </a:lnTo>
                  <a:lnTo>
                    <a:pt x="1409014" y="526905"/>
                  </a:lnTo>
                  <a:lnTo>
                    <a:pt x="1326131" y="521421"/>
                  </a:lnTo>
                  <a:lnTo>
                    <a:pt x="1243248" y="515981"/>
                  </a:lnTo>
                  <a:lnTo>
                    <a:pt x="1160364" y="510618"/>
                  </a:lnTo>
                  <a:lnTo>
                    <a:pt x="1077481" y="505344"/>
                  </a:lnTo>
                  <a:lnTo>
                    <a:pt x="994598" y="500156"/>
                  </a:lnTo>
                  <a:lnTo>
                    <a:pt x="911715" y="495043"/>
                  </a:lnTo>
                  <a:lnTo>
                    <a:pt x="828832" y="489985"/>
                  </a:lnTo>
                  <a:lnTo>
                    <a:pt x="745948" y="484961"/>
                  </a:lnTo>
                  <a:lnTo>
                    <a:pt x="663065" y="479948"/>
                  </a:lnTo>
                  <a:lnTo>
                    <a:pt x="580182" y="474923"/>
                  </a:lnTo>
                  <a:lnTo>
                    <a:pt x="497299" y="469867"/>
                  </a:lnTo>
                  <a:lnTo>
                    <a:pt x="414416" y="464758"/>
                  </a:lnTo>
                  <a:lnTo>
                    <a:pt x="331532" y="459578"/>
                  </a:lnTo>
                  <a:lnTo>
                    <a:pt x="248649" y="454311"/>
                  </a:lnTo>
                  <a:lnTo>
                    <a:pt x="165766" y="448941"/>
                  </a:lnTo>
                  <a:lnTo>
                    <a:pt x="82883" y="443453"/>
                  </a:lnTo>
                  <a:lnTo>
                    <a:pt x="0" y="43783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72465" y="4616827"/>
              <a:ext cx="6015395" cy="515506"/>
            </a:xfrm>
            <a:custGeom>
              <a:avLst/>
              <a:pathLst>
                <a:path w="6015395" h="515506">
                  <a:moveTo>
                    <a:pt x="0" y="0"/>
                  </a:moveTo>
                  <a:lnTo>
                    <a:pt x="82883" y="36571"/>
                  </a:lnTo>
                  <a:lnTo>
                    <a:pt x="165766" y="71740"/>
                  </a:lnTo>
                  <a:lnTo>
                    <a:pt x="248649" y="105499"/>
                  </a:lnTo>
                  <a:lnTo>
                    <a:pt x="331532" y="137839"/>
                  </a:lnTo>
                  <a:lnTo>
                    <a:pt x="414416" y="168750"/>
                  </a:lnTo>
                  <a:lnTo>
                    <a:pt x="497299" y="198221"/>
                  </a:lnTo>
                  <a:lnTo>
                    <a:pt x="580182" y="226240"/>
                  </a:lnTo>
                  <a:lnTo>
                    <a:pt x="663065" y="252793"/>
                  </a:lnTo>
                  <a:lnTo>
                    <a:pt x="745948" y="277863"/>
                  </a:lnTo>
                  <a:lnTo>
                    <a:pt x="828832" y="301436"/>
                  </a:lnTo>
                  <a:lnTo>
                    <a:pt x="911715" y="323493"/>
                  </a:lnTo>
                  <a:lnTo>
                    <a:pt x="994598" y="344020"/>
                  </a:lnTo>
                  <a:lnTo>
                    <a:pt x="1077481" y="363002"/>
                  </a:lnTo>
                  <a:lnTo>
                    <a:pt x="1160364" y="380433"/>
                  </a:lnTo>
                  <a:lnTo>
                    <a:pt x="1243248" y="396318"/>
                  </a:lnTo>
                  <a:lnTo>
                    <a:pt x="1326131" y="410673"/>
                  </a:lnTo>
                  <a:lnTo>
                    <a:pt x="1409014" y="423538"/>
                  </a:lnTo>
                  <a:lnTo>
                    <a:pt x="1491897" y="434974"/>
                  </a:lnTo>
                  <a:lnTo>
                    <a:pt x="1574780" y="445063"/>
                  </a:lnTo>
                  <a:lnTo>
                    <a:pt x="1657664" y="453902"/>
                  </a:lnTo>
                  <a:lnTo>
                    <a:pt x="1740547" y="461594"/>
                  </a:lnTo>
                  <a:lnTo>
                    <a:pt x="1823430" y="468124"/>
                  </a:lnTo>
                  <a:lnTo>
                    <a:pt x="1906313" y="473354"/>
                  </a:lnTo>
                  <a:lnTo>
                    <a:pt x="1989196" y="477446"/>
                  </a:lnTo>
                  <a:lnTo>
                    <a:pt x="2072080" y="480565"/>
                  </a:lnTo>
                  <a:lnTo>
                    <a:pt x="2154963" y="482894"/>
                  </a:lnTo>
                  <a:lnTo>
                    <a:pt x="2237846" y="484646"/>
                  </a:lnTo>
                  <a:lnTo>
                    <a:pt x="2320729" y="485637"/>
                  </a:lnTo>
                  <a:lnTo>
                    <a:pt x="2403612" y="483786"/>
                  </a:lnTo>
                  <a:lnTo>
                    <a:pt x="2486496" y="479984"/>
                  </a:lnTo>
                  <a:lnTo>
                    <a:pt x="2569379" y="476033"/>
                  </a:lnTo>
                  <a:lnTo>
                    <a:pt x="2652262" y="474134"/>
                  </a:lnTo>
                  <a:lnTo>
                    <a:pt x="2735145" y="472836"/>
                  </a:lnTo>
                  <a:lnTo>
                    <a:pt x="2818028" y="470901"/>
                  </a:lnTo>
                  <a:lnTo>
                    <a:pt x="2900912" y="468884"/>
                  </a:lnTo>
                  <a:lnTo>
                    <a:pt x="2983795" y="468099"/>
                  </a:lnTo>
                  <a:lnTo>
                    <a:pt x="3066678" y="469898"/>
                  </a:lnTo>
                  <a:lnTo>
                    <a:pt x="3149561" y="473136"/>
                  </a:lnTo>
                  <a:lnTo>
                    <a:pt x="3232444" y="476268"/>
                  </a:lnTo>
                  <a:lnTo>
                    <a:pt x="3315328" y="478732"/>
                  </a:lnTo>
                  <a:lnTo>
                    <a:pt x="3398211" y="481915"/>
                  </a:lnTo>
                  <a:lnTo>
                    <a:pt x="3481094" y="486047"/>
                  </a:lnTo>
                  <a:lnTo>
                    <a:pt x="3563977" y="490147"/>
                  </a:lnTo>
                  <a:lnTo>
                    <a:pt x="3646860" y="493669"/>
                  </a:lnTo>
                  <a:lnTo>
                    <a:pt x="3729744" y="496404"/>
                  </a:lnTo>
                  <a:lnTo>
                    <a:pt x="3812627" y="499072"/>
                  </a:lnTo>
                  <a:lnTo>
                    <a:pt x="3895510" y="501883"/>
                  </a:lnTo>
                  <a:lnTo>
                    <a:pt x="3978393" y="504614"/>
                  </a:lnTo>
                  <a:lnTo>
                    <a:pt x="4061276" y="507109"/>
                  </a:lnTo>
                  <a:lnTo>
                    <a:pt x="4144160" y="509282"/>
                  </a:lnTo>
                  <a:lnTo>
                    <a:pt x="4227043" y="511097"/>
                  </a:lnTo>
                  <a:lnTo>
                    <a:pt x="4309926" y="512535"/>
                  </a:lnTo>
                  <a:lnTo>
                    <a:pt x="4392809" y="513672"/>
                  </a:lnTo>
                  <a:lnTo>
                    <a:pt x="4475692" y="514565"/>
                  </a:lnTo>
                  <a:lnTo>
                    <a:pt x="4558576" y="515190"/>
                  </a:lnTo>
                  <a:lnTo>
                    <a:pt x="4641459" y="515506"/>
                  </a:lnTo>
                  <a:lnTo>
                    <a:pt x="4724342" y="515458"/>
                  </a:lnTo>
                  <a:lnTo>
                    <a:pt x="4807225" y="514987"/>
                  </a:lnTo>
                  <a:lnTo>
                    <a:pt x="4890108" y="514028"/>
                  </a:lnTo>
                  <a:lnTo>
                    <a:pt x="4972992" y="512520"/>
                  </a:lnTo>
                  <a:lnTo>
                    <a:pt x="5055875" y="510407"/>
                  </a:lnTo>
                  <a:lnTo>
                    <a:pt x="5138758" y="507644"/>
                  </a:lnTo>
                  <a:lnTo>
                    <a:pt x="5221641" y="504195"/>
                  </a:lnTo>
                  <a:lnTo>
                    <a:pt x="5304524" y="500036"/>
                  </a:lnTo>
                  <a:lnTo>
                    <a:pt x="5387408" y="495152"/>
                  </a:lnTo>
                  <a:lnTo>
                    <a:pt x="5470291" y="489538"/>
                  </a:lnTo>
                  <a:lnTo>
                    <a:pt x="5553174" y="483195"/>
                  </a:lnTo>
                  <a:lnTo>
                    <a:pt x="5636057" y="476127"/>
                  </a:lnTo>
                  <a:lnTo>
                    <a:pt x="5718940" y="468342"/>
                  </a:lnTo>
                  <a:lnTo>
                    <a:pt x="5801824" y="459852"/>
                  </a:lnTo>
                  <a:lnTo>
                    <a:pt x="5884707" y="450668"/>
                  </a:lnTo>
                  <a:lnTo>
                    <a:pt x="5967590" y="440800"/>
                  </a:lnTo>
                  <a:lnTo>
                    <a:pt x="6015395" y="4347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72465" y="5054661"/>
              <a:ext cx="6015395" cy="290621"/>
            </a:xfrm>
            <a:custGeom>
              <a:avLst/>
              <a:pathLst>
                <a:path w="6015395" h="290621">
                  <a:moveTo>
                    <a:pt x="6015395" y="290621"/>
                  </a:moveTo>
                  <a:lnTo>
                    <a:pt x="5967590" y="284321"/>
                  </a:lnTo>
                  <a:lnTo>
                    <a:pt x="5884707" y="273887"/>
                  </a:lnTo>
                  <a:lnTo>
                    <a:pt x="5801824" y="263954"/>
                  </a:lnTo>
                  <a:lnTo>
                    <a:pt x="5718940" y="254532"/>
                  </a:lnTo>
                  <a:lnTo>
                    <a:pt x="5636057" y="245631"/>
                  </a:lnTo>
                  <a:lnTo>
                    <a:pt x="5553174" y="237260"/>
                  </a:lnTo>
                  <a:lnTo>
                    <a:pt x="5470291" y="229427"/>
                  </a:lnTo>
                  <a:lnTo>
                    <a:pt x="5387408" y="222135"/>
                  </a:lnTo>
                  <a:lnTo>
                    <a:pt x="5304524" y="215384"/>
                  </a:lnTo>
                  <a:lnTo>
                    <a:pt x="5221641" y="209168"/>
                  </a:lnTo>
                  <a:lnTo>
                    <a:pt x="5138758" y="203469"/>
                  </a:lnTo>
                  <a:lnTo>
                    <a:pt x="5055875" y="198265"/>
                  </a:lnTo>
                  <a:lnTo>
                    <a:pt x="4972992" y="193516"/>
                  </a:lnTo>
                  <a:lnTo>
                    <a:pt x="4890108" y="189178"/>
                  </a:lnTo>
                  <a:lnTo>
                    <a:pt x="4807225" y="185193"/>
                  </a:lnTo>
                  <a:lnTo>
                    <a:pt x="4724342" y="181498"/>
                  </a:lnTo>
                  <a:lnTo>
                    <a:pt x="4641459" y="178029"/>
                  </a:lnTo>
                  <a:lnTo>
                    <a:pt x="4558576" y="174724"/>
                  </a:lnTo>
                  <a:lnTo>
                    <a:pt x="4475692" y="171528"/>
                  </a:lnTo>
                  <a:lnTo>
                    <a:pt x="4392809" y="168398"/>
                  </a:lnTo>
                  <a:lnTo>
                    <a:pt x="4309926" y="165309"/>
                  </a:lnTo>
                  <a:lnTo>
                    <a:pt x="4227043" y="162019"/>
                  </a:lnTo>
                  <a:lnTo>
                    <a:pt x="4144160" y="158320"/>
                  </a:lnTo>
                  <a:lnTo>
                    <a:pt x="4061276" y="154436"/>
                  </a:lnTo>
                  <a:lnTo>
                    <a:pt x="3978393" y="150579"/>
                  </a:lnTo>
                  <a:lnTo>
                    <a:pt x="3895510" y="146911"/>
                  </a:lnTo>
                  <a:lnTo>
                    <a:pt x="3812627" y="143522"/>
                  </a:lnTo>
                  <a:lnTo>
                    <a:pt x="3729744" y="140436"/>
                  </a:lnTo>
                  <a:lnTo>
                    <a:pt x="3646860" y="136852"/>
                  </a:lnTo>
                  <a:lnTo>
                    <a:pt x="3563977" y="131946"/>
                  </a:lnTo>
                  <a:lnTo>
                    <a:pt x="3481094" y="126880"/>
                  </a:lnTo>
                  <a:lnTo>
                    <a:pt x="3398211" y="122547"/>
                  </a:lnTo>
                  <a:lnTo>
                    <a:pt x="3315328" y="119411"/>
                  </a:lnTo>
                  <a:lnTo>
                    <a:pt x="3232444" y="116044"/>
                  </a:lnTo>
                  <a:lnTo>
                    <a:pt x="3149561" y="111787"/>
                  </a:lnTo>
                  <a:lnTo>
                    <a:pt x="3066678" y="108473"/>
                  </a:lnTo>
                  <a:lnTo>
                    <a:pt x="2983795" y="106980"/>
                  </a:lnTo>
                  <a:lnTo>
                    <a:pt x="2900912" y="107158"/>
                  </a:lnTo>
                  <a:lnTo>
                    <a:pt x="2818028" y="108660"/>
                  </a:lnTo>
                  <a:lnTo>
                    <a:pt x="2735145" y="111040"/>
                  </a:lnTo>
                  <a:lnTo>
                    <a:pt x="2652262" y="113087"/>
                  </a:lnTo>
                  <a:lnTo>
                    <a:pt x="2569379" y="114866"/>
                  </a:lnTo>
                  <a:lnTo>
                    <a:pt x="2486496" y="118634"/>
                  </a:lnTo>
                  <a:lnTo>
                    <a:pt x="2403612" y="122952"/>
                  </a:lnTo>
                  <a:lnTo>
                    <a:pt x="2320729" y="125744"/>
                  </a:lnTo>
                  <a:lnTo>
                    <a:pt x="2237846" y="125283"/>
                  </a:lnTo>
                  <a:lnTo>
                    <a:pt x="2154963" y="124059"/>
                  </a:lnTo>
                  <a:lnTo>
                    <a:pt x="2072080" y="122509"/>
                  </a:lnTo>
                  <a:lnTo>
                    <a:pt x="1989196" y="120501"/>
                  </a:lnTo>
                  <a:lnTo>
                    <a:pt x="1906313" y="117872"/>
                  </a:lnTo>
                  <a:lnTo>
                    <a:pt x="1823430" y="114441"/>
                  </a:lnTo>
                  <a:lnTo>
                    <a:pt x="1740547" y="110060"/>
                  </a:lnTo>
                  <a:lnTo>
                    <a:pt x="1657664" y="105132"/>
                  </a:lnTo>
                  <a:lnTo>
                    <a:pt x="1574780" y="99926"/>
                  </a:lnTo>
                  <a:lnTo>
                    <a:pt x="1491897" y="94542"/>
                  </a:lnTo>
                  <a:lnTo>
                    <a:pt x="1409014" y="89070"/>
                  </a:lnTo>
                  <a:lnTo>
                    <a:pt x="1326131" y="83587"/>
                  </a:lnTo>
                  <a:lnTo>
                    <a:pt x="1243248" y="78147"/>
                  </a:lnTo>
                  <a:lnTo>
                    <a:pt x="1160364" y="72784"/>
                  </a:lnTo>
                  <a:lnTo>
                    <a:pt x="1077481" y="67509"/>
                  </a:lnTo>
                  <a:lnTo>
                    <a:pt x="994598" y="62322"/>
                  </a:lnTo>
                  <a:lnTo>
                    <a:pt x="911715" y="57209"/>
                  </a:lnTo>
                  <a:lnTo>
                    <a:pt x="828832" y="52151"/>
                  </a:lnTo>
                  <a:lnTo>
                    <a:pt x="745948" y="47127"/>
                  </a:lnTo>
                  <a:lnTo>
                    <a:pt x="663065" y="42114"/>
                  </a:lnTo>
                  <a:lnTo>
                    <a:pt x="580182" y="37089"/>
                  </a:lnTo>
                  <a:lnTo>
                    <a:pt x="497299" y="32032"/>
                  </a:lnTo>
                  <a:lnTo>
                    <a:pt x="414416" y="26923"/>
                  </a:lnTo>
                  <a:lnTo>
                    <a:pt x="331532" y="21744"/>
                  </a:lnTo>
                  <a:lnTo>
                    <a:pt x="248649" y="16477"/>
                  </a:lnTo>
                  <a:lnTo>
                    <a:pt x="165766" y="11106"/>
                  </a:lnTo>
                  <a:lnTo>
                    <a:pt x="82883" y="56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72465" y="4835744"/>
              <a:ext cx="6015395" cy="362671"/>
            </a:xfrm>
            <a:custGeom>
              <a:avLst/>
              <a:pathLst>
                <a:path w="6015395" h="362671">
                  <a:moveTo>
                    <a:pt x="0" y="0"/>
                  </a:moveTo>
                  <a:lnTo>
                    <a:pt x="82883" y="21095"/>
                  </a:lnTo>
                  <a:lnTo>
                    <a:pt x="165766" y="41423"/>
                  </a:lnTo>
                  <a:lnTo>
                    <a:pt x="248649" y="60988"/>
                  </a:lnTo>
                  <a:lnTo>
                    <a:pt x="331532" y="79791"/>
                  </a:lnTo>
                  <a:lnTo>
                    <a:pt x="414416" y="97837"/>
                  </a:lnTo>
                  <a:lnTo>
                    <a:pt x="497299" y="115127"/>
                  </a:lnTo>
                  <a:lnTo>
                    <a:pt x="580182" y="131665"/>
                  </a:lnTo>
                  <a:lnTo>
                    <a:pt x="663065" y="147453"/>
                  </a:lnTo>
                  <a:lnTo>
                    <a:pt x="745948" y="162495"/>
                  </a:lnTo>
                  <a:lnTo>
                    <a:pt x="828832" y="176793"/>
                  </a:lnTo>
                  <a:lnTo>
                    <a:pt x="911715" y="190351"/>
                  </a:lnTo>
                  <a:lnTo>
                    <a:pt x="994598" y="203171"/>
                  </a:lnTo>
                  <a:lnTo>
                    <a:pt x="1077481" y="215256"/>
                  </a:lnTo>
                  <a:lnTo>
                    <a:pt x="1160364" y="226609"/>
                  </a:lnTo>
                  <a:lnTo>
                    <a:pt x="1243248" y="237232"/>
                  </a:lnTo>
                  <a:lnTo>
                    <a:pt x="1326131" y="247130"/>
                  </a:lnTo>
                  <a:lnTo>
                    <a:pt x="1409014" y="256304"/>
                  </a:lnTo>
                  <a:lnTo>
                    <a:pt x="1491897" y="264758"/>
                  </a:lnTo>
                  <a:lnTo>
                    <a:pt x="1574780" y="272495"/>
                  </a:lnTo>
                  <a:lnTo>
                    <a:pt x="1657664" y="279517"/>
                  </a:lnTo>
                  <a:lnTo>
                    <a:pt x="1740547" y="285827"/>
                  </a:lnTo>
                  <a:lnTo>
                    <a:pt x="1823430" y="291282"/>
                  </a:lnTo>
                  <a:lnTo>
                    <a:pt x="1906313" y="295613"/>
                  </a:lnTo>
                  <a:lnTo>
                    <a:pt x="1989196" y="298973"/>
                  </a:lnTo>
                  <a:lnTo>
                    <a:pt x="2072080" y="301537"/>
                  </a:lnTo>
                  <a:lnTo>
                    <a:pt x="2154963" y="303476"/>
                  </a:lnTo>
                  <a:lnTo>
                    <a:pt x="2237846" y="304965"/>
                  </a:lnTo>
                  <a:lnTo>
                    <a:pt x="2320729" y="305690"/>
                  </a:lnTo>
                  <a:lnTo>
                    <a:pt x="2403612" y="303369"/>
                  </a:lnTo>
                  <a:lnTo>
                    <a:pt x="2486496" y="299309"/>
                  </a:lnTo>
                  <a:lnTo>
                    <a:pt x="2569379" y="295449"/>
                  </a:lnTo>
                  <a:lnTo>
                    <a:pt x="2652262" y="293610"/>
                  </a:lnTo>
                  <a:lnTo>
                    <a:pt x="2735145" y="291938"/>
                  </a:lnTo>
                  <a:lnTo>
                    <a:pt x="2818028" y="289781"/>
                  </a:lnTo>
                  <a:lnTo>
                    <a:pt x="2900912" y="288021"/>
                  </a:lnTo>
                  <a:lnTo>
                    <a:pt x="2983795" y="287539"/>
                  </a:lnTo>
                  <a:lnTo>
                    <a:pt x="3066678" y="289186"/>
                  </a:lnTo>
                  <a:lnTo>
                    <a:pt x="3149561" y="292461"/>
                  </a:lnTo>
                  <a:lnTo>
                    <a:pt x="3232444" y="296156"/>
                  </a:lnTo>
                  <a:lnTo>
                    <a:pt x="3315328" y="299071"/>
                  </a:lnTo>
                  <a:lnTo>
                    <a:pt x="3398211" y="302231"/>
                  </a:lnTo>
                  <a:lnTo>
                    <a:pt x="3481094" y="306463"/>
                  </a:lnTo>
                  <a:lnTo>
                    <a:pt x="3563977" y="311046"/>
                  </a:lnTo>
                  <a:lnTo>
                    <a:pt x="3646860" y="315260"/>
                  </a:lnTo>
                  <a:lnTo>
                    <a:pt x="3729744" y="318420"/>
                  </a:lnTo>
                  <a:lnTo>
                    <a:pt x="3812627" y="321297"/>
                  </a:lnTo>
                  <a:lnTo>
                    <a:pt x="3895510" y="324397"/>
                  </a:lnTo>
                  <a:lnTo>
                    <a:pt x="3978393" y="327597"/>
                  </a:lnTo>
                  <a:lnTo>
                    <a:pt x="4061276" y="330773"/>
                  </a:lnTo>
                  <a:lnTo>
                    <a:pt x="4144160" y="333801"/>
                  </a:lnTo>
                  <a:lnTo>
                    <a:pt x="4227043" y="336558"/>
                  </a:lnTo>
                  <a:lnTo>
                    <a:pt x="4309926" y="338922"/>
                  </a:lnTo>
                  <a:lnTo>
                    <a:pt x="4392809" y="341035"/>
                  </a:lnTo>
                  <a:lnTo>
                    <a:pt x="4475692" y="343046"/>
                  </a:lnTo>
                  <a:lnTo>
                    <a:pt x="4558576" y="344957"/>
                  </a:lnTo>
                  <a:lnTo>
                    <a:pt x="4641459" y="346768"/>
                  </a:lnTo>
                  <a:lnTo>
                    <a:pt x="4724342" y="348478"/>
                  </a:lnTo>
                  <a:lnTo>
                    <a:pt x="4807225" y="350090"/>
                  </a:lnTo>
                  <a:lnTo>
                    <a:pt x="4890108" y="351603"/>
                  </a:lnTo>
                  <a:lnTo>
                    <a:pt x="4972992" y="353018"/>
                  </a:lnTo>
                  <a:lnTo>
                    <a:pt x="5055875" y="354336"/>
                  </a:lnTo>
                  <a:lnTo>
                    <a:pt x="5138758" y="355557"/>
                  </a:lnTo>
                  <a:lnTo>
                    <a:pt x="5221641" y="356681"/>
                  </a:lnTo>
                  <a:lnTo>
                    <a:pt x="5304524" y="357710"/>
                  </a:lnTo>
                  <a:lnTo>
                    <a:pt x="5387408" y="358644"/>
                  </a:lnTo>
                  <a:lnTo>
                    <a:pt x="5470291" y="359483"/>
                  </a:lnTo>
                  <a:lnTo>
                    <a:pt x="5553174" y="360227"/>
                  </a:lnTo>
                  <a:lnTo>
                    <a:pt x="5636057" y="360879"/>
                  </a:lnTo>
                  <a:lnTo>
                    <a:pt x="5718940" y="361437"/>
                  </a:lnTo>
                  <a:lnTo>
                    <a:pt x="5801824" y="361903"/>
                  </a:lnTo>
                  <a:lnTo>
                    <a:pt x="5884707" y="362277"/>
                  </a:lnTo>
                  <a:lnTo>
                    <a:pt x="5967590" y="362560"/>
                  </a:lnTo>
                  <a:lnTo>
                    <a:pt x="6015395" y="36267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072465" y="3837571"/>
              <a:ext cx="6015395" cy="1540888"/>
            </a:xfrm>
            <a:custGeom>
              <a:avLst/>
              <a:pathLst>
                <a:path w="6015395" h="1540888">
                  <a:moveTo>
                    <a:pt x="0" y="0"/>
                  </a:moveTo>
                  <a:lnTo>
                    <a:pt x="82883" y="73569"/>
                  </a:lnTo>
                  <a:lnTo>
                    <a:pt x="165766" y="144681"/>
                  </a:lnTo>
                  <a:lnTo>
                    <a:pt x="248649" y="213320"/>
                  </a:lnTo>
                  <a:lnTo>
                    <a:pt x="331532" y="279468"/>
                  </a:lnTo>
                  <a:lnTo>
                    <a:pt x="414416" y="343108"/>
                  </a:lnTo>
                  <a:lnTo>
                    <a:pt x="497299" y="404217"/>
                  </a:lnTo>
                  <a:lnTo>
                    <a:pt x="580182" y="462772"/>
                  </a:lnTo>
                  <a:lnTo>
                    <a:pt x="663065" y="518746"/>
                  </a:lnTo>
                  <a:lnTo>
                    <a:pt x="745948" y="572111"/>
                  </a:lnTo>
                  <a:lnTo>
                    <a:pt x="828832" y="622836"/>
                  </a:lnTo>
                  <a:lnTo>
                    <a:pt x="911715" y="670891"/>
                  </a:lnTo>
                  <a:lnTo>
                    <a:pt x="994598" y="716246"/>
                  </a:lnTo>
                  <a:lnTo>
                    <a:pt x="1077481" y="758877"/>
                  </a:lnTo>
                  <a:lnTo>
                    <a:pt x="1160364" y="798768"/>
                  </a:lnTo>
                  <a:lnTo>
                    <a:pt x="1243248" y="835924"/>
                  </a:lnTo>
                  <a:lnTo>
                    <a:pt x="1326131" y="870374"/>
                  </a:lnTo>
                  <a:lnTo>
                    <a:pt x="1409014" y="902180"/>
                  </a:lnTo>
                  <a:lnTo>
                    <a:pt x="1491897" y="931443"/>
                  </a:lnTo>
                  <a:lnTo>
                    <a:pt x="1574780" y="958298"/>
                  </a:lnTo>
                  <a:lnTo>
                    <a:pt x="1657664" y="982908"/>
                  </a:lnTo>
                  <a:lnTo>
                    <a:pt x="1740547" y="1005444"/>
                  </a:lnTo>
                  <a:lnTo>
                    <a:pt x="1823430" y="1026141"/>
                  </a:lnTo>
                  <a:lnTo>
                    <a:pt x="1906313" y="1045283"/>
                  </a:lnTo>
                  <a:lnTo>
                    <a:pt x="1989196" y="1062911"/>
                  </a:lnTo>
                  <a:lnTo>
                    <a:pt x="2072080" y="1079045"/>
                  </a:lnTo>
                  <a:lnTo>
                    <a:pt x="2154963" y="1093732"/>
                  </a:lnTo>
                  <a:lnTo>
                    <a:pt x="2237846" y="1107069"/>
                  </a:lnTo>
                  <a:lnTo>
                    <a:pt x="2320729" y="1118671"/>
                  </a:lnTo>
                  <a:lnTo>
                    <a:pt x="2403612" y="1125784"/>
                  </a:lnTo>
                  <a:lnTo>
                    <a:pt x="2486496" y="1129393"/>
                  </a:lnTo>
                  <a:lnTo>
                    <a:pt x="2569379" y="1131787"/>
                  </a:lnTo>
                  <a:lnTo>
                    <a:pt x="2652262" y="1135898"/>
                  </a:lnTo>
                  <a:lnTo>
                    <a:pt x="2735145" y="1138079"/>
                  </a:lnTo>
                  <a:lnTo>
                    <a:pt x="2818028" y="1137046"/>
                  </a:lnTo>
                  <a:lnTo>
                    <a:pt x="2900912" y="1135231"/>
                  </a:lnTo>
                  <a:lnTo>
                    <a:pt x="2983795" y="1136353"/>
                  </a:lnTo>
                  <a:lnTo>
                    <a:pt x="3066678" y="1142043"/>
                  </a:lnTo>
                  <a:lnTo>
                    <a:pt x="3149561" y="1148970"/>
                  </a:lnTo>
                  <a:lnTo>
                    <a:pt x="3232444" y="1155374"/>
                  </a:lnTo>
                  <a:lnTo>
                    <a:pt x="3315328" y="1161147"/>
                  </a:lnTo>
                  <a:lnTo>
                    <a:pt x="3398211" y="1168190"/>
                  </a:lnTo>
                  <a:lnTo>
                    <a:pt x="3481094" y="1176288"/>
                  </a:lnTo>
                  <a:lnTo>
                    <a:pt x="3563977" y="1183982"/>
                  </a:lnTo>
                  <a:lnTo>
                    <a:pt x="3646860" y="1190543"/>
                  </a:lnTo>
                  <a:lnTo>
                    <a:pt x="3729744" y="1195801"/>
                  </a:lnTo>
                  <a:lnTo>
                    <a:pt x="3812627" y="1200586"/>
                  </a:lnTo>
                  <a:lnTo>
                    <a:pt x="3895510" y="1205131"/>
                  </a:lnTo>
                  <a:lnTo>
                    <a:pt x="3978393" y="1209224"/>
                  </a:lnTo>
                  <a:lnTo>
                    <a:pt x="4061276" y="1212768"/>
                  </a:lnTo>
                  <a:lnTo>
                    <a:pt x="4144160" y="1215787"/>
                  </a:lnTo>
                  <a:lnTo>
                    <a:pt x="4227043" y="1218387"/>
                  </a:lnTo>
                  <a:lnTo>
                    <a:pt x="4309926" y="1220701"/>
                  </a:lnTo>
                  <a:lnTo>
                    <a:pt x="4392809" y="1222711"/>
                  </a:lnTo>
                  <a:lnTo>
                    <a:pt x="4475692" y="1224345"/>
                  </a:lnTo>
                  <a:lnTo>
                    <a:pt x="4558576" y="1225559"/>
                  </a:lnTo>
                  <a:lnTo>
                    <a:pt x="4641459" y="1226281"/>
                  </a:lnTo>
                  <a:lnTo>
                    <a:pt x="4724342" y="1226418"/>
                  </a:lnTo>
                  <a:lnTo>
                    <a:pt x="4807225" y="1225865"/>
                  </a:lnTo>
                  <a:lnTo>
                    <a:pt x="4890108" y="1224511"/>
                  </a:lnTo>
                  <a:lnTo>
                    <a:pt x="4972992" y="1222250"/>
                  </a:lnTo>
                  <a:lnTo>
                    <a:pt x="5055875" y="1218988"/>
                  </a:lnTo>
                  <a:lnTo>
                    <a:pt x="5138758" y="1214642"/>
                  </a:lnTo>
                  <a:lnTo>
                    <a:pt x="5221641" y="1209152"/>
                  </a:lnTo>
                  <a:lnTo>
                    <a:pt x="5304524" y="1202474"/>
                  </a:lnTo>
                  <a:lnTo>
                    <a:pt x="5387408" y="1194582"/>
                  </a:lnTo>
                  <a:lnTo>
                    <a:pt x="5470291" y="1185464"/>
                  </a:lnTo>
                  <a:lnTo>
                    <a:pt x="5553174" y="1175117"/>
                  </a:lnTo>
                  <a:lnTo>
                    <a:pt x="5636057" y="1163550"/>
                  </a:lnTo>
                  <a:lnTo>
                    <a:pt x="5718940" y="1150773"/>
                  </a:lnTo>
                  <a:lnTo>
                    <a:pt x="5801824" y="1136801"/>
                  </a:lnTo>
                  <a:lnTo>
                    <a:pt x="5884707" y="1121652"/>
                  </a:lnTo>
                  <a:lnTo>
                    <a:pt x="5967590" y="1105342"/>
                  </a:lnTo>
                  <a:lnTo>
                    <a:pt x="6015395" y="1095276"/>
                  </a:lnTo>
                  <a:lnTo>
                    <a:pt x="6015395" y="1540888"/>
                  </a:lnTo>
                  <a:lnTo>
                    <a:pt x="5777337" y="1540888"/>
                  </a:lnTo>
                  <a:lnTo>
                    <a:pt x="5718940" y="1529401"/>
                  </a:lnTo>
                  <a:lnTo>
                    <a:pt x="5636057" y="1513978"/>
                  </a:lnTo>
                  <a:lnTo>
                    <a:pt x="5553174" y="1499452"/>
                  </a:lnTo>
                  <a:lnTo>
                    <a:pt x="5470291" y="1485838"/>
                  </a:lnTo>
                  <a:lnTo>
                    <a:pt x="5387408" y="1473144"/>
                  </a:lnTo>
                  <a:lnTo>
                    <a:pt x="5304524" y="1461373"/>
                  </a:lnTo>
                  <a:lnTo>
                    <a:pt x="5221641" y="1450514"/>
                  </a:lnTo>
                  <a:lnTo>
                    <a:pt x="5138758" y="1440544"/>
                  </a:lnTo>
                  <a:lnTo>
                    <a:pt x="5055875" y="1431422"/>
                  </a:lnTo>
                  <a:lnTo>
                    <a:pt x="4972992" y="1423089"/>
                  </a:lnTo>
                  <a:lnTo>
                    <a:pt x="4890108" y="1415468"/>
                  </a:lnTo>
                  <a:lnTo>
                    <a:pt x="4807225" y="1408466"/>
                  </a:lnTo>
                  <a:lnTo>
                    <a:pt x="4724342" y="1401979"/>
                  </a:lnTo>
                  <a:lnTo>
                    <a:pt x="4641459" y="1395899"/>
                  </a:lnTo>
                  <a:lnTo>
                    <a:pt x="4558576" y="1390124"/>
                  </a:lnTo>
                  <a:lnTo>
                    <a:pt x="4475692" y="1384564"/>
                  </a:lnTo>
                  <a:lnTo>
                    <a:pt x="4392809" y="1379150"/>
                  </a:lnTo>
                  <a:lnTo>
                    <a:pt x="4309926" y="1373840"/>
                  </a:lnTo>
                  <a:lnTo>
                    <a:pt x="4227043" y="1368396"/>
                  </a:lnTo>
                  <a:lnTo>
                    <a:pt x="4144160" y="1362612"/>
                  </a:lnTo>
                  <a:lnTo>
                    <a:pt x="4061276" y="1356702"/>
                  </a:lnTo>
                  <a:lnTo>
                    <a:pt x="3978393" y="1350855"/>
                  </a:lnTo>
                  <a:lnTo>
                    <a:pt x="3895510" y="1345178"/>
                  </a:lnTo>
                  <a:lnTo>
                    <a:pt x="3812627" y="1339658"/>
                  </a:lnTo>
                  <a:lnTo>
                    <a:pt x="3729744" y="1334165"/>
                  </a:lnTo>
                  <a:lnTo>
                    <a:pt x="3646860" y="1327473"/>
                  </a:lnTo>
                  <a:lnTo>
                    <a:pt x="3563977" y="1318571"/>
                  </a:lnTo>
                  <a:lnTo>
                    <a:pt x="3481094" y="1309244"/>
                  </a:lnTo>
                  <a:lnTo>
                    <a:pt x="3398211" y="1300808"/>
                  </a:lnTo>
                  <a:lnTo>
                    <a:pt x="3315328" y="1293846"/>
                  </a:lnTo>
                  <a:lnTo>
                    <a:pt x="3232444" y="1286545"/>
                  </a:lnTo>
                  <a:lnTo>
                    <a:pt x="3149561" y="1278239"/>
                  </a:lnTo>
                  <a:lnTo>
                    <a:pt x="3066678" y="1271184"/>
                  </a:lnTo>
                  <a:lnTo>
                    <a:pt x="2983795" y="1266012"/>
                  </a:lnTo>
                  <a:lnTo>
                    <a:pt x="2900912" y="1263864"/>
                  </a:lnTo>
                  <a:lnTo>
                    <a:pt x="2818028" y="1264808"/>
                  </a:lnTo>
                  <a:lnTo>
                    <a:pt x="2735145" y="1266593"/>
                  </a:lnTo>
                  <a:lnTo>
                    <a:pt x="2652262" y="1265677"/>
                  </a:lnTo>
                  <a:lnTo>
                    <a:pt x="2569379" y="1261365"/>
                  </a:lnTo>
                  <a:lnTo>
                    <a:pt x="2486496" y="1258661"/>
                  </a:lnTo>
                  <a:lnTo>
                    <a:pt x="2403612" y="1255925"/>
                  </a:lnTo>
                  <a:lnTo>
                    <a:pt x="2320729" y="1250403"/>
                  </a:lnTo>
                  <a:lnTo>
                    <a:pt x="2237846" y="1239696"/>
                  </a:lnTo>
                  <a:lnTo>
                    <a:pt x="2154963" y="1227250"/>
                  </a:lnTo>
                  <a:lnTo>
                    <a:pt x="2072080" y="1213881"/>
                  </a:lnTo>
                  <a:lnTo>
                    <a:pt x="1989196" y="1199625"/>
                  </a:lnTo>
                  <a:lnTo>
                    <a:pt x="1906313" y="1184468"/>
                  </a:lnTo>
                  <a:lnTo>
                    <a:pt x="1823430" y="1168367"/>
                  </a:lnTo>
                  <a:lnTo>
                    <a:pt x="1740547" y="1151302"/>
                  </a:lnTo>
                  <a:lnTo>
                    <a:pt x="1657664" y="1133437"/>
                  </a:lnTo>
                  <a:lnTo>
                    <a:pt x="1574780" y="1114969"/>
                  </a:lnTo>
                  <a:lnTo>
                    <a:pt x="1491897" y="1096065"/>
                  </a:lnTo>
                  <a:lnTo>
                    <a:pt x="1409014" y="1076882"/>
                  </a:lnTo>
                  <a:lnTo>
                    <a:pt x="1326131" y="1057553"/>
                  </a:lnTo>
                  <a:lnTo>
                    <a:pt x="1243248" y="1038172"/>
                  </a:lnTo>
                  <a:lnTo>
                    <a:pt x="1160364" y="1018797"/>
                  </a:lnTo>
                  <a:lnTo>
                    <a:pt x="1077481" y="999452"/>
                  </a:lnTo>
                  <a:lnTo>
                    <a:pt x="994598" y="980137"/>
                  </a:lnTo>
                  <a:lnTo>
                    <a:pt x="911715" y="960832"/>
                  </a:lnTo>
                  <a:lnTo>
                    <a:pt x="828832" y="941509"/>
                  </a:lnTo>
                  <a:lnTo>
                    <a:pt x="745948" y="922132"/>
                  </a:lnTo>
                  <a:lnTo>
                    <a:pt x="663065" y="902667"/>
                  </a:lnTo>
                  <a:lnTo>
                    <a:pt x="580182" y="883078"/>
                  </a:lnTo>
                  <a:lnTo>
                    <a:pt x="497299" y="863332"/>
                  </a:lnTo>
                  <a:lnTo>
                    <a:pt x="414416" y="843398"/>
                  </a:lnTo>
                  <a:lnTo>
                    <a:pt x="331532" y="823248"/>
                  </a:lnTo>
                  <a:lnTo>
                    <a:pt x="248649" y="802856"/>
                  </a:lnTo>
                  <a:lnTo>
                    <a:pt x="165766" y="782197"/>
                  </a:lnTo>
                  <a:lnTo>
                    <a:pt x="82883" y="761250"/>
                  </a:lnTo>
                  <a:lnTo>
                    <a:pt x="0" y="73999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72465" y="3837571"/>
              <a:ext cx="6015395" cy="1226418"/>
            </a:xfrm>
            <a:custGeom>
              <a:avLst/>
              <a:pathLst>
                <a:path w="6015395" h="1226418">
                  <a:moveTo>
                    <a:pt x="0" y="0"/>
                  </a:moveTo>
                  <a:lnTo>
                    <a:pt x="82883" y="73569"/>
                  </a:lnTo>
                  <a:lnTo>
                    <a:pt x="165766" y="144681"/>
                  </a:lnTo>
                  <a:lnTo>
                    <a:pt x="248649" y="213320"/>
                  </a:lnTo>
                  <a:lnTo>
                    <a:pt x="331532" y="279468"/>
                  </a:lnTo>
                  <a:lnTo>
                    <a:pt x="414416" y="343108"/>
                  </a:lnTo>
                  <a:lnTo>
                    <a:pt x="497299" y="404217"/>
                  </a:lnTo>
                  <a:lnTo>
                    <a:pt x="580182" y="462772"/>
                  </a:lnTo>
                  <a:lnTo>
                    <a:pt x="663065" y="518746"/>
                  </a:lnTo>
                  <a:lnTo>
                    <a:pt x="745948" y="572111"/>
                  </a:lnTo>
                  <a:lnTo>
                    <a:pt x="828832" y="622836"/>
                  </a:lnTo>
                  <a:lnTo>
                    <a:pt x="911715" y="670891"/>
                  </a:lnTo>
                  <a:lnTo>
                    <a:pt x="994598" y="716246"/>
                  </a:lnTo>
                  <a:lnTo>
                    <a:pt x="1077481" y="758877"/>
                  </a:lnTo>
                  <a:lnTo>
                    <a:pt x="1160364" y="798768"/>
                  </a:lnTo>
                  <a:lnTo>
                    <a:pt x="1243248" y="835924"/>
                  </a:lnTo>
                  <a:lnTo>
                    <a:pt x="1326131" y="870374"/>
                  </a:lnTo>
                  <a:lnTo>
                    <a:pt x="1409014" y="902180"/>
                  </a:lnTo>
                  <a:lnTo>
                    <a:pt x="1491897" y="931443"/>
                  </a:lnTo>
                  <a:lnTo>
                    <a:pt x="1574780" y="958298"/>
                  </a:lnTo>
                  <a:lnTo>
                    <a:pt x="1657664" y="982908"/>
                  </a:lnTo>
                  <a:lnTo>
                    <a:pt x="1740547" y="1005444"/>
                  </a:lnTo>
                  <a:lnTo>
                    <a:pt x="1823430" y="1026141"/>
                  </a:lnTo>
                  <a:lnTo>
                    <a:pt x="1906313" y="1045283"/>
                  </a:lnTo>
                  <a:lnTo>
                    <a:pt x="1989196" y="1062911"/>
                  </a:lnTo>
                  <a:lnTo>
                    <a:pt x="2072080" y="1079045"/>
                  </a:lnTo>
                  <a:lnTo>
                    <a:pt x="2154963" y="1093732"/>
                  </a:lnTo>
                  <a:lnTo>
                    <a:pt x="2237846" y="1107069"/>
                  </a:lnTo>
                  <a:lnTo>
                    <a:pt x="2320729" y="1118671"/>
                  </a:lnTo>
                  <a:lnTo>
                    <a:pt x="2403612" y="1125784"/>
                  </a:lnTo>
                  <a:lnTo>
                    <a:pt x="2486496" y="1129393"/>
                  </a:lnTo>
                  <a:lnTo>
                    <a:pt x="2569379" y="1131787"/>
                  </a:lnTo>
                  <a:lnTo>
                    <a:pt x="2652262" y="1135898"/>
                  </a:lnTo>
                  <a:lnTo>
                    <a:pt x="2735145" y="1138079"/>
                  </a:lnTo>
                  <a:lnTo>
                    <a:pt x="2818028" y="1137046"/>
                  </a:lnTo>
                  <a:lnTo>
                    <a:pt x="2900912" y="1135231"/>
                  </a:lnTo>
                  <a:lnTo>
                    <a:pt x="2983795" y="1136353"/>
                  </a:lnTo>
                  <a:lnTo>
                    <a:pt x="3066678" y="1142043"/>
                  </a:lnTo>
                  <a:lnTo>
                    <a:pt x="3149561" y="1148970"/>
                  </a:lnTo>
                  <a:lnTo>
                    <a:pt x="3232444" y="1155374"/>
                  </a:lnTo>
                  <a:lnTo>
                    <a:pt x="3315328" y="1161147"/>
                  </a:lnTo>
                  <a:lnTo>
                    <a:pt x="3398211" y="1168190"/>
                  </a:lnTo>
                  <a:lnTo>
                    <a:pt x="3481094" y="1176288"/>
                  </a:lnTo>
                  <a:lnTo>
                    <a:pt x="3563977" y="1183982"/>
                  </a:lnTo>
                  <a:lnTo>
                    <a:pt x="3646860" y="1190543"/>
                  </a:lnTo>
                  <a:lnTo>
                    <a:pt x="3729744" y="1195801"/>
                  </a:lnTo>
                  <a:lnTo>
                    <a:pt x="3812627" y="1200586"/>
                  </a:lnTo>
                  <a:lnTo>
                    <a:pt x="3895510" y="1205131"/>
                  </a:lnTo>
                  <a:lnTo>
                    <a:pt x="3978393" y="1209224"/>
                  </a:lnTo>
                  <a:lnTo>
                    <a:pt x="4061276" y="1212768"/>
                  </a:lnTo>
                  <a:lnTo>
                    <a:pt x="4144160" y="1215787"/>
                  </a:lnTo>
                  <a:lnTo>
                    <a:pt x="4227043" y="1218387"/>
                  </a:lnTo>
                  <a:lnTo>
                    <a:pt x="4309926" y="1220701"/>
                  </a:lnTo>
                  <a:lnTo>
                    <a:pt x="4392809" y="1222711"/>
                  </a:lnTo>
                  <a:lnTo>
                    <a:pt x="4475692" y="1224345"/>
                  </a:lnTo>
                  <a:lnTo>
                    <a:pt x="4558576" y="1225559"/>
                  </a:lnTo>
                  <a:lnTo>
                    <a:pt x="4641459" y="1226281"/>
                  </a:lnTo>
                  <a:lnTo>
                    <a:pt x="4724342" y="1226418"/>
                  </a:lnTo>
                  <a:lnTo>
                    <a:pt x="4807225" y="1225865"/>
                  </a:lnTo>
                  <a:lnTo>
                    <a:pt x="4890108" y="1224511"/>
                  </a:lnTo>
                  <a:lnTo>
                    <a:pt x="4972992" y="1222250"/>
                  </a:lnTo>
                  <a:lnTo>
                    <a:pt x="5055875" y="1218988"/>
                  </a:lnTo>
                  <a:lnTo>
                    <a:pt x="5138758" y="1214642"/>
                  </a:lnTo>
                  <a:lnTo>
                    <a:pt x="5221641" y="1209152"/>
                  </a:lnTo>
                  <a:lnTo>
                    <a:pt x="5304524" y="1202474"/>
                  </a:lnTo>
                  <a:lnTo>
                    <a:pt x="5387408" y="1194582"/>
                  </a:lnTo>
                  <a:lnTo>
                    <a:pt x="5470291" y="1185464"/>
                  </a:lnTo>
                  <a:lnTo>
                    <a:pt x="5553174" y="1175117"/>
                  </a:lnTo>
                  <a:lnTo>
                    <a:pt x="5636057" y="1163550"/>
                  </a:lnTo>
                  <a:lnTo>
                    <a:pt x="5718940" y="1150773"/>
                  </a:lnTo>
                  <a:lnTo>
                    <a:pt x="5801824" y="1136801"/>
                  </a:lnTo>
                  <a:lnTo>
                    <a:pt x="5884707" y="1121652"/>
                  </a:lnTo>
                  <a:lnTo>
                    <a:pt x="5967590" y="1105342"/>
                  </a:lnTo>
                  <a:lnTo>
                    <a:pt x="6015395" y="10952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072465" y="4577567"/>
              <a:ext cx="5777337" cy="800892"/>
            </a:xfrm>
            <a:custGeom>
              <a:avLst/>
              <a:pathLst>
                <a:path w="5777337" h="800892">
                  <a:moveTo>
                    <a:pt x="5777337" y="800892"/>
                  </a:moveTo>
                  <a:lnTo>
                    <a:pt x="5718940" y="789406"/>
                  </a:lnTo>
                  <a:lnTo>
                    <a:pt x="5636057" y="773983"/>
                  </a:lnTo>
                  <a:lnTo>
                    <a:pt x="5553174" y="759457"/>
                  </a:lnTo>
                  <a:lnTo>
                    <a:pt x="5470291" y="745842"/>
                  </a:lnTo>
                  <a:lnTo>
                    <a:pt x="5387408" y="733148"/>
                  </a:lnTo>
                  <a:lnTo>
                    <a:pt x="5304524" y="721377"/>
                  </a:lnTo>
                  <a:lnTo>
                    <a:pt x="5221641" y="710518"/>
                  </a:lnTo>
                  <a:lnTo>
                    <a:pt x="5138758" y="700548"/>
                  </a:lnTo>
                  <a:lnTo>
                    <a:pt x="5055875" y="691426"/>
                  </a:lnTo>
                  <a:lnTo>
                    <a:pt x="4972992" y="683094"/>
                  </a:lnTo>
                  <a:lnTo>
                    <a:pt x="4890108" y="675473"/>
                  </a:lnTo>
                  <a:lnTo>
                    <a:pt x="4807225" y="668470"/>
                  </a:lnTo>
                  <a:lnTo>
                    <a:pt x="4724342" y="661983"/>
                  </a:lnTo>
                  <a:lnTo>
                    <a:pt x="4641459" y="655903"/>
                  </a:lnTo>
                  <a:lnTo>
                    <a:pt x="4558576" y="650128"/>
                  </a:lnTo>
                  <a:lnTo>
                    <a:pt x="4475692" y="644568"/>
                  </a:lnTo>
                  <a:lnTo>
                    <a:pt x="4392809" y="639154"/>
                  </a:lnTo>
                  <a:lnTo>
                    <a:pt x="4309926" y="633844"/>
                  </a:lnTo>
                  <a:lnTo>
                    <a:pt x="4227043" y="628400"/>
                  </a:lnTo>
                  <a:lnTo>
                    <a:pt x="4144160" y="622617"/>
                  </a:lnTo>
                  <a:lnTo>
                    <a:pt x="4061276" y="616706"/>
                  </a:lnTo>
                  <a:lnTo>
                    <a:pt x="3978393" y="610860"/>
                  </a:lnTo>
                  <a:lnTo>
                    <a:pt x="3895510" y="605182"/>
                  </a:lnTo>
                  <a:lnTo>
                    <a:pt x="3812627" y="599662"/>
                  </a:lnTo>
                  <a:lnTo>
                    <a:pt x="3729744" y="594170"/>
                  </a:lnTo>
                  <a:lnTo>
                    <a:pt x="3646860" y="587477"/>
                  </a:lnTo>
                  <a:lnTo>
                    <a:pt x="3563977" y="578576"/>
                  </a:lnTo>
                  <a:lnTo>
                    <a:pt x="3481094" y="569249"/>
                  </a:lnTo>
                  <a:lnTo>
                    <a:pt x="3398211" y="560812"/>
                  </a:lnTo>
                  <a:lnTo>
                    <a:pt x="3315328" y="553850"/>
                  </a:lnTo>
                  <a:lnTo>
                    <a:pt x="3232444" y="546549"/>
                  </a:lnTo>
                  <a:lnTo>
                    <a:pt x="3149561" y="538243"/>
                  </a:lnTo>
                  <a:lnTo>
                    <a:pt x="3066678" y="531188"/>
                  </a:lnTo>
                  <a:lnTo>
                    <a:pt x="2983795" y="526016"/>
                  </a:lnTo>
                  <a:lnTo>
                    <a:pt x="2900912" y="523869"/>
                  </a:lnTo>
                  <a:lnTo>
                    <a:pt x="2818028" y="524813"/>
                  </a:lnTo>
                  <a:lnTo>
                    <a:pt x="2735145" y="526597"/>
                  </a:lnTo>
                  <a:lnTo>
                    <a:pt x="2652262" y="525682"/>
                  </a:lnTo>
                  <a:lnTo>
                    <a:pt x="2569379" y="521370"/>
                  </a:lnTo>
                  <a:lnTo>
                    <a:pt x="2486496" y="518666"/>
                  </a:lnTo>
                  <a:lnTo>
                    <a:pt x="2403612" y="515929"/>
                  </a:lnTo>
                  <a:lnTo>
                    <a:pt x="2320729" y="510407"/>
                  </a:lnTo>
                  <a:lnTo>
                    <a:pt x="2237846" y="499700"/>
                  </a:lnTo>
                  <a:lnTo>
                    <a:pt x="2154963" y="487254"/>
                  </a:lnTo>
                  <a:lnTo>
                    <a:pt x="2072080" y="473885"/>
                  </a:lnTo>
                  <a:lnTo>
                    <a:pt x="1989196" y="459629"/>
                  </a:lnTo>
                  <a:lnTo>
                    <a:pt x="1906313" y="444472"/>
                  </a:lnTo>
                  <a:lnTo>
                    <a:pt x="1823430" y="428372"/>
                  </a:lnTo>
                  <a:lnTo>
                    <a:pt x="1740547" y="411306"/>
                  </a:lnTo>
                  <a:lnTo>
                    <a:pt x="1657664" y="393441"/>
                  </a:lnTo>
                  <a:lnTo>
                    <a:pt x="1574780" y="374973"/>
                  </a:lnTo>
                  <a:lnTo>
                    <a:pt x="1491897" y="356069"/>
                  </a:lnTo>
                  <a:lnTo>
                    <a:pt x="1409014" y="336887"/>
                  </a:lnTo>
                  <a:lnTo>
                    <a:pt x="1326131" y="317557"/>
                  </a:lnTo>
                  <a:lnTo>
                    <a:pt x="1243248" y="298176"/>
                  </a:lnTo>
                  <a:lnTo>
                    <a:pt x="1160364" y="278801"/>
                  </a:lnTo>
                  <a:lnTo>
                    <a:pt x="1077481" y="259456"/>
                  </a:lnTo>
                  <a:lnTo>
                    <a:pt x="994598" y="240141"/>
                  </a:lnTo>
                  <a:lnTo>
                    <a:pt x="911715" y="220836"/>
                  </a:lnTo>
                  <a:lnTo>
                    <a:pt x="828832" y="201513"/>
                  </a:lnTo>
                  <a:lnTo>
                    <a:pt x="745948" y="182137"/>
                  </a:lnTo>
                  <a:lnTo>
                    <a:pt x="663065" y="162671"/>
                  </a:lnTo>
                  <a:lnTo>
                    <a:pt x="580182" y="143082"/>
                  </a:lnTo>
                  <a:lnTo>
                    <a:pt x="497299" y="123336"/>
                  </a:lnTo>
                  <a:lnTo>
                    <a:pt x="414416" y="103403"/>
                  </a:lnTo>
                  <a:lnTo>
                    <a:pt x="331532" y="83253"/>
                  </a:lnTo>
                  <a:lnTo>
                    <a:pt x="248649" y="62860"/>
                  </a:lnTo>
                  <a:lnTo>
                    <a:pt x="165766" y="42201"/>
                  </a:lnTo>
                  <a:lnTo>
                    <a:pt x="82883" y="212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72465" y="4207569"/>
              <a:ext cx="6015395" cy="973502"/>
            </a:xfrm>
            <a:custGeom>
              <a:avLst/>
              <a:pathLst>
                <a:path w="6015395" h="973502">
                  <a:moveTo>
                    <a:pt x="0" y="0"/>
                  </a:moveTo>
                  <a:lnTo>
                    <a:pt x="82883" y="47412"/>
                  </a:lnTo>
                  <a:lnTo>
                    <a:pt x="165766" y="93441"/>
                  </a:lnTo>
                  <a:lnTo>
                    <a:pt x="248649" y="138090"/>
                  </a:lnTo>
                  <a:lnTo>
                    <a:pt x="331532" y="181360"/>
                  </a:lnTo>
                  <a:lnTo>
                    <a:pt x="414416" y="223255"/>
                  </a:lnTo>
                  <a:lnTo>
                    <a:pt x="497299" y="263777"/>
                  </a:lnTo>
                  <a:lnTo>
                    <a:pt x="580182" y="302927"/>
                  </a:lnTo>
                  <a:lnTo>
                    <a:pt x="663065" y="340709"/>
                  </a:lnTo>
                  <a:lnTo>
                    <a:pt x="745948" y="377124"/>
                  </a:lnTo>
                  <a:lnTo>
                    <a:pt x="828832" y="412175"/>
                  </a:lnTo>
                  <a:lnTo>
                    <a:pt x="911715" y="445864"/>
                  </a:lnTo>
                  <a:lnTo>
                    <a:pt x="994598" y="478194"/>
                  </a:lnTo>
                  <a:lnTo>
                    <a:pt x="1077481" y="509166"/>
                  </a:lnTo>
                  <a:lnTo>
                    <a:pt x="1160364" y="538784"/>
                  </a:lnTo>
                  <a:lnTo>
                    <a:pt x="1243248" y="567050"/>
                  </a:lnTo>
                  <a:lnTo>
                    <a:pt x="1326131" y="593966"/>
                  </a:lnTo>
                  <a:lnTo>
                    <a:pt x="1409014" y="619534"/>
                  </a:lnTo>
                  <a:lnTo>
                    <a:pt x="1491897" y="643756"/>
                  </a:lnTo>
                  <a:lnTo>
                    <a:pt x="1574780" y="666636"/>
                  </a:lnTo>
                  <a:lnTo>
                    <a:pt x="1657664" y="688174"/>
                  </a:lnTo>
                  <a:lnTo>
                    <a:pt x="1740547" y="708375"/>
                  </a:lnTo>
                  <a:lnTo>
                    <a:pt x="1823430" y="727256"/>
                  </a:lnTo>
                  <a:lnTo>
                    <a:pt x="1906313" y="744877"/>
                  </a:lnTo>
                  <a:lnTo>
                    <a:pt x="1989196" y="761270"/>
                  </a:lnTo>
                  <a:lnTo>
                    <a:pt x="2072080" y="776465"/>
                  </a:lnTo>
                  <a:lnTo>
                    <a:pt x="2154963" y="790493"/>
                  </a:lnTo>
                  <a:lnTo>
                    <a:pt x="2237846" y="803384"/>
                  </a:lnTo>
                  <a:lnTo>
                    <a:pt x="2320729" y="814539"/>
                  </a:lnTo>
                  <a:lnTo>
                    <a:pt x="2403612" y="820857"/>
                  </a:lnTo>
                  <a:lnTo>
                    <a:pt x="2486496" y="824029"/>
                  </a:lnTo>
                  <a:lnTo>
                    <a:pt x="2569379" y="826578"/>
                  </a:lnTo>
                  <a:lnTo>
                    <a:pt x="2652262" y="830790"/>
                  </a:lnTo>
                  <a:lnTo>
                    <a:pt x="2735145" y="832338"/>
                  </a:lnTo>
                  <a:lnTo>
                    <a:pt x="2818028" y="830929"/>
                  </a:lnTo>
                  <a:lnTo>
                    <a:pt x="2900912" y="829550"/>
                  </a:lnTo>
                  <a:lnTo>
                    <a:pt x="2983795" y="831185"/>
                  </a:lnTo>
                  <a:lnTo>
                    <a:pt x="3066678" y="836615"/>
                  </a:lnTo>
                  <a:lnTo>
                    <a:pt x="3149561" y="843606"/>
                  </a:lnTo>
                  <a:lnTo>
                    <a:pt x="3232444" y="850962"/>
                  </a:lnTo>
                  <a:lnTo>
                    <a:pt x="3315328" y="857499"/>
                  </a:lnTo>
                  <a:lnTo>
                    <a:pt x="3398211" y="864501"/>
                  </a:lnTo>
                  <a:lnTo>
                    <a:pt x="3481094" y="872768"/>
                  </a:lnTo>
                  <a:lnTo>
                    <a:pt x="3563977" y="881279"/>
                  </a:lnTo>
                  <a:lnTo>
                    <a:pt x="3646860" y="889010"/>
                  </a:lnTo>
                  <a:lnTo>
                    <a:pt x="3729744" y="894985"/>
                  </a:lnTo>
                  <a:lnTo>
                    <a:pt x="3812627" y="900124"/>
                  </a:lnTo>
                  <a:lnTo>
                    <a:pt x="3895510" y="905157"/>
                  </a:lnTo>
                  <a:lnTo>
                    <a:pt x="3978393" y="910042"/>
                  </a:lnTo>
                  <a:lnTo>
                    <a:pt x="4061276" y="914737"/>
                  </a:lnTo>
                  <a:lnTo>
                    <a:pt x="4144160" y="919202"/>
                  </a:lnTo>
                  <a:lnTo>
                    <a:pt x="4227043" y="923394"/>
                  </a:lnTo>
                  <a:lnTo>
                    <a:pt x="4309926" y="927272"/>
                  </a:lnTo>
                  <a:lnTo>
                    <a:pt x="4392809" y="930933"/>
                  </a:lnTo>
                  <a:lnTo>
                    <a:pt x="4475692" y="934457"/>
                  </a:lnTo>
                  <a:lnTo>
                    <a:pt x="4558576" y="937844"/>
                  </a:lnTo>
                  <a:lnTo>
                    <a:pt x="4641459" y="941092"/>
                  </a:lnTo>
                  <a:lnTo>
                    <a:pt x="4724342" y="944200"/>
                  </a:lnTo>
                  <a:lnTo>
                    <a:pt x="4807225" y="947167"/>
                  </a:lnTo>
                  <a:lnTo>
                    <a:pt x="4890108" y="949992"/>
                  </a:lnTo>
                  <a:lnTo>
                    <a:pt x="4972992" y="952672"/>
                  </a:lnTo>
                  <a:lnTo>
                    <a:pt x="5055875" y="955207"/>
                  </a:lnTo>
                  <a:lnTo>
                    <a:pt x="5138758" y="957595"/>
                  </a:lnTo>
                  <a:lnTo>
                    <a:pt x="5221641" y="959835"/>
                  </a:lnTo>
                  <a:lnTo>
                    <a:pt x="5304524" y="961925"/>
                  </a:lnTo>
                  <a:lnTo>
                    <a:pt x="5387408" y="963865"/>
                  </a:lnTo>
                  <a:lnTo>
                    <a:pt x="5470291" y="965653"/>
                  </a:lnTo>
                  <a:lnTo>
                    <a:pt x="5553174" y="967287"/>
                  </a:lnTo>
                  <a:lnTo>
                    <a:pt x="5636057" y="968766"/>
                  </a:lnTo>
                  <a:lnTo>
                    <a:pt x="5718940" y="970089"/>
                  </a:lnTo>
                  <a:lnTo>
                    <a:pt x="5801824" y="971255"/>
                  </a:lnTo>
                  <a:lnTo>
                    <a:pt x="5884707" y="972261"/>
                  </a:lnTo>
                  <a:lnTo>
                    <a:pt x="5967590" y="973107"/>
                  </a:lnTo>
                  <a:lnTo>
                    <a:pt x="6015395" y="97350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072465" y="4134321"/>
              <a:ext cx="6015395" cy="1244138"/>
            </a:xfrm>
            <a:custGeom>
              <a:avLst/>
              <a:pathLst>
                <a:path w="6015395" h="1244138">
                  <a:moveTo>
                    <a:pt x="0" y="0"/>
                  </a:moveTo>
                  <a:lnTo>
                    <a:pt x="82883" y="53838"/>
                  </a:lnTo>
                  <a:lnTo>
                    <a:pt x="165766" y="105804"/>
                  </a:lnTo>
                  <a:lnTo>
                    <a:pt x="248649" y="155904"/>
                  </a:lnTo>
                  <a:lnTo>
                    <a:pt x="331532" y="204146"/>
                  </a:lnTo>
                  <a:lnTo>
                    <a:pt x="414416" y="250535"/>
                  </a:lnTo>
                  <a:lnTo>
                    <a:pt x="497299" y="295075"/>
                  </a:lnTo>
                  <a:lnTo>
                    <a:pt x="580182" y="337765"/>
                  </a:lnTo>
                  <a:lnTo>
                    <a:pt x="663065" y="378604"/>
                  </a:lnTo>
                  <a:lnTo>
                    <a:pt x="745948" y="417587"/>
                  </a:lnTo>
                  <a:lnTo>
                    <a:pt x="828832" y="454709"/>
                  </a:lnTo>
                  <a:lnTo>
                    <a:pt x="911715" y="489963"/>
                  </a:lnTo>
                  <a:lnTo>
                    <a:pt x="994598" y="523344"/>
                  </a:lnTo>
                  <a:lnTo>
                    <a:pt x="1077481" y="554852"/>
                  </a:lnTo>
                  <a:lnTo>
                    <a:pt x="1160364" y="584497"/>
                  </a:lnTo>
                  <a:lnTo>
                    <a:pt x="1243248" y="612305"/>
                  </a:lnTo>
                  <a:lnTo>
                    <a:pt x="1326131" y="638331"/>
                  </a:lnTo>
                  <a:lnTo>
                    <a:pt x="1409014" y="662659"/>
                  </a:lnTo>
                  <a:lnTo>
                    <a:pt x="1491897" y="685414"/>
                  </a:lnTo>
                  <a:lnTo>
                    <a:pt x="1574780" y="706752"/>
                  </a:lnTo>
                  <a:lnTo>
                    <a:pt x="1657664" y="726859"/>
                  </a:lnTo>
                  <a:lnTo>
                    <a:pt x="1740547" y="745929"/>
                  </a:lnTo>
                  <a:lnTo>
                    <a:pt x="1823430" y="764240"/>
                  </a:lnTo>
                  <a:lnTo>
                    <a:pt x="1906313" y="781988"/>
                  </a:lnTo>
                  <a:lnTo>
                    <a:pt x="1989196" y="798921"/>
                  </a:lnTo>
                  <a:lnTo>
                    <a:pt x="2072080" y="814757"/>
                  </a:lnTo>
                  <a:lnTo>
                    <a:pt x="2154963" y="829241"/>
                  </a:lnTo>
                  <a:lnTo>
                    <a:pt x="2237846" y="842170"/>
                  </a:lnTo>
                  <a:lnTo>
                    <a:pt x="2320729" y="853175"/>
                  </a:lnTo>
                  <a:lnTo>
                    <a:pt x="2403612" y="860971"/>
                  </a:lnTo>
                  <a:lnTo>
                    <a:pt x="2486496" y="865871"/>
                  </a:lnTo>
                  <a:lnTo>
                    <a:pt x="2569379" y="869086"/>
                  </a:lnTo>
                  <a:lnTo>
                    <a:pt x="2652262" y="872500"/>
                  </a:lnTo>
                  <a:lnTo>
                    <a:pt x="2735145" y="872896"/>
                  </a:lnTo>
                  <a:lnTo>
                    <a:pt x="2818028" y="869526"/>
                  </a:lnTo>
                  <a:lnTo>
                    <a:pt x="2900912" y="864902"/>
                  </a:lnTo>
                  <a:lnTo>
                    <a:pt x="2983795" y="862807"/>
                  </a:lnTo>
                  <a:lnTo>
                    <a:pt x="3066678" y="863085"/>
                  </a:lnTo>
                  <a:lnTo>
                    <a:pt x="3149561" y="861919"/>
                  </a:lnTo>
                  <a:lnTo>
                    <a:pt x="3232444" y="860048"/>
                  </a:lnTo>
                  <a:lnTo>
                    <a:pt x="3315328" y="859826"/>
                  </a:lnTo>
                  <a:lnTo>
                    <a:pt x="3398211" y="861764"/>
                  </a:lnTo>
                  <a:lnTo>
                    <a:pt x="3481094" y="863994"/>
                  </a:lnTo>
                  <a:lnTo>
                    <a:pt x="3563977" y="865823"/>
                  </a:lnTo>
                  <a:lnTo>
                    <a:pt x="3646860" y="867281"/>
                  </a:lnTo>
                  <a:lnTo>
                    <a:pt x="3729744" y="868914"/>
                  </a:lnTo>
                  <a:lnTo>
                    <a:pt x="3812627" y="870831"/>
                  </a:lnTo>
                  <a:lnTo>
                    <a:pt x="3895510" y="872735"/>
                  </a:lnTo>
                  <a:lnTo>
                    <a:pt x="3978393" y="874483"/>
                  </a:lnTo>
                  <a:lnTo>
                    <a:pt x="4061276" y="876046"/>
                  </a:lnTo>
                  <a:lnTo>
                    <a:pt x="4144160" y="877513"/>
                  </a:lnTo>
                  <a:lnTo>
                    <a:pt x="4227043" y="879057"/>
                  </a:lnTo>
                  <a:lnTo>
                    <a:pt x="4309926" y="880872"/>
                  </a:lnTo>
                  <a:lnTo>
                    <a:pt x="4392809" y="882795"/>
                  </a:lnTo>
                  <a:lnTo>
                    <a:pt x="4475692" y="884622"/>
                  </a:lnTo>
                  <a:lnTo>
                    <a:pt x="4558576" y="886313"/>
                  </a:lnTo>
                  <a:lnTo>
                    <a:pt x="4641459" y="887798"/>
                  </a:lnTo>
                  <a:lnTo>
                    <a:pt x="4724342" y="888989"/>
                  </a:lnTo>
                  <a:lnTo>
                    <a:pt x="4807225" y="889781"/>
                  </a:lnTo>
                  <a:lnTo>
                    <a:pt x="4890108" y="890070"/>
                  </a:lnTo>
                  <a:lnTo>
                    <a:pt x="4972992" y="889752"/>
                  </a:lnTo>
                  <a:lnTo>
                    <a:pt x="5055875" y="888734"/>
                  </a:lnTo>
                  <a:lnTo>
                    <a:pt x="5138758" y="886939"/>
                  </a:lnTo>
                  <a:lnTo>
                    <a:pt x="5221641" y="884308"/>
                  </a:lnTo>
                  <a:lnTo>
                    <a:pt x="5304524" y="880800"/>
                  </a:lnTo>
                  <a:lnTo>
                    <a:pt x="5387408" y="876391"/>
                  </a:lnTo>
                  <a:lnTo>
                    <a:pt x="5470291" y="871071"/>
                  </a:lnTo>
                  <a:lnTo>
                    <a:pt x="5553174" y="864841"/>
                  </a:lnTo>
                  <a:lnTo>
                    <a:pt x="5636057" y="857710"/>
                  </a:lnTo>
                  <a:lnTo>
                    <a:pt x="5718940" y="849690"/>
                  </a:lnTo>
                  <a:lnTo>
                    <a:pt x="5801824" y="840799"/>
                  </a:lnTo>
                  <a:lnTo>
                    <a:pt x="5884707" y="831055"/>
                  </a:lnTo>
                  <a:lnTo>
                    <a:pt x="5967590" y="820477"/>
                  </a:lnTo>
                  <a:lnTo>
                    <a:pt x="6015395" y="813906"/>
                  </a:lnTo>
                  <a:lnTo>
                    <a:pt x="6015395" y="1244138"/>
                  </a:lnTo>
                  <a:lnTo>
                    <a:pt x="5798905" y="1244138"/>
                  </a:lnTo>
                  <a:lnTo>
                    <a:pt x="5718940" y="1223853"/>
                  </a:lnTo>
                  <a:lnTo>
                    <a:pt x="5636057" y="1204006"/>
                  </a:lnTo>
                  <a:lnTo>
                    <a:pt x="5553174" y="1185351"/>
                  </a:lnTo>
                  <a:lnTo>
                    <a:pt x="5470291" y="1167903"/>
                  </a:lnTo>
                  <a:lnTo>
                    <a:pt x="5387408" y="1151668"/>
                  </a:lnTo>
                  <a:lnTo>
                    <a:pt x="5304524" y="1136645"/>
                  </a:lnTo>
                  <a:lnTo>
                    <a:pt x="5221641" y="1122823"/>
                  </a:lnTo>
                  <a:lnTo>
                    <a:pt x="5138758" y="1110176"/>
                  </a:lnTo>
                  <a:lnTo>
                    <a:pt x="5055875" y="1098663"/>
                  </a:lnTo>
                  <a:lnTo>
                    <a:pt x="4972992" y="1088222"/>
                  </a:lnTo>
                  <a:lnTo>
                    <a:pt x="4890108" y="1078776"/>
                  </a:lnTo>
                  <a:lnTo>
                    <a:pt x="4807225" y="1070229"/>
                  </a:lnTo>
                  <a:lnTo>
                    <a:pt x="4724342" y="1062479"/>
                  </a:lnTo>
                  <a:lnTo>
                    <a:pt x="4641459" y="1055416"/>
                  </a:lnTo>
                  <a:lnTo>
                    <a:pt x="4558576" y="1048937"/>
                  </a:lnTo>
                  <a:lnTo>
                    <a:pt x="4475692" y="1042951"/>
                  </a:lnTo>
                  <a:lnTo>
                    <a:pt x="4392809" y="1037388"/>
                  </a:lnTo>
                  <a:lnTo>
                    <a:pt x="4309926" y="1032205"/>
                  </a:lnTo>
                  <a:lnTo>
                    <a:pt x="4227043" y="1027297"/>
                  </a:lnTo>
                  <a:lnTo>
                    <a:pt x="4144160" y="1022607"/>
                  </a:lnTo>
                  <a:lnTo>
                    <a:pt x="4061276" y="1018282"/>
                  </a:lnTo>
                  <a:lnTo>
                    <a:pt x="3978393" y="1014444"/>
                  </a:lnTo>
                  <a:lnTo>
                    <a:pt x="3895510" y="1011130"/>
                  </a:lnTo>
                  <a:lnTo>
                    <a:pt x="3812627" y="1008263"/>
                  </a:lnTo>
                  <a:lnTo>
                    <a:pt x="3729744" y="1005647"/>
                  </a:lnTo>
                  <a:lnTo>
                    <a:pt x="3646860" y="1002596"/>
                  </a:lnTo>
                  <a:lnTo>
                    <a:pt x="3563977" y="998826"/>
                  </a:lnTo>
                  <a:lnTo>
                    <a:pt x="3481094" y="995383"/>
                  </a:lnTo>
                  <a:lnTo>
                    <a:pt x="3398211" y="992818"/>
                  </a:lnTo>
                  <a:lnTo>
                    <a:pt x="3315328" y="990959"/>
                  </a:lnTo>
                  <a:lnTo>
                    <a:pt x="3232444" y="989672"/>
                  </a:lnTo>
                  <a:lnTo>
                    <a:pt x="3149561" y="989664"/>
                  </a:lnTo>
                  <a:lnTo>
                    <a:pt x="3066678" y="990702"/>
                  </a:lnTo>
                  <a:lnTo>
                    <a:pt x="2983795" y="990937"/>
                  </a:lnTo>
                  <a:lnTo>
                    <a:pt x="2900912" y="992018"/>
                  </a:lnTo>
                  <a:lnTo>
                    <a:pt x="2818028" y="995782"/>
                  </a:lnTo>
                  <a:lnTo>
                    <a:pt x="2735145" y="999894"/>
                  </a:lnTo>
                  <a:lnTo>
                    <a:pt x="2652262" y="1000749"/>
                  </a:lnTo>
                  <a:lnTo>
                    <a:pt x="2569379" y="997136"/>
                  </a:lnTo>
                  <a:lnTo>
                    <a:pt x="2486496" y="993615"/>
                  </a:lnTo>
                  <a:lnTo>
                    <a:pt x="2403612" y="989577"/>
                  </a:lnTo>
                  <a:lnTo>
                    <a:pt x="2320729" y="983353"/>
                  </a:lnTo>
                  <a:lnTo>
                    <a:pt x="2237846" y="973232"/>
                  </a:lnTo>
                  <a:lnTo>
                    <a:pt x="2154963" y="961185"/>
                  </a:lnTo>
                  <a:lnTo>
                    <a:pt x="2072080" y="948003"/>
                  </a:lnTo>
                  <a:lnTo>
                    <a:pt x="1989196" y="934023"/>
                  </a:lnTo>
                  <a:lnTo>
                    <a:pt x="1906313" y="919532"/>
                  </a:lnTo>
                  <a:lnTo>
                    <a:pt x="1823430" y="904789"/>
                  </a:lnTo>
                  <a:lnTo>
                    <a:pt x="1740547" y="890067"/>
                  </a:lnTo>
                  <a:lnTo>
                    <a:pt x="1657664" y="875613"/>
                  </a:lnTo>
                  <a:lnTo>
                    <a:pt x="1574780" y="861575"/>
                  </a:lnTo>
                  <a:lnTo>
                    <a:pt x="1491897" y="848094"/>
                  </a:lnTo>
                  <a:lnTo>
                    <a:pt x="1409014" y="835301"/>
                  </a:lnTo>
                  <a:lnTo>
                    <a:pt x="1326131" y="823302"/>
                  </a:lnTo>
                  <a:lnTo>
                    <a:pt x="1243248" y="812168"/>
                  </a:lnTo>
                  <a:lnTo>
                    <a:pt x="1160364" y="801930"/>
                  </a:lnTo>
                  <a:lnTo>
                    <a:pt x="1077481" y="792591"/>
                  </a:lnTo>
                  <a:lnTo>
                    <a:pt x="994598" y="784123"/>
                  </a:lnTo>
                  <a:lnTo>
                    <a:pt x="911715" y="776485"/>
                  </a:lnTo>
                  <a:lnTo>
                    <a:pt x="828832" y="769623"/>
                  </a:lnTo>
                  <a:lnTo>
                    <a:pt x="745948" y="763481"/>
                  </a:lnTo>
                  <a:lnTo>
                    <a:pt x="663065" y="757997"/>
                  </a:lnTo>
                  <a:lnTo>
                    <a:pt x="580182" y="753114"/>
                  </a:lnTo>
                  <a:lnTo>
                    <a:pt x="497299" y="748775"/>
                  </a:lnTo>
                  <a:lnTo>
                    <a:pt x="414416" y="744926"/>
                  </a:lnTo>
                  <a:lnTo>
                    <a:pt x="331532" y="741513"/>
                  </a:lnTo>
                  <a:lnTo>
                    <a:pt x="248649" y="738488"/>
                  </a:lnTo>
                  <a:lnTo>
                    <a:pt x="165766" y="735802"/>
                  </a:lnTo>
                  <a:lnTo>
                    <a:pt x="82883" y="733410"/>
                  </a:lnTo>
                  <a:lnTo>
                    <a:pt x="0" y="73126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72465" y="4134321"/>
              <a:ext cx="6015395" cy="890070"/>
            </a:xfrm>
            <a:custGeom>
              <a:avLst/>
              <a:pathLst>
                <a:path w="6015395" h="890070">
                  <a:moveTo>
                    <a:pt x="0" y="0"/>
                  </a:moveTo>
                  <a:lnTo>
                    <a:pt x="82883" y="53838"/>
                  </a:lnTo>
                  <a:lnTo>
                    <a:pt x="165766" y="105804"/>
                  </a:lnTo>
                  <a:lnTo>
                    <a:pt x="248649" y="155904"/>
                  </a:lnTo>
                  <a:lnTo>
                    <a:pt x="331532" y="204146"/>
                  </a:lnTo>
                  <a:lnTo>
                    <a:pt x="414416" y="250535"/>
                  </a:lnTo>
                  <a:lnTo>
                    <a:pt x="497299" y="295075"/>
                  </a:lnTo>
                  <a:lnTo>
                    <a:pt x="580182" y="337765"/>
                  </a:lnTo>
                  <a:lnTo>
                    <a:pt x="663065" y="378604"/>
                  </a:lnTo>
                  <a:lnTo>
                    <a:pt x="745948" y="417587"/>
                  </a:lnTo>
                  <a:lnTo>
                    <a:pt x="828832" y="454709"/>
                  </a:lnTo>
                  <a:lnTo>
                    <a:pt x="911715" y="489963"/>
                  </a:lnTo>
                  <a:lnTo>
                    <a:pt x="994598" y="523344"/>
                  </a:lnTo>
                  <a:lnTo>
                    <a:pt x="1077481" y="554852"/>
                  </a:lnTo>
                  <a:lnTo>
                    <a:pt x="1160364" y="584497"/>
                  </a:lnTo>
                  <a:lnTo>
                    <a:pt x="1243248" y="612305"/>
                  </a:lnTo>
                  <a:lnTo>
                    <a:pt x="1326131" y="638331"/>
                  </a:lnTo>
                  <a:lnTo>
                    <a:pt x="1409014" y="662659"/>
                  </a:lnTo>
                  <a:lnTo>
                    <a:pt x="1491897" y="685414"/>
                  </a:lnTo>
                  <a:lnTo>
                    <a:pt x="1574780" y="706752"/>
                  </a:lnTo>
                  <a:lnTo>
                    <a:pt x="1657664" y="726859"/>
                  </a:lnTo>
                  <a:lnTo>
                    <a:pt x="1740547" y="745929"/>
                  </a:lnTo>
                  <a:lnTo>
                    <a:pt x="1823430" y="764240"/>
                  </a:lnTo>
                  <a:lnTo>
                    <a:pt x="1906313" y="781988"/>
                  </a:lnTo>
                  <a:lnTo>
                    <a:pt x="1989196" y="798921"/>
                  </a:lnTo>
                  <a:lnTo>
                    <a:pt x="2072080" y="814757"/>
                  </a:lnTo>
                  <a:lnTo>
                    <a:pt x="2154963" y="829241"/>
                  </a:lnTo>
                  <a:lnTo>
                    <a:pt x="2237846" y="842170"/>
                  </a:lnTo>
                  <a:lnTo>
                    <a:pt x="2320729" y="853175"/>
                  </a:lnTo>
                  <a:lnTo>
                    <a:pt x="2403612" y="860971"/>
                  </a:lnTo>
                  <a:lnTo>
                    <a:pt x="2486496" y="865871"/>
                  </a:lnTo>
                  <a:lnTo>
                    <a:pt x="2569379" y="869086"/>
                  </a:lnTo>
                  <a:lnTo>
                    <a:pt x="2652262" y="872500"/>
                  </a:lnTo>
                  <a:lnTo>
                    <a:pt x="2735145" y="872896"/>
                  </a:lnTo>
                  <a:lnTo>
                    <a:pt x="2818028" y="869526"/>
                  </a:lnTo>
                  <a:lnTo>
                    <a:pt x="2900912" y="864902"/>
                  </a:lnTo>
                  <a:lnTo>
                    <a:pt x="2983795" y="862807"/>
                  </a:lnTo>
                  <a:lnTo>
                    <a:pt x="3066678" y="863085"/>
                  </a:lnTo>
                  <a:lnTo>
                    <a:pt x="3149561" y="861919"/>
                  </a:lnTo>
                  <a:lnTo>
                    <a:pt x="3232444" y="860048"/>
                  </a:lnTo>
                  <a:lnTo>
                    <a:pt x="3315328" y="859826"/>
                  </a:lnTo>
                  <a:lnTo>
                    <a:pt x="3398211" y="861764"/>
                  </a:lnTo>
                  <a:lnTo>
                    <a:pt x="3481094" y="863994"/>
                  </a:lnTo>
                  <a:lnTo>
                    <a:pt x="3563977" y="865823"/>
                  </a:lnTo>
                  <a:lnTo>
                    <a:pt x="3646860" y="867281"/>
                  </a:lnTo>
                  <a:lnTo>
                    <a:pt x="3729744" y="868914"/>
                  </a:lnTo>
                  <a:lnTo>
                    <a:pt x="3812627" y="870831"/>
                  </a:lnTo>
                  <a:lnTo>
                    <a:pt x="3895510" y="872735"/>
                  </a:lnTo>
                  <a:lnTo>
                    <a:pt x="3978393" y="874483"/>
                  </a:lnTo>
                  <a:lnTo>
                    <a:pt x="4061276" y="876046"/>
                  </a:lnTo>
                  <a:lnTo>
                    <a:pt x="4144160" y="877513"/>
                  </a:lnTo>
                  <a:lnTo>
                    <a:pt x="4227043" y="879057"/>
                  </a:lnTo>
                  <a:lnTo>
                    <a:pt x="4309926" y="880872"/>
                  </a:lnTo>
                  <a:lnTo>
                    <a:pt x="4392809" y="882795"/>
                  </a:lnTo>
                  <a:lnTo>
                    <a:pt x="4475692" y="884622"/>
                  </a:lnTo>
                  <a:lnTo>
                    <a:pt x="4558576" y="886313"/>
                  </a:lnTo>
                  <a:lnTo>
                    <a:pt x="4641459" y="887798"/>
                  </a:lnTo>
                  <a:lnTo>
                    <a:pt x="4724342" y="888989"/>
                  </a:lnTo>
                  <a:lnTo>
                    <a:pt x="4807225" y="889781"/>
                  </a:lnTo>
                  <a:lnTo>
                    <a:pt x="4890108" y="890070"/>
                  </a:lnTo>
                  <a:lnTo>
                    <a:pt x="4972992" y="889752"/>
                  </a:lnTo>
                  <a:lnTo>
                    <a:pt x="5055875" y="888734"/>
                  </a:lnTo>
                  <a:lnTo>
                    <a:pt x="5138758" y="886939"/>
                  </a:lnTo>
                  <a:lnTo>
                    <a:pt x="5221641" y="884308"/>
                  </a:lnTo>
                  <a:lnTo>
                    <a:pt x="5304524" y="880800"/>
                  </a:lnTo>
                  <a:lnTo>
                    <a:pt x="5387408" y="876391"/>
                  </a:lnTo>
                  <a:lnTo>
                    <a:pt x="5470291" y="871071"/>
                  </a:lnTo>
                  <a:lnTo>
                    <a:pt x="5553174" y="864841"/>
                  </a:lnTo>
                  <a:lnTo>
                    <a:pt x="5636057" y="857710"/>
                  </a:lnTo>
                  <a:lnTo>
                    <a:pt x="5718940" y="849690"/>
                  </a:lnTo>
                  <a:lnTo>
                    <a:pt x="5801824" y="840799"/>
                  </a:lnTo>
                  <a:lnTo>
                    <a:pt x="5884707" y="831055"/>
                  </a:lnTo>
                  <a:lnTo>
                    <a:pt x="5967590" y="820477"/>
                  </a:lnTo>
                  <a:lnTo>
                    <a:pt x="6015395" y="8139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72465" y="4865589"/>
              <a:ext cx="5798905" cy="512870"/>
            </a:xfrm>
            <a:custGeom>
              <a:avLst/>
              <a:pathLst>
                <a:path w="5798905" h="512870">
                  <a:moveTo>
                    <a:pt x="5798905" y="512870"/>
                  </a:moveTo>
                  <a:lnTo>
                    <a:pt x="5718940" y="492584"/>
                  </a:lnTo>
                  <a:lnTo>
                    <a:pt x="5636057" y="472737"/>
                  </a:lnTo>
                  <a:lnTo>
                    <a:pt x="5553174" y="454083"/>
                  </a:lnTo>
                  <a:lnTo>
                    <a:pt x="5470291" y="436634"/>
                  </a:lnTo>
                  <a:lnTo>
                    <a:pt x="5387408" y="420399"/>
                  </a:lnTo>
                  <a:lnTo>
                    <a:pt x="5304524" y="405376"/>
                  </a:lnTo>
                  <a:lnTo>
                    <a:pt x="5221641" y="391554"/>
                  </a:lnTo>
                  <a:lnTo>
                    <a:pt x="5138758" y="378908"/>
                  </a:lnTo>
                  <a:lnTo>
                    <a:pt x="5055875" y="367394"/>
                  </a:lnTo>
                  <a:lnTo>
                    <a:pt x="4972992" y="356953"/>
                  </a:lnTo>
                  <a:lnTo>
                    <a:pt x="4890108" y="347507"/>
                  </a:lnTo>
                  <a:lnTo>
                    <a:pt x="4807225" y="338961"/>
                  </a:lnTo>
                  <a:lnTo>
                    <a:pt x="4724342" y="331210"/>
                  </a:lnTo>
                  <a:lnTo>
                    <a:pt x="4641459" y="324147"/>
                  </a:lnTo>
                  <a:lnTo>
                    <a:pt x="4558576" y="317668"/>
                  </a:lnTo>
                  <a:lnTo>
                    <a:pt x="4475692" y="311682"/>
                  </a:lnTo>
                  <a:lnTo>
                    <a:pt x="4392809" y="306120"/>
                  </a:lnTo>
                  <a:lnTo>
                    <a:pt x="4309926" y="300937"/>
                  </a:lnTo>
                  <a:lnTo>
                    <a:pt x="4227043" y="296028"/>
                  </a:lnTo>
                  <a:lnTo>
                    <a:pt x="4144160" y="291338"/>
                  </a:lnTo>
                  <a:lnTo>
                    <a:pt x="4061276" y="287013"/>
                  </a:lnTo>
                  <a:lnTo>
                    <a:pt x="3978393" y="283175"/>
                  </a:lnTo>
                  <a:lnTo>
                    <a:pt x="3895510" y="279861"/>
                  </a:lnTo>
                  <a:lnTo>
                    <a:pt x="3812627" y="276994"/>
                  </a:lnTo>
                  <a:lnTo>
                    <a:pt x="3729744" y="274378"/>
                  </a:lnTo>
                  <a:lnTo>
                    <a:pt x="3646860" y="271327"/>
                  </a:lnTo>
                  <a:lnTo>
                    <a:pt x="3563977" y="267557"/>
                  </a:lnTo>
                  <a:lnTo>
                    <a:pt x="3481094" y="264114"/>
                  </a:lnTo>
                  <a:lnTo>
                    <a:pt x="3398211" y="261549"/>
                  </a:lnTo>
                  <a:lnTo>
                    <a:pt x="3315328" y="259691"/>
                  </a:lnTo>
                  <a:lnTo>
                    <a:pt x="3232444" y="258403"/>
                  </a:lnTo>
                  <a:lnTo>
                    <a:pt x="3149561" y="258395"/>
                  </a:lnTo>
                  <a:lnTo>
                    <a:pt x="3066678" y="259433"/>
                  </a:lnTo>
                  <a:lnTo>
                    <a:pt x="2983795" y="259668"/>
                  </a:lnTo>
                  <a:lnTo>
                    <a:pt x="2900912" y="260750"/>
                  </a:lnTo>
                  <a:lnTo>
                    <a:pt x="2818028" y="264513"/>
                  </a:lnTo>
                  <a:lnTo>
                    <a:pt x="2735145" y="268625"/>
                  </a:lnTo>
                  <a:lnTo>
                    <a:pt x="2652262" y="269481"/>
                  </a:lnTo>
                  <a:lnTo>
                    <a:pt x="2569379" y="265867"/>
                  </a:lnTo>
                  <a:lnTo>
                    <a:pt x="2486496" y="262346"/>
                  </a:lnTo>
                  <a:lnTo>
                    <a:pt x="2403612" y="258308"/>
                  </a:lnTo>
                  <a:lnTo>
                    <a:pt x="2320729" y="252084"/>
                  </a:lnTo>
                  <a:lnTo>
                    <a:pt x="2237846" y="241963"/>
                  </a:lnTo>
                  <a:lnTo>
                    <a:pt x="2154963" y="229916"/>
                  </a:lnTo>
                  <a:lnTo>
                    <a:pt x="2072080" y="216734"/>
                  </a:lnTo>
                  <a:lnTo>
                    <a:pt x="1989196" y="202754"/>
                  </a:lnTo>
                  <a:lnTo>
                    <a:pt x="1906313" y="188263"/>
                  </a:lnTo>
                  <a:lnTo>
                    <a:pt x="1823430" y="173520"/>
                  </a:lnTo>
                  <a:lnTo>
                    <a:pt x="1740547" y="158798"/>
                  </a:lnTo>
                  <a:lnTo>
                    <a:pt x="1657664" y="144345"/>
                  </a:lnTo>
                  <a:lnTo>
                    <a:pt x="1574780" y="130306"/>
                  </a:lnTo>
                  <a:lnTo>
                    <a:pt x="1491897" y="116825"/>
                  </a:lnTo>
                  <a:lnTo>
                    <a:pt x="1409014" y="104032"/>
                  </a:lnTo>
                  <a:lnTo>
                    <a:pt x="1326131" y="92033"/>
                  </a:lnTo>
                  <a:lnTo>
                    <a:pt x="1243248" y="80899"/>
                  </a:lnTo>
                  <a:lnTo>
                    <a:pt x="1160364" y="70662"/>
                  </a:lnTo>
                  <a:lnTo>
                    <a:pt x="1077481" y="61322"/>
                  </a:lnTo>
                  <a:lnTo>
                    <a:pt x="994598" y="52854"/>
                  </a:lnTo>
                  <a:lnTo>
                    <a:pt x="911715" y="45216"/>
                  </a:lnTo>
                  <a:lnTo>
                    <a:pt x="828832" y="38355"/>
                  </a:lnTo>
                  <a:lnTo>
                    <a:pt x="745948" y="32212"/>
                  </a:lnTo>
                  <a:lnTo>
                    <a:pt x="663065" y="26728"/>
                  </a:lnTo>
                  <a:lnTo>
                    <a:pt x="580182" y="21846"/>
                  </a:lnTo>
                  <a:lnTo>
                    <a:pt x="497299" y="17507"/>
                  </a:lnTo>
                  <a:lnTo>
                    <a:pt x="414416" y="13657"/>
                  </a:lnTo>
                  <a:lnTo>
                    <a:pt x="331532" y="10244"/>
                  </a:lnTo>
                  <a:lnTo>
                    <a:pt x="248649" y="7219"/>
                  </a:lnTo>
                  <a:lnTo>
                    <a:pt x="165766" y="4533"/>
                  </a:lnTo>
                  <a:lnTo>
                    <a:pt x="82883" y="21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72465" y="4499955"/>
              <a:ext cx="6015395" cy="693569"/>
            </a:xfrm>
            <a:custGeom>
              <a:avLst/>
              <a:pathLst>
                <a:path w="6015395" h="693569">
                  <a:moveTo>
                    <a:pt x="0" y="0"/>
                  </a:moveTo>
                  <a:lnTo>
                    <a:pt x="82883" y="27990"/>
                  </a:lnTo>
                  <a:lnTo>
                    <a:pt x="165766" y="55168"/>
                  </a:lnTo>
                  <a:lnTo>
                    <a:pt x="248649" y="81561"/>
                  </a:lnTo>
                  <a:lnTo>
                    <a:pt x="331532" y="107195"/>
                  </a:lnTo>
                  <a:lnTo>
                    <a:pt x="414416" y="132096"/>
                  </a:lnTo>
                  <a:lnTo>
                    <a:pt x="497299" y="156291"/>
                  </a:lnTo>
                  <a:lnTo>
                    <a:pt x="580182" y="179805"/>
                  </a:lnTo>
                  <a:lnTo>
                    <a:pt x="663065" y="202666"/>
                  </a:lnTo>
                  <a:lnTo>
                    <a:pt x="745948" y="224899"/>
                  </a:lnTo>
                  <a:lnTo>
                    <a:pt x="828832" y="246532"/>
                  </a:lnTo>
                  <a:lnTo>
                    <a:pt x="911715" y="267590"/>
                  </a:lnTo>
                  <a:lnTo>
                    <a:pt x="994598" y="288099"/>
                  </a:lnTo>
                  <a:lnTo>
                    <a:pt x="1077481" y="308087"/>
                  </a:lnTo>
                  <a:lnTo>
                    <a:pt x="1160364" y="327579"/>
                  </a:lnTo>
                  <a:lnTo>
                    <a:pt x="1243248" y="346602"/>
                  </a:lnTo>
                  <a:lnTo>
                    <a:pt x="1326131" y="365182"/>
                  </a:lnTo>
                  <a:lnTo>
                    <a:pt x="1409014" y="383346"/>
                  </a:lnTo>
                  <a:lnTo>
                    <a:pt x="1491897" y="401120"/>
                  </a:lnTo>
                  <a:lnTo>
                    <a:pt x="1574780" y="418529"/>
                  </a:lnTo>
                  <a:lnTo>
                    <a:pt x="1657664" y="435602"/>
                  </a:lnTo>
                  <a:lnTo>
                    <a:pt x="1740547" y="452363"/>
                  </a:lnTo>
                  <a:lnTo>
                    <a:pt x="1823430" y="468880"/>
                  </a:lnTo>
                  <a:lnTo>
                    <a:pt x="1906313" y="485126"/>
                  </a:lnTo>
                  <a:lnTo>
                    <a:pt x="1989196" y="500838"/>
                  </a:lnTo>
                  <a:lnTo>
                    <a:pt x="2072080" y="515746"/>
                  </a:lnTo>
                  <a:lnTo>
                    <a:pt x="2154963" y="529579"/>
                  </a:lnTo>
                  <a:lnTo>
                    <a:pt x="2237846" y="542067"/>
                  </a:lnTo>
                  <a:lnTo>
                    <a:pt x="2320729" y="552629"/>
                  </a:lnTo>
                  <a:lnTo>
                    <a:pt x="2403612" y="559640"/>
                  </a:lnTo>
                  <a:lnTo>
                    <a:pt x="2486496" y="564109"/>
                  </a:lnTo>
                  <a:lnTo>
                    <a:pt x="2569379" y="567477"/>
                  </a:lnTo>
                  <a:lnTo>
                    <a:pt x="2652262" y="570991"/>
                  </a:lnTo>
                  <a:lnTo>
                    <a:pt x="2735145" y="570761"/>
                  </a:lnTo>
                  <a:lnTo>
                    <a:pt x="2818028" y="567019"/>
                  </a:lnTo>
                  <a:lnTo>
                    <a:pt x="2900912" y="562826"/>
                  </a:lnTo>
                  <a:lnTo>
                    <a:pt x="2983795" y="561238"/>
                  </a:lnTo>
                  <a:lnTo>
                    <a:pt x="3066678" y="561259"/>
                  </a:lnTo>
                  <a:lnTo>
                    <a:pt x="3149561" y="560157"/>
                  </a:lnTo>
                  <a:lnTo>
                    <a:pt x="3232444" y="559226"/>
                  </a:lnTo>
                  <a:lnTo>
                    <a:pt x="3315328" y="559758"/>
                  </a:lnTo>
                  <a:lnTo>
                    <a:pt x="3398211" y="561656"/>
                  </a:lnTo>
                  <a:lnTo>
                    <a:pt x="3481094" y="564054"/>
                  </a:lnTo>
                  <a:lnTo>
                    <a:pt x="3563977" y="566690"/>
                  </a:lnTo>
                  <a:lnTo>
                    <a:pt x="3646860" y="569304"/>
                  </a:lnTo>
                  <a:lnTo>
                    <a:pt x="3729744" y="571646"/>
                  </a:lnTo>
                  <a:lnTo>
                    <a:pt x="3812627" y="573912"/>
                  </a:lnTo>
                  <a:lnTo>
                    <a:pt x="3895510" y="576298"/>
                  </a:lnTo>
                  <a:lnTo>
                    <a:pt x="3978393" y="578829"/>
                  </a:lnTo>
                  <a:lnTo>
                    <a:pt x="4061276" y="581530"/>
                  </a:lnTo>
                  <a:lnTo>
                    <a:pt x="4144160" y="584426"/>
                  </a:lnTo>
                  <a:lnTo>
                    <a:pt x="4227043" y="587542"/>
                  </a:lnTo>
                  <a:lnTo>
                    <a:pt x="4309926" y="590904"/>
                  </a:lnTo>
                  <a:lnTo>
                    <a:pt x="4392809" y="594457"/>
                  </a:lnTo>
                  <a:lnTo>
                    <a:pt x="4475692" y="598152"/>
                  </a:lnTo>
                  <a:lnTo>
                    <a:pt x="4558576" y="601991"/>
                  </a:lnTo>
                  <a:lnTo>
                    <a:pt x="4641459" y="605973"/>
                  </a:lnTo>
                  <a:lnTo>
                    <a:pt x="4724342" y="610099"/>
                  </a:lnTo>
                  <a:lnTo>
                    <a:pt x="4807225" y="614371"/>
                  </a:lnTo>
                  <a:lnTo>
                    <a:pt x="4890108" y="618789"/>
                  </a:lnTo>
                  <a:lnTo>
                    <a:pt x="4972992" y="623353"/>
                  </a:lnTo>
                  <a:lnTo>
                    <a:pt x="5055875" y="628064"/>
                  </a:lnTo>
                  <a:lnTo>
                    <a:pt x="5138758" y="632923"/>
                  </a:lnTo>
                  <a:lnTo>
                    <a:pt x="5221641" y="637931"/>
                  </a:lnTo>
                  <a:lnTo>
                    <a:pt x="5304524" y="643088"/>
                  </a:lnTo>
                  <a:lnTo>
                    <a:pt x="5387408" y="648395"/>
                  </a:lnTo>
                  <a:lnTo>
                    <a:pt x="5470291" y="653853"/>
                  </a:lnTo>
                  <a:lnTo>
                    <a:pt x="5553174" y="659462"/>
                  </a:lnTo>
                  <a:lnTo>
                    <a:pt x="5636057" y="665223"/>
                  </a:lnTo>
                  <a:lnTo>
                    <a:pt x="5718940" y="671137"/>
                  </a:lnTo>
                  <a:lnTo>
                    <a:pt x="5801824" y="677204"/>
                  </a:lnTo>
                  <a:lnTo>
                    <a:pt x="5884707" y="683426"/>
                  </a:lnTo>
                  <a:lnTo>
                    <a:pt x="5967590" y="689802"/>
                  </a:lnTo>
                  <a:lnTo>
                    <a:pt x="6015395" y="69356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072465" y="4395956"/>
              <a:ext cx="6015395" cy="982503"/>
            </a:xfrm>
            <a:custGeom>
              <a:avLst/>
              <a:pathLst>
                <a:path w="6015395" h="982503">
                  <a:moveTo>
                    <a:pt x="0" y="0"/>
                  </a:moveTo>
                  <a:lnTo>
                    <a:pt x="82883" y="37681"/>
                  </a:lnTo>
                  <a:lnTo>
                    <a:pt x="165766" y="74065"/>
                  </a:lnTo>
                  <a:lnTo>
                    <a:pt x="248649" y="109159"/>
                  </a:lnTo>
                  <a:lnTo>
                    <a:pt x="331532" y="142965"/>
                  </a:lnTo>
                  <a:lnTo>
                    <a:pt x="414416" y="175487"/>
                  </a:lnTo>
                  <a:lnTo>
                    <a:pt x="497299" y="206723"/>
                  </a:lnTo>
                  <a:lnTo>
                    <a:pt x="580182" y="236672"/>
                  </a:lnTo>
                  <a:lnTo>
                    <a:pt x="663065" y="265330"/>
                  </a:lnTo>
                  <a:lnTo>
                    <a:pt x="745948" y="292690"/>
                  </a:lnTo>
                  <a:lnTo>
                    <a:pt x="828832" y="318744"/>
                  </a:lnTo>
                  <a:lnTo>
                    <a:pt x="911715" y="343483"/>
                  </a:lnTo>
                  <a:lnTo>
                    <a:pt x="994598" y="366900"/>
                  </a:lnTo>
                  <a:lnTo>
                    <a:pt x="1077481" y="388992"/>
                  </a:lnTo>
                  <a:lnTo>
                    <a:pt x="1160364" y="409765"/>
                  </a:lnTo>
                  <a:lnTo>
                    <a:pt x="1243248" y="429243"/>
                  </a:lnTo>
                  <a:lnTo>
                    <a:pt x="1326131" y="447472"/>
                  </a:lnTo>
                  <a:lnTo>
                    <a:pt x="1409014" y="464527"/>
                  </a:lnTo>
                  <a:lnTo>
                    <a:pt x="1491897" y="480522"/>
                  </a:lnTo>
                  <a:lnTo>
                    <a:pt x="1574780" y="495598"/>
                  </a:lnTo>
                  <a:lnTo>
                    <a:pt x="1657664" y="509925"/>
                  </a:lnTo>
                  <a:lnTo>
                    <a:pt x="1740547" y="523679"/>
                  </a:lnTo>
                  <a:lnTo>
                    <a:pt x="1823430" y="537194"/>
                  </a:lnTo>
                  <a:lnTo>
                    <a:pt x="1906313" y="550799"/>
                  </a:lnTo>
                  <a:lnTo>
                    <a:pt x="1989196" y="564180"/>
                  </a:lnTo>
                  <a:lnTo>
                    <a:pt x="2072080" y="576988"/>
                  </a:lnTo>
                  <a:lnTo>
                    <a:pt x="2154963" y="588896"/>
                  </a:lnTo>
                  <a:lnTo>
                    <a:pt x="2237846" y="599627"/>
                  </a:lnTo>
                  <a:lnTo>
                    <a:pt x="2320729" y="608974"/>
                  </a:lnTo>
                  <a:lnTo>
                    <a:pt x="2403612" y="616813"/>
                  </a:lnTo>
                  <a:lnTo>
                    <a:pt x="2486496" y="622884"/>
                  </a:lnTo>
                  <a:lnTo>
                    <a:pt x="2569379" y="627468"/>
                  </a:lnTo>
                  <a:lnTo>
                    <a:pt x="2652262" y="631529"/>
                  </a:lnTo>
                  <a:lnTo>
                    <a:pt x="2735145" y="633055"/>
                  </a:lnTo>
                  <a:lnTo>
                    <a:pt x="2818028" y="631596"/>
                  </a:lnTo>
                  <a:lnTo>
                    <a:pt x="2900912" y="628942"/>
                  </a:lnTo>
                  <a:lnTo>
                    <a:pt x="2983795" y="628066"/>
                  </a:lnTo>
                  <a:lnTo>
                    <a:pt x="3066678" y="628859"/>
                  </a:lnTo>
                  <a:lnTo>
                    <a:pt x="3149561" y="628235"/>
                  </a:lnTo>
                  <a:lnTo>
                    <a:pt x="3232444" y="626842"/>
                  </a:lnTo>
                  <a:lnTo>
                    <a:pt x="3315328" y="626820"/>
                  </a:lnTo>
                  <a:lnTo>
                    <a:pt x="3398211" y="628084"/>
                  </a:lnTo>
                  <a:lnTo>
                    <a:pt x="3481094" y="628913"/>
                  </a:lnTo>
                  <a:lnTo>
                    <a:pt x="3563977" y="629249"/>
                  </a:lnTo>
                  <a:lnTo>
                    <a:pt x="3646860" y="629702"/>
                  </a:lnTo>
                  <a:lnTo>
                    <a:pt x="3729744" y="631330"/>
                  </a:lnTo>
                  <a:lnTo>
                    <a:pt x="3812627" y="633614"/>
                  </a:lnTo>
                  <a:lnTo>
                    <a:pt x="3895510" y="635823"/>
                  </a:lnTo>
                  <a:lnTo>
                    <a:pt x="3978393" y="637866"/>
                  </a:lnTo>
                  <a:lnTo>
                    <a:pt x="4061276" y="639760"/>
                  </a:lnTo>
                  <a:lnTo>
                    <a:pt x="4144160" y="641626"/>
                  </a:lnTo>
                  <a:lnTo>
                    <a:pt x="4227043" y="643665"/>
                  </a:lnTo>
                  <a:lnTo>
                    <a:pt x="4309926" y="646099"/>
                  </a:lnTo>
                  <a:lnTo>
                    <a:pt x="4392809" y="648665"/>
                  </a:lnTo>
                  <a:lnTo>
                    <a:pt x="4475692" y="651084"/>
                  </a:lnTo>
                  <a:lnTo>
                    <a:pt x="4558576" y="653320"/>
                  </a:lnTo>
                  <a:lnTo>
                    <a:pt x="4641459" y="655311"/>
                  </a:lnTo>
                  <a:lnTo>
                    <a:pt x="4724342" y="656975"/>
                  </a:lnTo>
                  <a:lnTo>
                    <a:pt x="4807225" y="658220"/>
                  </a:lnTo>
                  <a:lnTo>
                    <a:pt x="4890108" y="658949"/>
                  </a:lnTo>
                  <a:lnTo>
                    <a:pt x="4972992" y="659067"/>
                  </a:lnTo>
                  <a:lnTo>
                    <a:pt x="5055875" y="658491"/>
                  </a:lnTo>
                  <a:lnTo>
                    <a:pt x="5138758" y="657152"/>
                  </a:lnTo>
                  <a:lnTo>
                    <a:pt x="5221641" y="654995"/>
                  </a:lnTo>
                  <a:lnTo>
                    <a:pt x="5304524" y="651986"/>
                  </a:lnTo>
                  <a:lnTo>
                    <a:pt x="5387408" y="648103"/>
                  </a:lnTo>
                  <a:lnTo>
                    <a:pt x="5470291" y="643339"/>
                  </a:lnTo>
                  <a:lnTo>
                    <a:pt x="5553174" y="637695"/>
                  </a:lnTo>
                  <a:lnTo>
                    <a:pt x="5636057" y="631182"/>
                  </a:lnTo>
                  <a:lnTo>
                    <a:pt x="5718940" y="623814"/>
                  </a:lnTo>
                  <a:lnTo>
                    <a:pt x="5801824" y="615608"/>
                  </a:lnTo>
                  <a:lnTo>
                    <a:pt x="5884707" y="606583"/>
                  </a:lnTo>
                  <a:lnTo>
                    <a:pt x="5967590" y="596757"/>
                  </a:lnTo>
                  <a:lnTo>
                    <a:pt x="6015395" y="590640"/>
                  </a:lnTo>
                  <a:lnTo>
                    <a:pt x="6015395" y="982503"/>
                  </a:lnTo>
                  <a:lnTo>
                    <a:pt x="5772884" y="982503"/>
                  </a:lnTo>
                  <a:lnTo>
                    <a:pt x="5718940" y="969837"/>
                  </a:lnTo>
                  <a:lnTo>
                    <a:pt x="5636057" y="951434"/>
                  </a:lnTo>
                  <a:lnTo>
                    <a:pt x="5553174" y="934100"/>
                  </a:lnTo>
                  <a:lnTo>
                    <a:pt x="5470291" y="917846"/>
                  </a:lnTo>
                  <a:lnTo>
                    <a:pt x="5387408" y="902676"/>
                  </a:lnTo>
                  <a:lnTo>
                    <a:pt x="5304524" y="888589"/>
                  </a:lnTo>
                  <a:lnTo>
                    <a:pt x="5221641" y="875572"/>
                  </a:lnTo>
                  <a:lnTo>
                    <a:pt x="5138758" y="863600"/>
                  </a:lnTo>
                  <a:lnTo>
                    <a:pt x="5055875" y="852632"/>
                  </a:lnTo>
                  <a:lnTo>
                    <a:pt x="4972992" y="842611"/>
                  </a:lnTo>
                  <a:lnTo>
                    <a:pt x="4890108" y="833462"/>
                  </a:lnTo>
                  <a:lnTo>
                    <a:pt x="4807225" y="825097"/>
                  </a:lnTo>
                  <a:lnTo>
                    <a:pt x="4724342" y="817417"/>
                  </a:lnTo>
                  <a:lnTo>
                    <a:pt x="4641459" y="810322"/>
                  </a:lnTo>
                  <a:lnTo>
                    <a:pt x="4558576" y="803713"/>
                  </a:lnTo>
                  <a:lnTo>
                    <a:pt x="4475692" y="797505"/>
                  </a:lnTo>
                  <a:lnTo>
                    <a:pt x="4392809" y="791631"/>
                  </a:lnTo>
                  <a:lnTo>
                    <a:pt x="4309926" y="786050"/>
                  </a:lnTo>
                  <a:lnTo>
                    <a:pt x="4227043" y="780757"/>
                  </a:lnTo>
                  <a:lnTo>
                    <a:pt x="4144160" y="775807"/>
                  </a:lnTo>
                  <a:lnTo>
                    <a:pt x="4061276" y="771299"/>
                  </a:lnTo>
                  <a:lnTo>
                    <a:pt x="3978393" y="767301"/>
                  </a:lnTo>
                  <a:lnTo>
                    <a:pt x="3895510" y="763809"/>
                  </a:lnTo>
                  <a:lnTo>
                    <a:pt x="3812627" y="760709"/>
                  </a:lnTo>
                  <a:lnTo>
                    <a:pt x="3729744" y="757780"/>
                  </a:lnTo>
                  <a:lnTo>
                    <a:pt x="3646860" y="754840"/>
                  </a:lnTo>
                  <a:lnTo>
                    <a:pt x="3563977" y="752248"/>
                  </a:lnTo>
                  <a:lnTo>
                    <a:pt x="3481094" y="750420"/>
                  </a:lnTo>
                  <a:lnTo>
                    <a:pt x="3398211" y="749281"/>
                  </a:lnTo>
                  <a:lnTo>
                    <a:pt x="3315328" y="748091"/>
                  </a:lnTo>
                  <a:lnTo>
                    <a:pt x="3232444" y="746717"/>
                  </a:lnTo>
                  <a:lnTo>
                    <a:pt x="3149561" y="746372"/>
                  </a:lnTo>
                  <a:lnTo>
                    <a:pt x="3066678" y="746878"/>
                  </a:lnTo>
                  <a:lnTo>
                    <a:pt x="2983795" y="746559"/>
                  </a:lnTo>
                  <a:lnTo>
                    <a:pt x="2900912" y="746499"/>
                  </a:lnTo>
                  <a:lnTo>
                    <a:pt x="2818028" y="748356"/>
                  </a:lnTo>
                  <a:lnTo>
                    <a:pt x="2735145" y="750502"/>
                  </a:lnTo>
                  <a:lnTo>
                    <a:pt x="2652262" y="750133"/>
                  </a:lnTo>
                  <a:lnTo>
                    <a:pt x="2569379" y="745887"/>
                  </a:lnTo>
                  <a:lnTo>
                    <a:pt x="2486496" y="741020"/>
                  </a:lnTo>
                  <a:lnTo>
                    <a:pt x="2403612" y="735747"/>
                  </a:lnTo>
                  <a:lnTo>
                    <a:pt x="2320729" y="729362"/>
                  </a:lnTo>
                  <a:lnTo>
                    <a:pt x="2237846" y="720833"/>
                  </a:lnTo>
                  <a:lnTo>
                    <a:pt x="2154963" y="710916"/>
                  </a:lnTo>
                  <a:lnTo>
                    <a:pt x="2072080" y="700212"/>
                  </a:lnTo>
                  <a:lnTo>
                    <a:pt x="1989196" y="689121"/>
                  </a:lnTo>
                  <a:lnTo>
                    <a:pt x="1906313" y="677998"/>
                  </a:lnTo>
                  <a:lnTo>
                    <a:pt x="1823430" y="667172"/>
                  </a:lnTo>
                  <a:lnTo>
                    <a:pt x="1740547" y="656976"/>
                  </a:lnTo>
                  <a:lnTo>
                    <a:pt x="1657664" y="647492"/>
                  </a:lnTo>
                  <a:lnTo>
                    <a:pt x="1574780" y="638777"/>
                  </a:lnTo>
                  <a:lnTo>
                    <a:pt x="1491897" y="630967"/>
                  </a:lnTo>
                  <a:lnTo>
                    <a:pt x="1409014" y="624185"/>
                  </a:lnTo>
                  <a:lnTo>
                    <a:pt x="1326131" y="618531"/>
                  </a:lnTo>
                  <a:lnTo>
                    <a:pt x="1243248" y="614074"/>
                  </a:lnTo>
                  <a:lnTo>
                    <a:pt x="1160364" y="610846"/>
                  </a:lnTo>
                  <a:lnTo>
                    <a:pt x="1077481" y="608850"/>
                  </a:lnTo>
                  <a:lnTo>
                    <a:pt x="994598" y="608065"/>
                  </a:lnTo>
                  <a:lnTo>
                    <a:pt x="911715" y="608455"/>
                  </a:lnTo>
                  <a:lnTo>
                    <a:pt x="828832" y="609974"/>
                  </a:lnTo>
                  <a:lnTo>
                    <a:pt x="745948" y="612569"/>
                  </a:lnTo>
                  <a:lnTo>
                    <a:pt x="663065" y="616190"/>
                  </a:lnTo>
                  <a:lnTo>
                    <a:pt x="580182" y="620784"/>
                  </a:lnTo>
                  <a:lnTo>
                    <a:pt x="497299" y="626301"/>
                  </a:lnTo>
                  <a:lnTo>
                    <a:pt x="414416" y="632694"/>
                  </a:lnTo>
                  <a:lnTo>
                    <a:pt x="331532" y="639917"/>
                  </a:lnTo>
                  <a:lnTo>
                    <a:pt x="248649" y="647927"/>
                  </a:lnTo>
                  <a:lnTo>
                    <a:pt x="165766" y="656682"/>
                  </a:lnTo>
                  <a:lnTo>
                    <a:pt x="82883" y="666142"/>
                  </a:lnTo>
                  <a:lnTo>
                    <a:pt x="0" y="67627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072465" y="4395956"/>
              <a:ext cx="6015395" cy="659067"/>
            </a:xfrm>
            <a:custGeom>
              <a:avLst/>
              <a:pathLst>
                <a:path w="6015395" h="659067">
                  <a:moveTo>
                    <a:pt x="0" y="0"/>
                  </a:moveTo>
                  <a:lnTo>
                    <a:pt x="82883" y="37681"/>
                  </a:lnTo>
                  <a:lnTo>
                    <a:pt x="165766" y="74065"/>
                  </a:lnTo>
                  <a:lnTo>
                    <a:pt x="248649" y="109159"/>
                  </a:lnTo>
                  <a:lnTo>
                    <a:pt x="331532" y="142965"/>
                  </a:lnTo>
                  <a:lnTo>
                    <a:pt x="414416" y="175487"/>
                  </a:lnTo>
                  <a:lnTo>
                    <a:pt x="497299" y="206723"/>
                  </a:lnTo>
                  <a:lnTo>
                    <a:pt x="580182" y="236672"/>
                  </a:lnTo>
                  <a:lnTo>
                    <a:pt x="663065" y="265330"/>
                  </a:lnTo>
                  <a:lnTo>
                    <a:pt x="745948" y="292690"/>
                  </a:lnTo>
                  <a:lnTo>
                    <a:pt x="828832" y="318744"/>
                  </a:lnTo>
                  <a:lnTo>
                    <a:pt x="911715" y="343483"/>
                  </a:lnTo>
                  <a:lnTo>
                    <a:pt x="994598" y="366900"/>
                  </a:lnTo>
                  <a:lnTo>
                    <a:pt x="1077481" y="388992"/>
                  </a:lnTo>
                  <a:lnTo>
                    <a:pt x="1160364" y="409765"/>
                  </a:lnTo>
                  <a:lnTo>
                    <a:pt x="1243248" y="429243"/>
                  </a:lnTo>
                  <a:lnTo>
                    <a:pt x="1326131" y="447472"/>
                  </a:lnTo>
                  <a:lnTo>
                    <a:pt x="1409014" y="464527"/>
                  </a:lnTo>
                  <a:lnTo>
                    <a:pt x="1491897" y="480522"/>
                  </a:lnTo>
                  <a:lnTo>
                    <a:pt x="1574780" y="495598"/>
                  </a:lnTo>
                  <a:lnTo>
                    <a:pt x="1657664" y="509925"/>
                  </a:lnTo>
                  <a:lnTo>
                    <a:pt x="1740547" y="523679"/>
                  </a:lnTo>
                  <a:lnTo>
                    <a:pt x="1823430" y="537194"/>
                  </a:lnTo>
                  <a:lnTo>
                    <a:pt x="1906313" y="550799"/>
                  </a:lnTo>
                  <a:lnTo>
                    <a:pt x="1989196" y="564180"/>
                  </a:lnTo>
                  <a:lnTo>
                    <a:pt x="2072080" y="576988"/>
                  </a:lnTo>
                  <a:lnTo>
                    <a:pt x="2154963" y="588896"/>
                  </a:lnTo>
                  <a:lnTo>
                    <a:pt x="2237846" y="599627"/>
                  </a:lnTo>
                  <a:lnTo>
                    <a:pt x="2320729" y="608974"/>
                  </a:lnTo>
                  <a:lnTo>
                    <a:pt x="2403612" y="616813"/>
                  </a:lnTo>
                  <a:lnTo>
                    <a:pt x="2486496" y="622884"/>
                  </a:lnTo>
                  <a:lnTo>
                    <a:pt x="2569379" y="627468"/>
                  </a:lnTo>
                  <a:lnTo>
                    <a:pt x="2652262" y="631529"/>
                  </a:lnTo>
                  <a:lnTo>
                    <a:pt x="2735145" y="633055"/>
                  </a:lnTo>
                  <a:lnTo>
                    <a:pt x="2818028" y="631596"/>
                  </a:lnTo>
                  <a:lnTo>
                    <a:pt x="2900912" y="628942"/>
                  </a:lnTo>
                  <a:lnTo>
                    <a:pt x="2983795" y="628066"/>
                  </a:lnTo>
                  <a:lnTo>
                    <a:pt x="3066678" y="628859"/>
                  </a:lnTo>
                  <a:lnTo>
                    <a:pt x="3149561" y="628235"/>
                  </a:lnTo>
                  <a:lnTo>
                    <a:pt x="3232444" y="626842"/>
                  </a:lnTo>
                  <a:lnTo>
                    <a:pt x="3315328" y="626820"/>
                  </a:lnTo>
                  <a:lnTo>
                    <a:pt x="3398211" y="628084"/>
                  </a:lnTo>
                  <a:lnTo>
                    <a:pt x="3481094" y="628913"/>
                  </a:lnTo>
                  <a:lnTo>
                    <a:pt x="3563977" y="629249"/>
                  </a:lnTo>
                  <a:lnTo>
                    <a:pt x="3646860" y="629702"/>
                  </a:lnTo>
                  <a:lnTo>
                    <a:pt x="3729744" y="631330"/>
                  </a:lnTo>
                  <a:lnTo>
                    <a:pt x="3812627" y="633614"/>
                  </a:lnTo>
                  <a:lnTo>
                    <a:pt x="3895510" y="635823"/>
                  </a:lnTo>
                  <a:lnTo>
                    <a:pt x="3978393" y="637866"/>
                  </a:lnTo>
                  <a:lnTo>
                    <a:pt x="4061276" y="639760"/>
                  </a:lnTo>
                  <a:lnTo>
                    <a:pt x="4144160" y="641626"/>
                  </a:lnTo>
                  <a:lnTo>
                    <a:pt x="4227043" y="643665"/>
                  </a:lnTo>
                  <a:lnTo>
                    <a:pt x="4309926" y="646099"/>
                  </a:lnTo>
                  <a:lnTo>
                    <a:pt x="4392809" y="648665"/>
                  </a:lnTo>
                  <a:lnTo>
                    <a:pt x="4475692" y="651084"/>
                  </a:lnTo>
                  <a:lnTo>
                    <a:pt x="4558576" y="653320"/>
                  </a:lnTo>
                  <a:lnTo>
                    <a:pt x="4641459" y="655311"/>
                  </a:lnTo>
                  <a:lnTo>
                    <a:pt x="4724342" y="656975"/>
                  </a:lnTo>
                  <a:lnTo>
                    <a:pt x="4807225" y="658220"/>
                  </a:lnTo>
                  <a:lnTo>
                    <a:pt x="4890108" y="658949"/>
                  </a:lnTo>
                  <a:lnTo>
                    <a:pt x="4972992" y="659067"/>
                  </a:lnTo>
                  <a:lnTo>
                    <a:pt x="5055875" y="658491"/>
                  </a:lnTo>
                  <a:lnTo>
                    <a:pt x="5138758" y="657152"/>
                  </a:lnTo>
                  <a:lnTo>
                    <a:pt x="5221641" y="654995"/>
                  </a:lnTo>
                  <a:lnTo>
                    <a:pt x="5304524" y="651986"/>
                  </a:lnTo>
                  <a:lnTo>
                    <a:pt x="5387408" y="648103"/>
                  </a:lnTo>
                  <a:lnTo>
                    <a:pt x="5470291" y="643339"/>
                  </a:lnTo>
                  <a:lnTo>
                    <a:pt x="5553174" y="637695"/>
                  </a:lnTo>
                  <a:lnTo>
                    <a:pt x="5636057" y="631182"/>
                  </a:lnTo>
                  <a:lnTo>
                    <a:pt x="5718940" y="623814"/>
                  </a:lnTo>
                  <a:lnTo>
                    <a:pt x="5801824" y="615608"/>
                  </a:lnTo>
                  <a:lnTo>
                    <a:pt x="5884707" y="606583"/>
                  </a:lnTo>
                  <a:lnTo>
                    <a:pt x="5967590" y="596757"/>
                  </a:lnTo>
                  <a:lnTo>
                    <a:pt x="6015395" y="5906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72465" y="5004022"/>
              <a:ext cx="5772884" cy="374437"/>
            </a:xfrm>
            <a:custGeom>
              <a:avLst/>
              <a:pathLst>
                <a:path w="5772884" h="374437">
                  <a:moveTo>
                    <a:pt x="5772884" y="374437"/>
                  </a:moveTo>
                  <a:lnTo>
                    <a:pt x="5718940" y="361771"/>
                  </a:lnTo>
                  <a:lnTo>
                    <a:pt x="5636057" y="343368"/>
                  </a:lnTo>
                  <a:lnTo>
                    <a:pt x="5553174" y="326034"/>
                  </a:lnTo>
                  <a:lnTo>
                    <a:pt x="5470291" y="309780"/>
                  </a:lnTo>
                  <a:lnTo>
                    <a:pt x="5387408" y="294610"/>
                  </a:lnTo>
                  <a:lnTo>
                    <a:pt x="5304524" y="280523"/>
                  </a:lnTo>
                  <a:lnTo>
                    <a:pt x="5221641" y="267506"/>
                  </a:lnTo>
                  <a:lnTo>
                    <a:pt x="5138758" y="255534"/>
                  </a:lnTo>
                  <a:lnTo>
                    <a:pt x="5055875" y="244566"/>
                  </a:lnTo>
                  <a:lnTo>
                    <a:pt x="4972992" y="234545"/>
                  </a:lnTo>
                  <a:lnTo>
                    <a:pt x="4890108" y="225396"/>
                  </a:lnTo>
                  <a:lnTo>
                    <a:pt x="4807225" y="217031"/>
                  </a:lnTo>
                  <a:lnTo>
                    <a:pt x="4724342" y="209351"/>
                  </a:lnTo>
                  <a:lnTo>
                    <a:pt x="4641459" y="202256"/>
                  </a:lnTo>
                  <a:lnTo>
                    <a:pt x="4558576" y="195647"/>
                  </a:lnTo>
                  <a:lnTo>
                    <a:pt x="4475692" y="189439"/>
                  </a:lnTo>
                  <a:lnTo>
                    <a:pt x="4392809" y="183565"/>
                  </a:lnTo>
                  <a:lnTo>
                    <a:pt x="4309926" y="177984"/>
                  </a:lnTo>
                  <a:lnTo>
                    <a:pt x="4227043" y="172691"/>
                  </a:lnTo>
                  <a:lnTo>
                    <a:pt x="4144160" y="167741"/>
                  </a:lnTo>
                  <a:lnTo>
                    <a:pt x="4061276" y="163233"/>
                  </a:lnTo>
                  <a:lnTo>
                    <a:pt x="3978393" y="159235"/>
                  </a:lnTo>
                  <a:lnTo>
                    <a:pt x="3895510" y="155743"/>
                  </a:lnTo>
                  <a:lnTo>
                    <a:pt x="3812627" y="152643"/>
                  </a:lnTo>
                  <a:lnTo>
                    <a:pt x="3729744" y="149714"/>
                  </a:lnTo>
                  <a:lnTo>
                    <a:pt x="3646860" y="146774"/>
                  </a:lnTo>
                  <a:lnTo>
                    <a:pt x="3563977" y="144182"/>
                  </a:lnTo>
                  <a:lnTo>
                    <a:pt x="3481094" y="142354"/>
                  </a:lnTo>
                  <a:lnTo>
                    <a:pt x="3398211" y="141215"/>
                  </a:lnTo>
                  <a:lnTo>
                    <a:pt x="3315328" y="140026"/>
                  </a:lnTo>
                  <a:lnTo>
                    <a:pt x="3232444" y="138652"/>
                  </a:lnTo>
                  <a:lnTo>
                    <a:pt x="3149561" y="138306"/>
                  </a:lnTo>
                  <a:lnTo>
                    <a:pt x="3066678" y="138812"/>
                  </a:lnTo>
                  <a:lnTo>
                    <a:pt x="2983795" y="138493"/>
                  </a:lnTo>
                  <a:lnTo>
                    <a:pt x="2900912" y="138433"/>
                  </a:lnTo>
                  <a:lnTo>
                    <a:pt x="2818028" y="140290"/>
                  </a:lnTo>
                  <a:lnTo>
                    <a:pt x="2735145" y="142436"/>
                  </a:lnTo>
                  <a:lnTo>
                    <a:pt x="2652262" y="142067"/>
                  </a:lnTo>
                  <a:lnTo>
                    <a:pt x="2569379" y="137821"/>
                  </a:lnTo>
                  <a:lnTo>
                    <a:pt x="2486496" y="132954"/>
                  </a:lnTo>
                  <a:lnTo>
                    <a:pt x="2403612" y="127681"/>
                  </a:lnTo>
                  <a:lnTo>
                    <a:pt x="2320729" y="121296"/>
                  </a:lnTo>
                  <a:lnTo>
                    <a:pt x="2237846" y="112767"/>
                  </a:lnTo>
                  <a:lnTo>
                    <a:pt x="2154963" y="102850"/>
                  </a:lnTo>
                  <a:lnTo>
                    <a:pt x="2072080" y="92146"/>
                  </a:lnTo>
                  <a:lnTo>
                    <a:pt x="1989196" y="81055"/>
                  </a:lnTo>
                  <a:lnTo>
                    <a:pt x="1906313" y="69932"/>
                  </a:lnTo>
                  <a:lnTo>
                    <a:pt x="1823430" y="59106"/>
                  </a:lnTo>
                  <a:lnTo>
                    <a:pt x="1740547" y="48910"/>
                  </a:lnTo>
                  <a:lnTo>
                    <a:pt x="1657664" y="39426"/>
                  </a:lnTo>
                  <a:lnTo>
                    <a:pt x="1574780" y="30711"/>
                  </a:lnTo>
                  <a:lnTo>
                    <a:pt x="1491897" y="22901"/>
                  </a:lnTo>
                  <a:lnTo>
                    <a:pt x="1409014" y="16119"/>
                  </a:lnTo>
                  <a:lnTo>
                    <a:pt x="1326131" y="10465"/>
                  </a:lnTo>
                  <a:lnTo>
                    <a:pt x="1243248" y="6008"/>
                  </a:lnTo>
                  <a:lnTo>
                    <a:pt x="1160364" y="2780"/>
                  </a:lnTo>
                  <a:lnTo>
                    <a:pt x="1077481" y="784"/>
                  </a:lnTo>
                  <a:lnTo>
                    <a:pt x="994598" y="0"/>
                  </a:lnTo>
                  <a:lnTo>
                    <a:pt x="911715" y="389"/>
                  </a:lnTo>
                  <a:lnTo>
                    <a:pt x="828832" y="1908"/>
                  </a:lnTo>
                  <a:lnTo>
                    <a:pt x="745948" y="4503"/>
                  </a:lnTo>
                  <a:lnTo>
                    <a:pt x="663065" y="8124"/>
                  </a:lnTo>
                  <a:lnTo>
                    <a:pt x="580182" y="12718"/>
                  </a:lnTo>
                  <a:lnTo>
                    <a:pt x="497299" y="18235"/>
                  </a:lnTo>
                  <a:lnTo>
                    <a:pt x="414416" y="24628"/>
                  </a:lnTo>
                  <a:lnTo>
                    <a:pt x="331532" y="31851"/>
                  </a:lnTo>
                  <a:lnTo>
                    <a:pt x="248649" y="39861"/>
                  </a:lnTo>
                  <a:lnTo>
                    <a:pt x="165766" y="48616"/>
                  </a:lnTo>
                  <a:lnTo>
                    <a:pt x="82883" y="58076"/>
                  </a:lnTo>
                  <a:lnTo>
                    <a:pt x="0" y="682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72465" y="4734092"/>
              <a:ext cx="6015395" cy="479353"/>
            </a:xfrm>
            <a:custGeom>
              <a:avLst/>
              <a:pathLst>
                <a:path w="6015395" h="479353">
                  <a:moveTo>
                    <a:pt x="0" y="0"/>
                  </a:moveTo>
                  <a:lnTo>
                    <a:pt x="82883" y="13776"/>
                  </a:lnTo>
                  <a:lnTo>
                    <a:pt x="165766" y="27238"/>
                  </a:lnTo>
                  <a:lnTo>
                    <a:pt x="248649" y="40407"/>
                  </a:lnTo>
                  <a:lnTo>
                    <a:pt x="331532" y="53306"/>
                  </a:lnTo>
                  <a:lnTo>
                    <a:pt x="414416" y="65955"/>
                  </a:lnTo>
                  <a:lnTo>
                    <a:pt x="497299" y="78377"/>
                  </a:lnTo>
                  <a:lnTo>
                    <a:pt x="580182" y="90592"/>
                  </a:lnTo>
                  <a:lnTo>
                    <a:pt x="663065" y="102624"/>
                  </a:lnTo>
                  <a:lnTo>
                    <a:pt x="745948" y="114494"/>
                  </a:lnTo>
                  <a:lnTo>
                    <a:pt x="828832" y="126223"/>
                  </a:lnTo>
                  <a:lnTo>
                    <a:pt x="911715" y="137834"/>
                  </a:lnTo>
                  <a:lnTo>
                    <a:pt x="994598" y="149347"/>
                  </a:lnTo>
                  <a:lnTo>
                    <a:pt x="1077481" y="160785"/>
                  </a:lnTo>
                  <a:lnTo>
                    <a:pt x="1160364" y="172170"/>
                  </a:lnTo>
                  <a:lnTo>
                    <a:pt x="1243248" y="183523"/>
                  </a:lnTo>
                  <a:lnTo>
                    <a:pt x="1326131" y="194866"/>
                  </a:lnTo>
                  <a:lnTo>
                    <a:pt x="1409014" y="206221"/>
                  </a:lnTo>
                  <a:lnTo>
                    <a:pt x="1491897" y="217609"/>
                  </a:lnTo>
                  <a:lnTo>
                    <a:pt x="1574780" y="229052"/>
                  </a:lnTo>
                  <a:lnTo>
                    <a:pt x="1657664" y="240573"/>
                  </a:lnTo>
                  <a:lnTo>
                    <a:pt x="1740547" y="252192"/>
                  </a:lnTo>
                  <a:lnTo>
                    <a:pt x="1823430" y="264048"/>
                  </a:lnTo>
                  <a:lnTo>
                    <a:pt x="1906313" y="276263"/>
                  </a:lnTo>
                  <a:lnTo>
                    <a:pt x="1989196" y="288515"/>
                  </a:lnTo>
                  <a:lnTo>
                    <a:pt x="2072080" y="300464"/>
                  </a:lnTo>
                  <a:lnTo>
                    <a:pt x="2154963" y="311771"/>
                  </a:lnTo>
                  <a:lnTo>
                    <a:pt x="2237846" y="322094"/>
                  </a:lnTo>
                  <a:lnTo>
                    <a:pt x="2320729" y="331033"/>
                  </a:lnTo>
                  <a:lnTo>
                    <a:pt x="2403612" y="338145"/>
                  </a:lnTo>
                  <a:lnTo>
                    <a:pt x="2486496" y="343816"/>
                  </a:lnTo>
                  <a:lnTo>
                    <a:pt x="2569379" y="348542"/>
                  </a:lnTo>
                  <a:lnTo>
                    <a:pt x="2652262" y="352696"/>
                  </a:lnTo>
                  <a:lnTo>
                    <a:pt x="2735145" y="353643"/>
                  </a:lnTo>
                  <a:lnTo>
                    <a:pt x="2818028" y="351840"/>
                  </a:lnTo>
                  <a:lnTo>
                    <a:pt x="2900912" y="349585"/>
                  </a:lnTo>
                  <a:lnTo>
                    <a:pt x="2983795" y="349177"/>
                  </a:lnTo>
                  <a:lnTo>
                    <a:pt x="3066678" y="349733"/>
                  </a:lnTo>
                  <a:lnTo>
                    <a:pt x="3149561" y="349168"/>
                  </a:lnTo>
                  <a:lnTo>
                    <a:pt x="3232444" y="348644"/>
                  </a:lnTo>
                  <a:lnTo>
                    <a:pt x="3315328" y="349320"/>
                  </a:lnTo>
                  <a:lnTo>
                    <a:pt x="3398211" y="350547"/>
                  </a:lnTo>
                  <a:lnTo>
                    <a:pt x="3481094" y="351531"/>
                  </a:lnTo>
                  <a:lnTo>
                    <a:pt x="3563977" y="352613"/>
                  </a:lnTo>
                  <a:lnTo>
                    <a:pt x="3646860" y="354135"/>
                  </a:lnTo>
                  <a:lnTo>
                    <a:pt x="3729744" y="356420"/>
                  </a:lnTo>
                  <a:lnTo>
                    <a:pt x="3812627" y="359026"/>
                  </a:lnTo>
                  <a:lnTo>
                    <a:pt x="3895510" y="361681"/>
                  </a:lnTo>
                  <a:lnTo>
                    <a:pt x="3978393" y="364448"/>
                  </a:lnTo>
                  <a:lnTo>
                    <a:pt x="4061276" y="367394"/>
                  </a:lnTo>
                  <a:lnTo>
                    <a:pt x="4144160" y="370581"/>
                  </a:lnTo>
                  <a:lnTo>
                    <a:pt x="4227043" y="374076"/>
                  </a:lnTo>
                  <a:lnTo>
                    <a:pt x="4309926" y="377939"/>
                  </a:lnTo>
                  <a:lnTo>
                    <a:pt x="4392809" y="382012"/>
                  </a:lnTo>
                  <a:lnTo>
                    <a:pt x="4475692" y="386159"/>
                  </a:lnTo>
                  <a:lnTo>
                    <a:pt x="4558576" y="390381"/>
                  </a:lnTo>
                  <a:lnTo>
                    <a:pt x="4641459" y="394681"/>
                  </a:lnTo>
                  <a:lnTo>
                    <a:pt x="4724342" y="399061"/>
                  </a:lnTo>
                  <a:lnTo>
                    <a:pt x="4807225" y="403523"/>
                  </a:lnTo>
                  <a:lnTo>
                    <a:pt x="4890108" y="408070"/>
                  </a:lnTo>
                  <a:lnTo>
                    <a:pt x="4972992" y="412703"/>
                  </a:lnTo>
                  <a:lnTo>
                    <a:pt x="5055875" y="417426"/>
                  </a:lnTo>
                  <a:lnTo>
                    <a:pt x="5138758" y="422240"/>
                  </a:lnTo>
                  <a:lnTo>
                    <a:pt x="5221641" y="427148"/>
                  </a:lnTo>
                  <a:lnTo>
                    <a:pt x="5304524" y="432152"/>
                  </a:lnTo>
                  <a:lnTo>
                    <a:pt x="5387408" y="437254"/>
                  </a:lnTo>
                  <a:lnTo>
                    <a:pt x="5470291" y="442457"/>
                  </a:lnTo>
                  <a:lnTo>
                    <a:pt x="5553174" y="447762"/>
                  </a:lnTo>
                  <a:lnTo>
                    <a:pt x="5636057" y="453173"/>
                  </a:lnTo>
                  <a:lnTo>
                    <a:pt x="5718940" y="458690"/>
                  </a:lnTo>
                  <a:lnTo>
                    <a:pt x="5801824" y="464317"/>
                  </a:lnTo>
                  <a:lnTo>
                    <a:pt x="5884707" y="470057"/>
                  </a:lnTo>
                  <a:lnTo>
                    <a:pt x="5967590" y="475910"/>
                  </a:lnTo>
                  <a:lnTo>
                    <a:pt x="6015395" y="47935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072465" y="4472862"/>
              <a:ext cx="6015395" cy="905597"/>
            </a:xfrm>
            <a:custGeom>
              <a:avLst/>
              <a:pathLst>
                <a:path w="6015395" h="905597">
                  <a:moveTo>
                    <a:pt x="0" y="0"/>
                  </a:moveTo>
                  <a:lnTo>
                    <a:pt x="82883" y="36379"/>
                  </a:lnTo>
                  <a:lnTo>
                    <a:pt x="165766" y="71462"/>
                  </a:lnTo>
                  <a:lnTo>
                    <a:pt x="248649" y="105249"/>
                  </a:lnTo>
                  <a:lnTo>
                    <a:pt x="331532" y="137740"/>
                  </a:lnTo>
                  <a:lnTo>
                    <a:pt x="414416" y="168935"/>
                  </a:lnTo>
                  <a:lnTo>
                    <a:pt x="497299" y="198831"/>
                  </a:lnTo>
                  <a:lnTo>
                    <a:pt x="580182" y="227422"/>
                  </a:lnTo>
                  <a:lnTo>
                    <a:pt x="663065" y="254702"/>
                  </a:lnTo>
                  <a:lnTo>
                    <a:pt x="745948" y="280661"/>
                  </a:lnTo>
                  <a:lnTo>
                    <a:pt x="828832" y="305289"/>
                  </a:lnTo>
                  <a:lnTo>
                    <a:pt x="911715" y="328574"/>
                  </a:lnTo>
                  <a:lnTo>
                    <a:pt x="994598" y="350507"/>
                  </a:lnTo>
                  <a:lnTo>
                    <a:pt x="1077481" y="371083"/>
                  </a:lnTo>
                  <a:lnTo>
                    <a:pt x="1160364" y="390303"/>
                  </a:lnTo>
                  <a:lnTo>
                    <a:pt x="1243248" y="408186"/>
                  </a:lnTo>
                  <a:lnTo>
                    <a:pt x="1326131" y="424772"/>
                  </a:lnTo>
                  <a:lnTo>
                    <a:pt x="1409014" y="440127"/>
                  </a:lnTo>
                  <a:lnTo>
                    <a:pt x="1491897" y="454352"/>
                  </a:lnTo>
                  <a:lnTo>
                    <a:pt x="1574780" y="467575"/>
                  </a:lnTo>
                  <a:lnTo>
                    <a:pt x="1657664" y="479948"/>
                  </a:lnTo>
                  <a:lnTo>
                    <a:pt x="1740547" y="491630"/>
                  </a:lnTo>
                  <a:lnTo>
                    <a:pt x="1823430" y="502874"/>
                  </a:lnTo>
                  <a:lnTo>
                    <a:pt x="1906313" y="513894"/>
                  </a:lnTo>
                  <a:lnTo>
                    <a:pt x="1989196" y="524492"/>
                  </a:lnTo>
                  <a:lnTo>
                    <a:pt x="2072080" y="534440"/>
                  </a:lnTo>
                  <a:lnTo>
                    <a:pt x="2154963" y="543536"/>
                  </a:lnTo>
                  <a:lnTo>
                    <a:pt x="2237846" y="551619"/>
                  </a:lnTo>
                  <a:lnTo>
                    <a:pt x="2320729" y="558502"/>
                  </a:lnTo>
                  <a:lnTo>
                    <a:pt x="2403612" y="563657"/>
                  </a:lnTo>
                  <a:lnTo>
                    <a:pt x="2486496" y="567062"/>
                  </a:lnTo>
                  <a:lnTo>
                    <a:pt x="2569379" y="569316"/>
                  </a:lnTo>
                  <a:lnTo>
                    <a:pt x="2652262" y="571621"/>
                  </a:lnTo>
                  <a:lnTo>
                    <a:pt x="2735145" y="571871"/>
                  </a:lnTo>
                  <a:lnTo>
                    <a:pt x="2818028" y="569512"/>
                  </a:lnTo>
                  <a:lnTo>
                    <a:pt x="2900912" y="566278"/>
                  </a:lnTo>
                  <a:lnTo>
                    <a:pt x="2983795" y="564983"/>
                  </a:lnTo>
                  <a:lnTo>
                    <a:pt x="3066678" y="565490"/>
                  </a:lnTo>
                  <a:lnTo>
                    <a:pt x="3149561" y="564854"/>
                  </a:lnTo>
                  <a:lnTo>
                    <a:pt x="3232444" y="563689"/>
                  </a:lnTo>
                  <a:lnTo>
                    <a:pt x="3315328" y="563984"/>
                  </a:lnTo>
                  <a:lnTo>
                    <a:pt x="3398211" y="566012"/>
                  </a:lnTo>
                  <a:lnTo>
                    <a:pt x="3481094" y="568174"/>
                  </a:lnTo>
                  <a:lnTo>
                    <a:pt x="3563977" y="570028"/>
                  </a:lnTo>
                  <a:lnTo>
                    <a:pt x="3646860" y="571747"/>
                  </a:lnTo>
                  <a:lnTo>
                    <a:pt x="3729744" y="573938"/>
                  </a:lnTo>
                  <a:lnTo>
                    <a:pt x="3812627" y="576518"/>
                  </a:lnTo>
                  <a:lnTo>
                    <a:pt x="3895510" y="579089"/>
                  </a:lnTo>
                  <a:lnTo>
                    <a:pt x="3978393" y="581513"/>
                  </a:lnTo>
                  <a:lnTo>
                    <a:pt x="4061276" y="583754"/>
                  </a:lnTo>
                  <a:lnTo>
                    <a:pt x="4144160" y="585873"/>
                  </a:lnTo>
                  <a:lnTo>
                    <a:pt x="4227043" y="588001"/>
                  </a:lnTo>
                  <a:lnTo>
                    <a:pt x="4309926" y="590291"/>
                  </a:lnTo>
                  <a:lnTo>
                    <a:pt x="4392809" y="592577"/>
                  </a:lnTo>
                  <a:lnTo>
                    <a:pt x="4475692" y="594675"/>
                  </a:lnTo>
                  <a:lnTo>
                    <a:pt x="4558576" y="596551"/>
                  </a:lnTo>
                  <a:lnTo>
                    <a:pt x="4641459" y="598147"/>
                  </a:lnTo>
                  <a:lnTo>
                    <a:pt x="4724342" y="599389"/>
                  </a:lnTo>
                  <a:lnTo>
                    <a:pt x="4807225" y="600189"/>
                  </a:lnTo>
                  <a:lnTo>
                    <a:pt x="4890108" y="600458"/>
                  </a:lnTo>
                  <a:lnTo>
                    <a:pt x="4972992" y="600110"/>
                  </a:lnTo>
                  <a:lnTo>
                    <a:pt x="5055875" y="599067"/>
                  </a:lnTo>
                  <a:lnTo>
                    <a:pt x="5138758" y="597263"/>
                  </a:lnTo>
                  <a:lnTo>
                    <a:pt x="5221641" y="594650"/>
                  </a:lnTo>
                  <a:lnTo>
                    <a:pt x="5304524" y="591193"/>
                  </a:lnTo>
                  <a:lnTo>
                    <a:pt x="5387408" y="586873"/>
                  </a:lnTo>
                  <a:lnTo>
                    <a:pt x="5470291" y="581683"/>
                  </a:lnTo>
                  <a:lnTo>
                    <a:pt x="5553174" y="575624"/>
                  </a:lnTo>
                  <a:lnTo>
                    <a:pt x="5636057" y="568705"/>
                  </a:lnTo>
                  <a:lnTo>
                    <a:pt x="5718940" y="560938"/>
                  </a:lnTo>
                  <a:lnTo>
                    <a:pt x="5801824" y="552338"/>
                  </a:lnTo>
                  <a:lnTo>
                    <a:pt x="5884707" y="542922"/>
                  </a:lnTo>
                  <a:lnTo>
                    <a:pt x="5967590" y="532708"/>
                  </a:lnTo>
                  <a:lnTo>
                    <a:pt x="6015395" y="526366"/>
                  </a:lnTo>
                  <a:lnTo>
                    <a:pt x="6015395" y="905597"/>
                  </a:lnTo>
                  <a:lnTo>
                    <a:pt x="5844499" y="905597"/>
                  </a:lnTo>
                  <a:lnTo>
                    <a:pt x="5801824" y="896445"/>
                  </a:lnTo>
                  <a:lnTo>
                    <a:pt x="5718940" y="879568"/>
                  </a:lnTo>
                  <a:lnTo>
                    <a:pt x="5636057" y="863604"/>
                  </a:lnTo>
                  <a:lnTo>
                    <a:pt x="5553174" y="848565"/>
                  </a:lnTo>
                  <a:lnTo>
                    <a:pt x="5470291" y="834460"/>
                  </a:lnTo>
                  <a:lnTo>
                    <a:pt x="5387408" y="821294"/>
                  </a:lnTo>
                  <a:lnTo>
                    <a:pt x="5304524" y="809066"/>
                  </a:lnTo>
                  <a:lnTo>
                    <a:pt x="5221641" y="797765"/>
                  </a:lnTo>
                  <a:lnTo>
                    <a:pt x="5138758" y="787368"/>
                  </a:lnTo>
                  <a:lnTo>
                    <a:pt x="5055875" y="777839"/>
                  </a:lnTo>
                  <a:lnTo>
                    <a:pt x="4972992" y="769124"/>
                  </a:lnTo>
                  <a:lnTo>
                    <a:pt x="4890108" y="761157"/>
                  </a:lnTo>
                  <a:lnTo>
                    <a:pt x="4807225" y="753855"/>
                  </a:lnTo>
                  <a:lnTo>
                    <a:pt x="4724342" y="747130"/>
                  </a:lnTo>
                  <a:lnTo>
                    <a:pt x="4641459" y="740887"/>
                  </a:lnTo>
                  <a:lnTo>
                    <a:pt x="4558576" y="735038"/>
                  </a:lnTo>
                  <a:lnTo>
                    <a:pt x="4475692" y="729505"/>
                  </a:lnTo>
                  <a:lnTo>
                    <a:pt x="4392809" y="724226"/>
                  </a:lnTo>
                  <a:lnTo>
                    <a:pt x="4309926" y="719163"/>
                  </a:lnTo>
                  <a:lnTo>
                    <a:pt x="4227043" y="714239"/>
                  </a:lnTo>
                  <a:lnTo>
                    <a:pt x="4144160" y="709432"/>
                  </a:lnTo>
                  <a:lnTo>
                    <a:pt x="4061276" y="704880"/>
                  </a:lnTo>
                  <a:lnTo>
                    <a:pt x="3978393" y="700702"/>
                  </a:lnTo>
                  <a:lnTo>
                    <a:pt x="3895510" y="696943"/>
                  </a:lnTo>
                  <a:lnTo>
                    <a:pt x="3812627" y="693552"/>
                  </a:lnTo>
                  <a:lnTo>
                    <a:pt x="3729744" y="690378"/>
                  </a:lnTo>
                  <a:lnTo>
                    <a:pt x="3646860" y="686979"/>
                  </a:lnTo>
                  <a:lnTo>
                    <a:pt x="3563977" y="683290"/>
                  </a:lnTo>
                  <a:lnTo>
                    <a:pt x="3481094" y="680062"/>
                  </a:lnTo>
                  <a:lnTo>
                    <a:pt x="3398211" y="677615"/>
                  </a:lnTo>
                  <a:lnTo>
                    <a:pt x="3315328" y="675655"/>
                  </a:lnTo>
                  <a:lnTo>
                    <a:pt x="3232444" y="674074"/>
                  </a:lnTo>
                  <a:lnTo>
                    <a:pt x="3149561" y="673639"/>
                  </a:lnTo>
                  <a:lnTo>
                    <a:pt x="3066678" y="674166"/>
                  </a:lnTo>
                  <a:lnTo>
                    <a:pt x="2983795" y="674096"/>
                  </a:lnTo>
                  <a:lnTo>
                    <a:pt x="2900912" y="674528"/>
                  </a:lnTo>
                  <a:lnTo>
                    <a:pt x="2818028" y="677029"/>
                  </a:lnTo>
                  <a:lnTo>
                    <a:pt x="2735145" y="680020"/>
                  </a:lnTo>
                  <a:lnTo>
                    <a:pt x="2652262" y="680836"/>
                  </a:lnTo>
                  <a:lnTo>
                    <a:pt x="2569379" y="678361"/>
                  </a:lnTo>
                  <a:lnTo>
                    <a:pt x="2486496" y="675847"/>
                  </a:lnTo>
                  <a:lnTo>
                    <a:pt x="2403612" y="673175"/>
                  </a:lnTo>
                  <a:lnTo>
                    <a:pt x="2320729" y="669359"/>
                  </a:lnTo>
                  <a:lnTo>
                    <a:pt x="2237846" y="663230"/>
                  </a:lnTo>
                  <a:lnTo>
                    <a:pt x="2154963" y="655897"/>
                  </a:lnTo>
                  <a:lnTo>
                    <a:pt x="2072080" y="647910"/>
                  </a:lnTo>
                  <a:lnTo>
                    <a:pt x="1989196" y="639542"/>
                  </a:lnTo>
                  <a:lnTo>
                    <a:pt x="1906313" y="631024"/>
                  </a:lnTo>
                  <a:lnTo>
                    <a:pt x="1823430" y="622562"/>
                  </a:lnTo>
                  <a:lnTo>
                    <a:pt x="1740547" y="614376"/>
                  </a:lnTo>
                  <a:lnTo>
                    <a:pt x="1657664" y="606624"/>
                  </a:lnTo>
                  <a:lnTo>
                    <a:pt x="1574780" y="599419"/>
                  </a:lnTo>
                  <a:lnTo>
                    <a:pt x="1491897" y="592887"/>
                  </a:lnTo>
                  <a:lnTo>
                    <a:pt x="1409014" y="587146"/>
                  </a:lnTo>
                  <a:lnTo>
                    <a:pt x="1326131" y="582290"/>
                  </a:lnTo>
                  <a:lnTo>
                    <a:pt x="1243248" y="578385"/>
                  </a:lnTo>
                  <a:lnTo>
                    <a:pt x="1160364" y="575465"/>
                  </a:lnTo>
                  <a:lnTo>
                    <a:pt x="1077481" y="573536"/>
                  </a:lnTo>
                  <a:lnTo>
                    <a:pt x="994598" y="572582"/>
                  </a:lnTo>
                  <a:lnTo>
                    <a:pt x="911715" y="572571"/>
                  </a:lnTo>
                  <a:lnTo>
                    <a:pt x="828832" y="573464"/>
                  </a:lnTo>
                  <a:lnTo>
                    <a:pt x="745948" y="575217"/>
                  </a:lnTo>
                  <a:lnTo>
                    <a:pt x="663065" y="577786"/>
                  </a:lnTo>
                  <a:lnTo>
                    <a:pt x="580182" y="581126"/>
                  </a:lnTo>
                  <a:lnTo>
                    <a:pt x="497299" y="585194"/>
                  </a:lnTo>
                  <a:lnTo>
                    <a:pt x="414416" y="589949"/>
                  </a:lnTo>
                  <a:lnTo>
                    <a:pt x="331532" y="595352"/>
                  </a:lnTo>
                  <a:lnTo>
                    <a:pt x="248649" y="601366"/>
                  </a:lnTo>
                  <a:lnTo>
                    <a:pt x="165766" y="607957"/>
                  </a:lnTo>
                  <a:lnTo>
                    <a:pt x="82883" y="615090"/>
                  </a:lnTo>
                  <a:lnTo>
                    <a:pt x="0" y="62273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072465" y="4472862"/>
              <a:ext cx="6015395" cy="600458"/>
            </a:xfrm>
            <a:custGeom>
              <a:avLst/>
              <a:pathLst>
                <a:path w="6015395" h="600458">
                  <a:moveTo>
                    <a:pt x="0" y="0"/>
                  </a:moveTo>
                  <a:lnTo>
                    <a:pt x="82883" y="36379"/>
                  </a:lnTo>
                  <a:lnTo>
                    <a:pt x="165766" y="71462"/>
                  </a:lnTo>
                  <a:lnTo>
                    <a:pt x="248649" y="105249"/>
                  </a:lnTo>
                  <a:lnTo>
                    <a:pt x="331532" y="137740"/>
                  </a:lnTo>
                  <a:lnTo>
                    <a:pt x="414416" y="168935"/>
                  </a:lnTo>
                  <a:lnTo>
                    <a:pt x="497299" y="198831"/>
                  </a:lnTo>
                  <a:lnTo>
                    <a:pt x="580182" y="227422"/>
                  </a:lnTo>
                  <a:lnTo>
                    <a:pt x="663065" y="254702"/>
                  </a:lnTo>
                  <a:lnTo>
                    <a:pt x="745948" y="280661"/>
                  </a:lnTo>
                  <a:lnTo>
                    <a:pt x="828832" y="305289"/>
                  </a:lnTo>
                  <a:lnTo>
                    <a:pt x="911715" y="328574"/>
                  </a:lnTo>
                  <a:lnTo>
                    <a:pt x="994598" y="350507"/>
                  </a:lnTo>
                  <a:lnTo>
                    <a:pt x="1077481" y="371083"/>
                  </a:lnTo>
                  <a:lnTo>
                    <a:pt x="1160364" y="390303"/>
                  </a:lnTo>
                  <a:lnTo>
                    <a:pt x="1243248" y="408186"/>
                  </a:lnTo>
                  <a:lnTo>
                    <a:pt x="1326131" y="424772"/>
                  </a:lnTo>
                  <a:lnTo>
                    <a:pt x="1409014" y="440127"/>
                  </a:lnTo>
                  <a:lnTo>
                    <a:pt x="1491897" y="454352"/>
                  </a:lnTo>
                  <a:lnTo>
                    <a:pt x="1574780" y="467575"/>
                  </a:lnTo>
                  <a:lnTo>
                    <a:pt x="1657664" y="479948"/>
                  </a:lnTo>
                  <a:lnTo>
                    <a:pt x="1740547" y="491630"/>
                  </a:lnTo>
                  <a:lnTo>
                    <a:pt x="1823430" y="502874"/>
                  </a:lnTo>
                  <a:lnTo>
                    <a:pt x="1906313" y="513894"/>
                  </a:lnTo>
                  <a:lnTo>
                    <a:pt x="1989196" y="524492"/>
                  </a:lnTo>
                  <a:lnTo>
                    <a:pt x="2072080" y="534440"/>
                  </a:lnTo>
                  <a:lnTo>
                    <a:pt x="2154963" y="543536"/>
                  </a:lnTo>
                  <a:lnTo>
                    <a:pt x="2237846" y="551619"/>
                  </a:lnTo>
                  <a:lnTo>
                    <a:pt x="2320729" y="558502"/>
                  </a:lnTo>
                  <a:lnTo>
                    <a:pt x="2403612" y="563657"/>
                  </a:lnTo>
                  <a:lnTo>
                    <a:pt x="2486496" y="567062"/>
                  </a:lnTo>
                  <a:lnTo>
                    <a:pt x="2569379" y="569316"/>
                  </a:lnTo>
                  <a:lnTo>
                    <a:pt x="2652262" y="571621"/>
                  </a:lnTo>
                  <a:lnTo>
                    <a:pt x="2735145" y="571871"/>
                  </a:lnTo>
                  <a:lnTo>
                    <a:pt x="2818028" y="569512"/>
                  </a:lnTo>
                  <a:lnTo>
                    <a:pt x="2900912" y="566278"/>
                  </a:lnTo>
                  <a:lnTo>
                    <a:pt x="2983795" y="564983"/>
                  </a:lnTo>
                  <a:lnTo>
                    <a:pt x="3066678" y="565490"/>
                  </a:lnTo>
                  <a:lnTo>
                    <a:pt x="3149561" y="564854"/>
                  </a:lnTo>
                  <a:lnTo>
                    <a:pt x="3232444" y="563689"/>
                  </a:lnTo>
                  <a:lnTo>
                    <a:pt x="3315328" y="563984"/>
                  </a:lnTo>
                  <a:lnTo>
                    <a:pt x="3398211" y="566012"/>
                  </a:lnTo>
                  <a:lnTo>
                    <a:pt x="3481094" y="568174"/>
                  </a:lnTo>
                  <a:lnTo>
                    <a:pt x="3563977" y="570028"/>
                  </a:lnTo>
                  <a:lnTo>
                    <a:pt x="3646860" y="571747"/>
                  </a:lnTo>
                  <a:lnTo>
                    <a:pt x="3729744" y="573938"/>
                  </a:lnTo>
                  <a:lnTo>
                    <a:pt x="3812627" y="576518"/>
                  </a:lnTo>
                  <a:lnTo>
                    <a:pt x="3895510" y="579089"/>
                  </a:lnTo>
                  <a:lnTo>
                    <a:pt x="3978393" y="581513"/>
                  </a:lnTo>
                  <a:lnTo>
                    <a:pt x="4061276" y="583754"/>
                  </a:lnTo>
                  <a:lnTo>
                    <a:pt x="4144160" y="585873"/>
                  </a:lnTo>
                  <a:lnTo>
                    <a:pt x="4227043" y="588001"/>
                  </a:lnTo>
                  <a:lnTo>
                    <a:pt x="4309926" y="590291"/>
                  </a:lnTo>
                  <a:lnTo>
                    <a:pt x="4392809" y="592577"/>
                  </a:lnTo>
                  <a:lnTo>
                    <a:pt x="4475692" y="594675"/>
                  </a:lnTo>
                  <a:lnTo>
                    <a:pt x="4558576" y="596551"/>
                  </a:lnTo>
                  <a:lnTo>
                    <a:pt x="4641459" y="598147"/>
                  </a:lnTo>
                  <a:lnTo>
                    <a:pt x="4724342" y="599389"/>
                  </a:lnTo>
                  <a:lnTo>
                    <a:pt x="4807225" y="600189"/>
                  </a:lnTo>
                  <a:lnTo>
                    <a:pt x="4890108" y="600458"/>
                  </a:lnTo>
                  <a:lnTo>
                    <a:pt x="4972992" y="600110"/>
                  </a:lnTo>
                  <a:lnTo>
                    <a:pt x="5055875" y="599067"/>
                  </a:lnTo>
                  <a:lnTo>
                    <a:pt x="5138758" y="597263"/>
                  </a:lnTo>
                  <a:lnTo>
                    <a:pt x="5221641" y="594650"/>
                  </a:lnTo>
                  <a:lnTo>
                    <a:pt x="5304524" y="591193"/>
                  </a:lnTo>
                  <a:lnTo>
                    <a:pt x="5387408" y="586873"/>
                  </a:lnTo>
                  <a:lnTo>
                    <a:pt x="5470291" y="581683"/>
                  </a:lnTo>
                  <a:lnTo>
                    <a:pt x="5553174" y="575624"/>
                  </a:lnTo>
                  <a:lnTo>
                    <a:pt x="5636057" y="568705"/>
                  </a:lnTo>
                  <a:lnTo>
                    <a:pt x="5718940" y="560938"/>
                  </a:lnTo>
                  <a:lnTo>
                    <a:pt x="5801824" y="552338"/>
                  </a:lnTo>
                  <a:lnTo>
                    <a:pt x="5884707" y="542922"/>
                  </a:lnTo>
                  <a:lnTo>
                    <a:pt x="5967590" y="532708"/>
                  </a:lnTo>
                  <a:lnTo>
                    <a:pt x="6015395" y="5263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072465" y="5045433"/>
              <a:ext cx="5844499" cy="333026"/>
            </a:xfrm>
            <a:custGeom>
              <a:avLst/>
              <a:pathLst>
                <a:path w="5844499" h="333026">
                  <a:moveTo>
                    <a:pt x="5844499" y="333026"/>
                  </a:moveTo>
                  <a:lnTo>
                    <a:pt x="5801824" y="323874"/>
                  </a:lnTo>
                  <a:lnTo>
                    <a:pt x="5718940" y="306997"/>
                  </a:lnTo>
                  <a:lnTo>
                    <a:pt x="5636057" y="291033"/>
                  </a:lnTo>
                  <a:lnTo>
                    <a:pt x="5553174" y="275994"/>
                  </a:lnTo>
                  <a:lnTo>
                    <a:pt x="5470291" y="261888"/>
                  </a:lnTo>
                  <a:lnTo>
                    <a:pt x="5387408" y="248723"/>
                  </a:lnTo>
                  <a:lnTo>
                    <a:pt x="5304524" y="236495"/>
                  </a:lnTo>
                  <a:lnTo>
                    <a:pt x="5221641" y="225194"/>
                  </a:lnTo>
                  <a:lnTo>
                    <a:pt x="5138758" y="214797"/>
                  </a:lnTo>
                  <a:lnTo>
                    <a:pt x="5055875" y="205267"/>
                  </a:lnTo>
                  <a:lnTo>
                    <a:pt x="4972992" y="196553"/>
                  </a:lnTo>
                  <a:lnTo>
                    <a:pt x="4890108" y="188586"/>
                  </a:lnTo>
                  <a:lnTo>
                    <a:pt x="4807225" y="181284"/>
                  </a:lnTo>
                  <a:lnTo>
                    <a:pt x="4724342" y="174559"/>
                  </a:lnTo>
                  <a:lnTo>
                    <a:pt x="4641459" y="168316"/>
                  </a:lnTo>
                  <a:lnTo>
                    <a:pt x="4558576" y="162467"/>
                  </a:lnTo>
                  <a:lnTo>
                    <a:pt x="4475692" y="156934"/>
                  </a:lnTo>
                  <a:lnTo>
                    <a:pt x="4392809" y="151654"/>
                  </a:lnTo>
                  <a:lnTo>
                    <a:pt x="4309926" y="146592"/>
                  </a:lnTo>
                  <a:lnTo>
                    <a:pt x="4227043" y="141668"/>
                  </a:lnTo>
                  <a:lnTo>
                    <a:pt x="4144160" y="136861"/>
                  </a:lnTo>
                  <a:lnTo>
                    <a:pt x="4061276" y="132309"/>
                  </a:lnTo>
                  <a:lnTo>
                    <a:pt x="3978393" y="128131"/>
                  </a:lnTo>
                  <a:lnTo>
                    <a:pt x="3895510" y="124372"/>
                  </a:lnTo>
                  <a:lnTo>
                    <a:pt x="3812627" y="120981"/>
                  </a:lnTo>
                  <a:lnTo>
                    <a:pt x="3729744" y="117807"/>
                  </a:lnTo>
                  <a:lnTo>
                    <a:pt x="3646860" y="114408"/>
                  </a:lnTo>
                  <a:lnTo>
                    <a:pt x="3563977" y="110719"/>
                  </a:lnTo>
                  <a:lnTo>
                    <a:pt x="3481094" y="107491"/>
                  </a:lnTo>
                  <a:lnTo>
                    <a:pt x="3398211" y="105044"/>
                  </a:lnTo>
                  <a:lnTo>
                    <a:pt x="3315328" y="103083"/>
                  </a:lnTo>
                  <a:lnTo>
                    <a:pt x="3232444" y="101503"/>
                  </a:lnTo>
                  <a:lnTo>
                    <a:pt x="3149561" y="101068"/>
                  </a:lnTo>
                  <a:lnTo>
                    <a:pt x="3066678" y="101595"/>
                  </a:lnTo>
                  <a:lnTo>
                    <a:pt x="2983795" y="101525"/>
                  </a:lnTo>
                  <a:lnTo>
                    <a:pt x="2900912" y="101957"/>
                  </a:lnTo>
                  <a:lnTo>
                    <a:pt x="2818028" y="104458"/>
                  </a:lnTo>
                  <a:lnTo>
                    <a:pt x="2735145" y="107449"/>
                  </a:lnTo>
                  <a:lnTo>
                    <a:pt x="2652262" y="108264"/>
                  </a:lnTo>
                  <a:lnTo>
                    <a:pt x="2569379" y="105790"/>
                  </a:lnTo>
                  <a:lnTo>
                    <a:pt x="2486496" y="103276"/>
                  </a:lnTo>
                  <a:lnTo>
                    <a:pt x="2403612" y="100604"/>
                  </a:lnTo>
                  <a:lnTo>
                    <a:pt x="2320729" y="96788"/>
                  </a:lnTo>
                  <a:lnTo>
                    <a:pt x="2237846" y="90659"/>
                  </a:lnTo>
                  <a:lnTo>
                    <a:pt x="2154963" y="83326"/>
                  </a:lnTo>
                  <a:lnTo>
                    <a:pt x="2072080" y="75339"/>
                  </a:lnTo>
                  <a:lnTo>
                    <a:pt x="1989196" y="66971"/>
                  </a:lnTo>
                  <a:lnTo>
                    <a:pt x="1906313" y="58453"/>
                  </a:lnTo>
                  <a:lnTo>
                    <a:pt x="1823430" y="49991"/>
                  </a:lnTo>
                  <a:lnTo>
                    <a:pt x="1740547" y="41804"/>
                  </a:lnTo>
                  <a:lnTo>
                    <a:pt x="1657664" y="34053"/>
                  </a:lnTo>
                  <a:lnTo>
                    <a:pt x="1574780" y="26848"/>
                  </a:lnTo>
                  <a:lnTo>
                    <a:pt x="1491897" y="20316"/>
                  </a:lnTo>
                  <a:lnTo>
                    <a:pt x="1409014" y="14574"/>
                  </a:lnTo>
                  <a:lnTo>
                    <a:pt x="1326131" y="9719"/>
                  </a:lnTo>
                  <a:lnTo>
                    <a:pt x="1243248" y="5814"/>
                  </a:lnTo>
                  <a:lnTo>
                    <a:pt x="1160364" y="2894"/>
                  </a:lnTo>
                  <a:lnTo>
                    <a:pt x="1077481" y="965"/>
                  </a:lnTo>
                  <a:lnTo>
                    <a:pt x="994598" y="10"/>
                  </a:lnTo>
                  <a:lnTo>
                    <a:pt x="911715" y="0"/>
                  </a:lnTo>
                  <a:lnTo>
                    <a:pt x="828832" y="893"/>
                  </a:lnTo>
                  <a:lnTo>
                    <a:pt x="745948" y="2646"/>
                  </a:lnTo>
                  <a:lnTo>
                    <a:pt x="663065" y="5215"/>
                  </a:lnTo>
                  <a:lnTo>
                    <a:pt x="580182" y="8555"/>
                  </a:lnTo>
                  <a:lnTo>
                    <a:pt x="497299" y="12623"/>
                  </a:lnTo>
                  <a:lnTo>
                    <a:pt x="414416" y="17378"/>
                  </a:lnTo>
                  <a:lnTo>
                    <a:pt x="331532" y="22781"/>
                  </a:lnTo>
                  <a:lnTo>
                    <a:pt x="248649" y="28795"/>
                  </a:lnTo>
                  <a:lnTo>
                    <a:pt x="165766" y="35385"/>
                  </a:lnTo>
                  <a:lnTo>
                    <a:pt x="82883" y="42519"/>
                  </a:lnTo>
                  <a:lnTo>
                    <a:pt x="0" y="501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72465" y="4784229"/>
              <a:ext cx="6015395" cy="423889"/>
            </a:xfrm>
            <a:custGeom>
              <a:avLst/>
              <a:pathLst>
                <a:path w="6015395" h="423889">
                  <a:moveTo>
                    <a:pt x="0" y="0"/>
                  </a:moveTo>
                  <a:lnTo>
                    <a:pt x="82883" y="14367"/>
                  </a:lnTo>
                  <a:lnTo>
                    <a:pt x="165766" y="28342"/>
                  </a:lnTo>
                  <a:lnTo>
                    <a:pt x="248649" y="41940"/>
                  </a:lnTo>
                  <a:lnTo>
                    <a:pt x="331532" y="55178"/>
                  </a:lnTo>
                  <a:lnTo>
                    <a:pt x="414416" y="68074"/>
                  </a:lnTo>
                  <a:lnTo>
                    <a:pt x="497299" y="80645"/>
                  </a:lnTo>
                  <a:lnTo>
                    <a:pt x="580182" y="92907"/>
                  </a:lnTo>
                  <a:lnTo>
                    <a:pt x="663065" y="104877"/>
                  </a:lnTo>
                  <a:lnTo>
                    <a:pt x="745948" y="116572"/>
                  </a:lnTo>
                  <a:lnTo>
                    <a:pt x="828832" y="128009"/>
                  </a:lnTo>
                  <a:lnTo>
                    <a:pt x="911715" y="139205"/>
                  </a:lnTo>
                  <a:lnTo>
                    <a:pt x="994598" y="150177"/>
                  </a:lnTo>
                  <a:lnTo>
                    <a:pt x="1077481" y="160942"/>
                  </a:lnTo>
                  <a:lnTo>
                    <a:pt x="1160364" y="171517"/>
                  </a:lnTo>
                  <a:lnTo>
                    <a:pt x="1243248" y="181918"/>
                  </a:lnTo>
                  <a:lnTo>
                    <a:pt x="1326131" y="192163"/>
                  </a:lnTo>
                  <a:lnTo>
                    <a:pt x="1409014" y="202269"/>
                  </a:lnTo>
                  <a:lnTo>
                    <a:pt x="1491897" y="212252"/>
                  </a:lnTo>
                  <a:lnTo>
                    <a:pt x="1574780" y="222130"/>
                  </a:lnTo>
                  <a:lnTo>
                    <a:pt x="1657664" y="231918"/>
                  </a:lnTo>
                  <a:lnTo>
                    <a:pt x="1740547" y="241636"/>
                  </a:lnTo>
                  <a:lnTo>
                    <a:pt x="1823430" y="251351"/>
                  </a:lnTo>
                  <a:lnTo>
                    <a:pt x="1906313" y="261091"/>
                  </a:lnTo>
                  <a:lnTo>
                    <a:pt x="1989196" y="270649"/>
                  </a:lnTo>
                  <a:lnTo>
                    <a:pt x="2072080" y="279808"/>
                  </a:lnTo>
                  <a:lnTo>
                    <a:pt x="2154963" y="288349"/>
                  </a:lnTo>
                  <a:lnTo>
                    <a:pt x="2237846" y="296057"/>
                  </a:lnTo>
                  <a:lnTo>
                    <a:pt x="2320729" y="302563"/>
                  </a:lnTo>
                  <a:lnTo>
                    <a:pt x="2403612" y="307048"/>
                  </a:lnTo>
                  <a:lnTo>
                    <a:pt x="2486496" y="310087"/>
                  </a:lnTo>
                  <a:lnTo>
                    <a:pt x="2569379" y="312471"/>
                  </a:lnTo>
                  <a:lnTo>
                    <a:pt x="2652262" y="314861"/>
                  </a:lnTo>
                  <a:lnTo>
                    <a:pt x="2735145" y="314578"/>
                  </a:lnTo>
                  <a:lnTo>
                    <a:pt x="2818028" y="311903"/>
                  </a:lnTo>
                  <a:lnTo>
                    <a:pt x="2900912" y="309035"/>
                  </a:lnTo>
                  <a:lnTo>
                    <a:pt x="2983795" y="308172"/>
                  </a:lnTo>
                  <a:lnTo>
                    <a:pt x="3066678" y="308461"/>
                  </a:lnTo>
                  <a:lnTo>
                    <a:pt x="3149561" y="307879"/>
                  </a:lnTo>
                  <a:lnTo>
                    <a:pt x="3232444" y="307514"/>
                  </a:lnTo>
                  <a:lnTo>
                    <a:pt x="3315328" y="308452"/>
                  </a:lnTo>
                  <a:lnTo>
                    <a:pt x="3398211" y="310446"/>
                  </a:lnTo>
                  <a:lnTo>
                    <a:pt x="3481094" y="312751"/>
                  </a:lnTo>
                  <a:lnTo>
                    <a:pt x="3563977" y="315291"/>
                  </a:lnTo>
                  <a:lnTo>
                    <a:pt x="3646860" y="317995"/>
                  </a:lnTo>
                  <a:lnTo>
                    <a:pt x="3729744" y="320791"/>
                  </a:lnTo>
                  <a:lnTo>
                    <a:pt x="3812627" y="323668"/>
                  </a:lnTo>
                  <a:lnTo>
                    <a:pt x="3895510" y="326649"/>
                  </a:lnTo>
                  <a:lnTo>
                    <a:pt x="3978393" y="329740"/>
                  </a:lnTo>
                  <a:lnTo>
                    <a:pt x="4061276" y="332950"/>
                  </a:lnTo>
                  <a:lnTo>
                    <a:pt x="4144160" y="336285"/>
                  </a:lnTo>
                  <a:lnTo>
                    <a:pt x="4227043" y="339753"/>
                  </a:lnTo>
                  <a:lnTo>
                    <a:pt x="4309926" y="343360"/>
                  </a:lnTo>
                  <a:lnTo>
                    <a:pt x="4392809" y="347034"/>
                  </a:lnTo>
                  <a:lnTo>
                    <a:pt x="4475692" y="350722"/>
                  </a:lnTo>
                  <a:lnTo>
                    <a:pt x="4558576" y="354427"/>
                  </a:lnTo>
                  <a:lnTo>
                    <a:pt x="4641459" y="358150"/>
                  </a:lnTo>
                  <a:lnTo>
                    <a:pt x="4724342" y="361892"/>
                  </a:lnTo>
                  <a:lnTo>
                    <a:pt x="4807225" y="365655"/>
                  </a:lnTo>
                  <a:lnTo>
                    <a:pt x="4890108" y="369440"/>
                  </a:lnTo>
                  <a:lnTo>
                    <a:pt x="4972992" y="373250"/>
                  </a:lnTo>
                  <a:lnTo>
                    <a:pt x="5055875" y="377085"/>
                  </a:lnTo>
                  <a:lnTo>
                    <a:pt x="5138758" y="380948"/>
                  </a:lnTo>
                  <a:lnTo>
                    <a:pt x="5221641" y="384840"/>
                  </a:lnTo>
                  <a:lnTo>
                    <a:pt x="5304524" y="388762"/>
                  </a:lnTo>
                  <a:lnTo>
                    <a:pt x="5387408" y="392716"/>
                  </a:lnTo>
                  <a:lnTo>
                    <a:pt x="5470291" y="396704"/>
                  </a:lnTo>
                  <a:lnTo>
                    <a:pt x="5553174" y="400727"/>
                  </a:lnTo>
                  <a:lnTo>
                    <a:pt x="5636057" y="404787"/>
                  </a:lnTo>
                  <a:lnTo>
                    <a:pt x="5718940" y="408886"/>
                  </a:lnTo>
                  <a:lnTo>
                    <a:pt x="5801824" y="413024"/>
                  </a:lnTo>
                  <a:lnTo>
                    <a:pt x="5884707" y="417204"/>
                  </a:lnTo>
                  <a:lnTo>
                    <a:pt x="5967590" y="421427"/>
                  </a:lnTo>
                  <a:lnTo>
                    <a:pt x="6015395" y="42388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244530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34247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393192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2026-09-14T15:17:03Z</dcterms:modified>
  <cp:category/>
</cp:coreProperties>
</file>