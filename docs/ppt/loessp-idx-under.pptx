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50636"/>
              <a:ext cx="6145984" cy="542805"/>
            </a:xfrm>
            <a:custGeom>
              <a:avLst/>
              <a:pathLst>
                <a:path w="6145984" h="542805">
                  <a:moveTo>
                    <a:pt x="0" y="342641"/>
                  </a:moveTo>
                  <a:lnTo>
                    <a:pt x="94192" y="351316"/>
                  </a:lnTo>
                  <a:lnTo>
                    <a:pt x="244656" y="363683"/>
                  </a:lnTo>
                  <a:lnTo>
                    <a:pt x="395120" y="374543"/>
                  </a:lnTo>
                  <a:lnTo>
                    <a:pt x="545584" y="383898"/>
                  </a:lnTo>
                  <a:lnTo>
                    <a:pt x="696048" y="391788"/>
                  </a:lnTo>
                  <a:lnTo>
                    <a:pt x="846512" y="398300"/>
                  </a:lnTo>
                  <a:lnTo>
                    <a:pt x="996976" y="403579"/>
                  </a:lnTo>
                  <a:lnTo>
                    <a:pt x="1147440" y="407813"/>
                  </a:lnTo>
                  <a:lnTo>
                    <a:pt x="1297904" y="411207"/>
                  </a:lnTo>
                  <a:lnTo>
                    <a:pt x="1448369" y="413935"/>
                  </a:lnTo>
                  <a:lnTo>
                    <a:pt x="1598833" y="416205"/>
                  </a:lnTo>
                  <a:lnTo>
                    <a:pt x="1749297" y="417943"/>
                  </a:lnTo>
                  <a:lnTo>
                    <a:pt x="1899761" y="419012"/>
                  </a:lnTo>
                  <a:lnTo>
                    <a:pt x="2050225" y="419490"/>
                  </a:lnTo>
                  <a:lnTo>
                    <a:pt x="2200689" y="419650"/>
                  </a:lnTo>
                  <a:lnTo>
                    <a:pt x="2351153" y="418699"/>
                  </a:lnTo>
                  <a:lnTo>
                    <a:pt x="2501617" y="416992"/>
                  </a:lnTo>
                  <a:lnTo>
                    <a:pt x="2652081" y="414802"/>
                  </a:lnTo>
                  <a:lnTo>
                    <a:pt x="2802545" y="410909"/>
                  </a:lnTo>
                  <a:lnTo>
                    <a:pt x="2953009" y="406275"/>
                  </a:lnTo>
                  <a:lnTo>
                    <a:pt x="3103473" y="404208"/>
                  </a:lnTo>
                  <a:lnTo>
                    <a:pt x="3253937" y="404073"/>
                  </a:lnTo>
                  <a:lnTo>
                    <a:pt x="3404401" y="402328"/>
                  </a:lnTo>
                  <a:lnTo>
                    <a:pt x="3554865" y="397649"/>
                  </a:lnTo>
                  <a:lnTo>
                    <a:pt x="3705329" y="393386"/>
                  </a:lnTo>
                  <a:lnTo>
                    <a:pt x="3855793" y="388064"/>
                  </a:lnTo>
                  <a:lnTo>
                    <a:pt x="4006257" y="378102"/>
                  </a:lnTo>
                  <a:lnTo>
                    <a:pt x="4156721" y="363624"/>
                  </a:lnTo>
                  <a:lnTo>
                    <a:pt x="4307185" y="346604"/>
                  </a:lnTo>
                  <a:lnTo>
                    <a:pt x="4457649" y="326953"/>
                  </a:lnTo>
                  <a:lnTo>
                    <a:pt x="4608114" y="304816"/>
                  </a:lnTo>
                  <a:lnTo>
                    <a:pt x="4758578" y="280796"/>
                  </a:lnTo>
                  <a:lnTo>
                    <a:pt x="4909042" y="255338"/>
                  </a:lnTo>
                  <a:lnTo>
                    <a:pt x="5059506" y="228599"/>
                  </a:lnTo>
                  <a:lnTo>
                    <a:pt x="5209970" y="200670"/>
                  </a:lnTo>
                  <a:lnTo>
                    <a:pt x="5360434" y="171590"/>
                  </a:lnTo>
                  <a:lnTo>
                    <a:pt x="5510898" y="141358"/>
                  </a:lnTo>
                  <a:lnTo>
                    <a:pt x="5661362" y="109947"/>
                  </a:lnTo>
                  <a:lnTo>
                    <a:pt x="5811826" y="77307"/>
                  </a:lnTo>
                  <a:lnTo>
                    <a:pt x="5962290" y="43381"/>
                  </a:lnTo>
                  <a:lnTo>
                    <a:pt x="6112754" y="8103"/>
                  </a:lnTo>
                  <a:lnTo>
                    <a:pt x="6145984" y="0"/>
                  </a:lnTo>
                  <a:lnTo>
                    <a:pt x="6145984" y="152731"/>
                  </a:lnTo>
                  <a:lnTo>
                    <a:pt x="6112754" y="158517"/>
                  </a:lnTo>
                  <a:lnTo>
                    <a:pt x="5962290" y="184254"/>
                  </a:lnTo>
                  <a:lnTo>
                    <a:pt x="5811826" y="209458"/>
                  </a:lnTo>
                  <a:lnTo>
                    <a:pt x="5661362" y="234061"/>
                  </a:lnTo>
                  <a:lnTo>
                    <a:pt x="5510898" y="258000"/>
                  </a:lnTo>
                  <a:lnTo>
                    <a:pt x="5360434" y="281224"/>
                  </a:lnTo>
                  <a:lnTo>
                    <a:pt x="5209970" y="303700"/>
                  </a:lnTo>
                  <a:lnTo>
                    <a:pt x="5059506" y="325424"/>
                  </a:lnTo>
                  <a:lnTo>
                    <a:pt x="4909042" y="346430"/>
                  </a:lnTo>
                  <a:lnTo>
                    <a:pt x="4758578" y="366808"/>
                  </a:lnTo>
                  <a:lnTo>
                    <a:pt x="4608114" y="386708"/>
                  </a:lnTo>
                  <a:lnTo>
                    <a:pt x="4457649" y="405737"/>
                  </a:lnTo>
                  <a:lnTo>
                    <a:pt x="4307185" y="423090"/>
                  </a:lnTo>
                  <a:lnTo>
                    <a:pt x="4156721" y="438939"/>
                  </a:lnTo>
                  <a:lnTo>
                    <a:pt x="4006257" y="453242"/>
                  </a:lnTo>
                  <a:lnTo>
                    <a:pt x="3855793" y="462899"/>
                  </a:lnTo>
                  <a:lnTo>
                    <a:pt x="3705329" y="468532"/>
                  </a:lnTo>
                  <a:lnTo>
                    <a:pt x="3554865" y="473941"/>
                  </a:lnTo>
                  <a:lnTo>
                    <a:pt x="3404401" y="478420"/>
                  </a:lnTo>
                  <a:lnTo>
                    <a:pt x="3253937" y="479925"/>
                  </a:lnTo>
                  <a:lnTo>
                    <a:pt x="3103473" y="481560"/>
                  </a:lnTo>
                  <a:lnTo>
                    <a:pt x="2953009" y="484240"/>
                  </a:lnTo>
                  <a:lnTo>
                    <a:pt x="2802545" y="487007"/>
                  </a:lnTo>
                  <a:lnTo>
                    <a:pt x="2652081" y="490338"/>
                  </a:lnTo>
                  <a:lnTo>
                    <a:pt x="2501617" y="493048"/>
                  </a:lnTo>
                  <a:lnTo>
                    <a:pt x="2351153" y="493615"/>
                  </a:lnTo>
                  <a:lnTo>
                    <a:pt x="2200689" y="494004"/>
                  </a:lnTo>
                  <a:lnTo>
                    <a:pt x="2050225" y="494472"/>
                  </a:lnTo>
                  <a:lnTo>
                    <a:pt x="1899761" y="494249"/>
                  </a:lnTo>
                  <a:lnTo>
                    <a:pt x="1749297" y="493999"/>
                  </a:lnTo>
                  <a:lnTo>
                    <a:pt x="1598833" y="493989"/>
                  </a:lnTo>
                  <a:lnTo>
                    <a:pt x="1448369" y="494257"/>
                  </a:lnTo>
                  <a:lnTo>
                    <a:pt x="1297904" y="494898"/>
                  </a:lnTo>
                  <a:lnTo>
                    <a:pt x="1147440" y="496181"/>
                  </a:lnTo>
                  <a:lnTo>
                    <a:pt x="996976" y="498268"/>
                  </a:lnTo>
                  <a:lnTo>
                    <a:pt x="846512" y="501345"/>
                  </a:lnTo>
                  <a:lnTo>
                    <a:pt x="696048" y="505584"/>
                  </a:lnTo>
                  <a:lnTo>
                    <a:pt x="545584" y="511114"/>
                  </a:lnTo>
                  <a:lnTo>
                    <a:pt x="395120" y="518006"/>
                  </a:lnTo>
                  <a:lnTo>
                    <a:pt x="244656" y="526281"/>
                  </a:lnTo>
                  <a:lnTo>
                    <a:pt x="94192" y="535928"/>
                  </a:lnTo>
                  <a:lnTo>
                    <a:pt x="0" y="5428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50636"/>
              <a:ext cx="6145984" cy="419650"/>
            </a:xfrm>
            <a:custGeom>
              <a:avLst/>
              <a:pathLst>
                <a:path w="6145984" h="419650">
                  <a:moveTo>
                    <a:pt x="0" y="342641"/>
                  </a:moveTo>
                  <a:lnTo>
                    <a:pt x="94192" y="351316"/>
                  </a:lnTo>
                  <a:lnTo>
                    <a:pt x="244656" y="363683"/>
                  </a:lnTo>
                  <a:lnTo>
                    <a:pt x="395120" y="374543"/>
                  </a:lnTo>
                  <a:lnTo>
                    <a:pt x="545584" y="383898"/>
                  </a:lnTo>
                  <a:lnTo>
                    <a:pt x="696048" y="391788"/>
                  </a:lnTo>
                  <a:lnTo>
                    <a:pt x="846512" y="398300"/>
                  </a:lnTo>
                  <a:lnTo>
                    <a:pt x="996976" y="403579"/>
                  </a:lnTo>
                  <a:lnTo>
                    <a:pt x="1147440" y="407813"/>
                  </a:lnTo>
                  <a:lnTo>
                    <a:pt x="1297904" y="411207"/>
                  </a:lnTo>
                  <a:lnTo>
                    <a:pt x="1448369" y="413935"/>
                  </a:lnTo>
                  <a:lnTo>
                    <a:pt x="1598833" y="416205"/>
                  </a:lnTo>
                  <a:lnTo>
                    <a:pt x="1749297" y="417943"/>
                  </a:lnTo>
                  <a:lnTo>
                    <a:pt x="1899761" y="419012"/>
                  </a:lnTo>
                  <a:lnTo>
                    <a:pt x="2050225" y="419490"/>
                  </a:lnTo>
                  <a:lnTo>
                    <a:pt x="2200689" y="419650"/>
                  </a:lnTo>
                  <a:lnTo>
                    <a:pt x="2351153" y="418699"/>
                  </a:lnTo>
                  <a:lnTo>
                    <a:pt x="2501617" y="416992"/>
                  </a:lnTo>
                  <a:lnTo>
                    <a:pt x="2652081" y="414802"/>
                  </a:lnTo>
                  <a:lnTo>
                    <a:pt x="2802545" y="410909"/>
                  </a:lnTo>
                  <a:lnTo>
                    <a:pt x="2953009" y="406275"/>
                  </a:lnTo>
                  <a:lnTo>
                    <a:pt x="3103473" y="404208"/>
                  </a:lnTo>
                  <a:lnTo>
                    <a:pt x="3253937" y="404073"/>
                  </a:lnTo>
                  <a:lnTo>
                    <a:pt x="3404401" y="402328"/>
                  </a:lnTo>
                  <a:lnTo>
                    <a:pt x="3554865" y="397649"/>
                  </a:lnTo>
                  <a:lnTo>
                    <a:pt x="3705329" y="393386"/>
                  </a:lnTo>
                  <a:lnTo>
                    <a:pt x="3855793" y="388064"/>
                  </a:lnTo>
                  <a:lnTo>
                    <a:pt x="4006257" y="378102"/>
                  </a:lnTo>
                  <a:lnTo>
                    <a:pt x="4156721" y="363624"/>
                  </a:lnTo>
                  <a:lnTo>
                    <a:pt x="4307185" y="346604"/>
                  </a:lnTo>
                  <a:lnTo>
                    <a:pt x="4457649" y="326953"/>
                  </a:lnTo>
                  <a:lnTo>
                    <a:pt x="4608114" y="304816"/>
                  </a:lnTo>
                  <a:lnTo>
                    <a:pt x="4758578" y="280796"/>
                  </a:lnTo>
                  <a:lnTo>
                    <a:pt x="4909042" y="255338"/>
                  </a:lnTo>
                  <a:lnTo>
                    <a:pt x="5059506" y="228599"/>
                  </a:lnTo>
                  <a:lnTo>
                    <a:pt x="5209970" y="200670"/>
                  </a:lnTo>
                  <a:lnTo>
                    <a:pt x="5360434" y="171590"/>
                  </a:lnTo>
                  <a:lnTo>
                    <a:pt x="5510898" y="141358"/>
                  </a:lnTo>
                  <a:lnTo>
                    <a:pt x="5661362" y="109947"/>
                  </a:lnTo>
                  <a:lnTo>
                    <a:pt x="5811826" y="77307"/>
                  </a:lnTo>
                  <a:lnTo>
                    <a:pt x="5962290" y="43381"/>
                  </a:lnTo>
                  <a:lnTo>
                    <a:pt x="6112754" y="81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03367"/>
              <a:ext cx="6145984" cy="390074"/>
            </a:xfrm>
            <a:custGeom>
              <a:avLst/>
              <a:pathLst>
                <a:path w="6145984" h="390074">
                  <a:moveTo>
                    <a:pt x="6145984" y="0"/>
                  </a:moveTo>
                  <a:lnTo>
                    <a:pt x="6112754" y="5786"/>
                  </a:lnTo>
                  <a:lnTo>
                    <a:pt x="5962290" y="31523"/>
                  </a:lnTo>
                  <a:lnTo>
                    <a:pt x="5811826" y="56727"/>
                  </a:lnTo>
                  <a:lnTo>
                    <a:pt x="5661362" y="81330"/>
                  </a:lnTo>
                  <a:lnTo>
                    <a:pt x="5510898" y="105269"/>
                  </a:lnTo>
                  <a:lnTo>
                    <a:pt x="5360434" y="128493"/>
                  </a:lnTo>
                  <a:lnTo>
                    <a:pt x="5209970" y="150969"/>
                  </a:lnTo>
                  <a:lnTo>
                    <a:pt x="5059506" y="172692"/>
                  </a:lnTo>
                  <a:lnTo>
                    <a:pt x="4909042" y="193699"/>
                  </a:lnTo>
                  <a:lnTo>
                    <a:pt x="4758578" y="214076"/>
                  </a:lnTo>
                  <a:lnTo>
                    <a:pt x="4608114" y="233976"/>
                  </a:lnTo>
                  <a:lnTo>
                    <a:pt x="4457649" y="253005"/>
                  </a:lnTo>
                  <a:lnTo>
                    <a:pt x="4307185" y="270359"/>
                  </a:lnTo>
                  <a:lnTo>
                    <a:pt x="4156721" y="286208"/>
                  </a:lnTo>
                  <a:lnTo>
                    <a:pt x="4006257" y="300511"/>
                  </a:lnTo>
                  <a:lnTo>
                    <a:pt x="3855793" y="310167"/>
                  </a:lnTo>
                  <a:lnTo>
                    <a:pt x="3705329" y="315801"/>
                  </a:lnTo>
                  <a:lnTo>
                    <a:pt x="3554865" y="321210"/>
                  </a:lnTo>
                  <a:lnTo>
                    <a:pt x="3404401" y="325688"/>
                  </a:lnTo>
                  <a:lnTo>
                    <a:pt x="3253937" y="327194"/>
                  </a:lnTo>
                  <a:lnTo>
                    <a:pt x="3103473" y="328828"/>
                  </a:lnTo>
                  <a:lnTo>
                    <a:pt x="2953009" y="331508"/>
                  </a:lnTo>
                  <a:lnTo>
                    <a:pt x="2802545" y="334276"/>
                  </a:lnTo>
                  <a:lnTo>
                    <a:pt x="2652081" y="337607"/>
                  </a:lnTo>
                  <a:lnTo>
                    <a:pt x="2501617" y="340317"/>
                  </a:lnTo>
                  <a:lnTo>
                    <a:pt x="2351153" y="340884"/>
                  </a:lnTo>
                  <a:lnTo>
                    <a:pt x="2200689" y="341273"/>
                  </a:lnTo>
                  <a:lnTo>
                    <a:pt x="2050225" y="341741"/>
                  </a:lnTo>
                  <a:lnTo>
                    <a:pt x="1899761" y="341518"/>
                  </a:lnTo>
                  <a:lnTo>
                    <a:pt x="1749297" y="341267"/>
                  </a:lnTo>
                  <a:lnTo>
                    <a:pt x="1598833" y="341258"/>
                  </a:lnTo>
                  <a:lnTo>
                    <a:pt x="1448369" y="341526"/>
                  </a:lnTo>
                  <a:lnTo>
                    <a:pt x="1297904" y="342166"/>
                  </a:lnTo>
                  <a:lnTo>
                    <a:pt x="1147440" y="343450"/>
                  </a:lnTo>
                  <a:lnTo>
                    <a:pt x="996976" y="345537"/>
                  </a:lnTo>
                  <a:lnTo>
                    <a:pt x="846512" y="348613"/>
                  </a:lnTo>
                  <a:lnTo>
                    <a:pt x="696048" y="352853"/>
                  </a:lnTo>
                  <a:lnTo>
                    <a:pt x="545584" y="358383"/>
                  </a:lnTo>
                  <a:lnTo>
                    <a:pt x="395120" y="365274"/>
                  </a:lnTo>
                  <a:lnTo>
                    <a:pt x="244656" y="373550"/>
                  </a:lnTo>
                  <a:lnTo>
                    <a:pt x="94192" y="383197"/>
                  </a:lnTo>
                  <a:lnTo>
                    <a:pt x="0" y="3900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827001"/>
              <a:ext cx="6145984" cy="380615"/>
            </a:xfrm>
            <a:custGeom>
              <a:avLst/>
              <a:pathLst>
                <a:path w="6145984" h="380615">
                  <a:moveTo>
                    <a:pt x="0" y="366358"/>
                  </a:moveTo>
                  <a:lnTo>
                    <a:pt x="94192" y="367257"/>
                  </a:lnTo>
                  <a:lnTo>
                    <a:pt x="244656" y="368617"/>
                  </a:lnTo>
                  <a:lnTo>
                    <a:pt x="395120" y="369908"/>
                  </a:lnTo>
                  <a:lnTo>
                    <a:pt x="545584" y="371140"/>
                  </a:lnTo>
                  <a:lnTo>
                    <a:pt x="696048" y="372320"/>
                  </a:lnTo>
                  <a:lnTo>
                    <a:pt x="846512" y="373457"/>
                  </a:lnTo>
                  <a:lnTo>
                    <a:pt x="996976" y="374558"/>
                  </a:lnTo>
                  <a:lnTo>
                    <a:pt x="1147440" y="375632"/>
                  </a:lnTo>
                  <a:lnTo>
                    <a:pt x="1297904" y="376687"/>
                  </a:lnTo>
                  <a:lnTo>
                    <a:pt x="1448369" y="377730"/>
                  </a:lnTo>
                  <a:lnTo>
                    <a:pt x="1598833" y="378732"/>
                  </a:lnTo>
                  <a:lnTo>
                    <a:pt x="1749297" y="379605"/>
                  </a:lnTo>
                  <a:lnTo>
                    <a:pt x="1899761" y="380265"/>
                  </a:lnTo>
                  <a:lnTo>
                    <a:pt x="2050225" y="380615"/>
                  </a:lnTo>
                  <a:lnTo>
                    <a:pt x="2200689" y="380461"/>
                  </a:lnTo>
                  <a:lnTo>
                    <a:pt x="2351153" y="379791"/>
                  </a:lnTo>
                  <a:lnTo>
                    <a:pt x="2501617" y="378654"/>
                  </a:lnTo>
                  <a:lnTo>
                    <a:pt x="2652081" y="376204"/>
                  </a:lnTo>
                  <a:lnTo>
                    <a:pt x="2802545" y="372593"/>
                  </a:lnTo>
                  <a:lnTo>
                    <a:pt x="2953009" y="368892"/>
                  </a:lnTo>
                  <a:lnTo>
                    <a:pt x="3103473" y="366518"/>
                  </a:lnTo>
                  <a:lnTo>
                    <a:pt x="3253937" y="365633"/>
                  </a:lnTo>
                  <a:lnTo>
                    <a:pt x="3404401" y="364008"/>
                  </a:lnTo>
                  <a:lnTo>
                    <a:pt x="3554865" y="359429"/>
                  </a:lnTo>
                  <a:lnTo>
                    <a:pt x="3705329" y="354593"/>
                  </a:lnTo>
                  <a:lnTo>
                    <a:pt x="3855793" y="349116"/>
                  </a:lnTo>
                  <a:lnTo>
                    <a:pt x="4006257" y="339306"/>
                  </a:lnTo>
                  <a:lnTo>
                    <a:pt x="4156721" y="324916"/>
                  </a:lnTo>
                  <a:lnTo>
                    <a:pt x="4307185" y="308481"/>
                  </a:lnTo>
                  <a:lnTo>
                    <a:pt x="4457649" y="289979"/>
                  </a:lnTo>
                  <a:lnTo>
                    <a:pt x="4608114" y="269396"/>
                  </a:lnTo>
                  <a:lnTo>
                    <a:pt x="4758578" y="247436"/>
                  </a:lnTo>
                  <a:lnTo>
                    <a:pt x="4909042" y="224518"/>
                  </a:lnTo>
                  <a:lnTo>
                    <a:pt x="5059506" y="200645"/>
                  </a:lnTo>
                  <a:lnTo>
                    <a:pt x="5209970" y="175819"/>
                  </a:lnTo>
                  <a:lnTo>
                    <a:pt x="5360434" y="150041"/>
                  </a:lnTo>
                  <a:lnTo>
                    <a:pt x="5510898" y="123314"/>
                  </a:lnTo>
                  <a:lnTo>
                    <a:pt x="5661362" y="95638"/>
                  </a:lnTo>
                  <a:lnTo>
                    <a:pt x="5811826" y="67017"/>
                  </a:lnTo>
                  <a:lnTo>
                    <a:pt x="5962290" y="37452"/>
                  </a:lnTo>
                  <a:lnTo>
                    <a:pt x="6112754" y="694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655720"/>
              <a:ext cx="6145984" cy="672892"/>
            </a:xfrm>
            <a:custGeom>
              <a:avLst/>
              <a:pathLst>
                <a:path w="6145984" h="672892">
                  <a:moveTo>
                    <a:pt x="0" y="414749"/>
                  </a:moveTo>
                  <a:lnTo>
                    <a:pt x="94192" y="425435"/>
                  </a:lnTo>
                  <a:lnTo>
                    <a:pt x="244656" y="440366"/>
                  </a:lnTo>
                  <a:lnTo>
                    <a:pt x="395120" y="453129"/>
                  </a:lnTo>
                  <a:lnTo>
                    <a:pt x="545584" y="463721"/>
                  </a:lnTo>
                  <a:lnTo>
                    <a:pt x="696048" y="472186"/>
                  </a:lnTo>
                  <a:lnTo>
                    <a:pt x="846512" y="478631"/>
                  </a:lnTo>
                  <a:lnTo>
                    <a:pt x="996976" y="483234"/>
                  </a:lnTo>
                  <a:lnTo>
                    <a:pt x="1147440" y="486232"/>
                  </a:lnTo>
                  <a:lnTo>
                    <a:pt x="1297904" y="487881"/>
                  </a:lnTo>
                  <a:lnTo>
                    <a:pt x="1448369" y="488394"/>
                  </a:lnTo>
                  <a:lnTo>
                    <a:pt x="1598833" y="487861"/>
                  </a:lnTo>
                  <a:lnTo>
                    <a:pt x="1749297" y="486325"/>
                  </a:lnTo>
                  <a:lnTo>
                    <a:pt x="1899761" y="483921"/>
                  </a:lnTo>
                  <a:lnTo>
                    <a:pt x="2050225" y="480969"/>
                  </a:lnTo>
                  <a:lnTo>
                    <a:pt x="2200689" y="476779"/>
                  </a:lnTo>
                  <a:lnTo>
                    <a:pt x="2351153" y="470959"/>
                  </a:lnTo>
                  <a:lnTo>
                    <a:pt x="2501617" y="465288"/>
                  </a:lnTo>
                  <a:lnTo>
                    <a:pt x="2652081" y="459572"/>
                  </a:lnTo>
                  <a:lnTo>
                    <a:pt x="2802545" y="451893"/>
                  </a:lnTo>
                  <a:lnTo>
                    <a:pt x="2953009" y="444337"/>
                  </a:lnTo>
                  <a:lnTo>
                    <a:pt x="3103473" y="442704"/>
                  </a:lnTo>
                  <a:lnTo>
                    <a:pt x="3253937" y="446695"/>
                  </a:lnTo>
                  <a:lnTo>
                    <a:pt x="3404401" y="448873"/>
                  </a:lnTo>
                  <a:lnTo>
                    <a:pt x="3554865" y="444611"/>
                  </a:lnTo>
                  <a:lnTo>
                    <a:pt x="3705329" y="439276"/>
                  </a:lnTo>
                  <a:lnTo>
                    <a:pt x="3855793" y="432562"/>
                  </a:lnTo>
                  <a:lnTo>
                    <a:pt x="4006257" y="419801"/>
                  </a:lnTo>
                  <a:lnTo>
                    <a:pt x="4156721" y="401328"/>
                  </a:lnTo>
                  <a:lnTo>
                    <a:pt x="4307185" y="380064"/>
                  </a:lnTo>
                  <a:lnTo>
                    <a:pt x="4457649" y="356123"/>
                  </a:lnTo>
                  <a:lnTo>
                    <a:pt x="4608114" y="329913"/>
                  </a:lnTo>
                  <a:lnTo>
                    <a:pt x="4758578" y="302093"/>
                  </a:lnTo>
                  <a:lnTo>
                    <a:pt x="4909042" y="273092"/>
                  </a:lnTo>
                  <a:lnTo>
                    <a:pt x="5059506" y="243103"/>
                  </a:lnTo>
                  <a:lnTo>
                    <a:pt x="5209970" y="212240"/>
                  </a:lnTo>
                  <a:lnTo>
                    <a:pt x="5360434" y="180545"/>
                  </a:lnTo>
                  <a:lnTo>
                    <a:pt x="5510898" y="148012"/>
                  </a:lnTo>
                  <a:lnTo>
                    <a:pt x="5661362" y="114599"/>
                  </a:lnTo>
                  <a:lnTo>
                    <a:pt x="5811826" y="80237"/>
                  </a:lnTo>
                  <a:lnTo>
                    <a:pt x="5962290" y="44844"/>
                  </a:lnTo>
                  <a:lnTo>
                    <a:pt x="6112754" y="8331"/>
                  </a:lnTo>
                  <a:lnTo>
                    <a:pt x="6145984" y="0"/>
                  </a:lnTo>
                  <a:lnTo>
                    <a:pt x="6145984" y="196970"/>
                  </a:lnTo>
                  <a:lnTo>
                    <a:pt x="6112754" y="202313"/>
                  </a:lnTo>
                  <a:lnTo>
                    <a:pt x="5962290" y="226522"/>
                  </a:lnTo>
                  <a:lnTo>
                    <a:pt x="5811826" y="250666"/>
                  </a:lnTo>
                  <a:lnTo>
                    <a:pt x="5661362" y="274664"/>
                  </a:lnTo>
                  <a:lnTo>
                    <a:pt x="5510898" y="298441"/>
                  </a:lnTo>
                  <a:lnTo>
                    <a:pt x="5360434" y="321936"/>
                  </a:lnTo>
                  <a:lnTo>
                    <a:pt x="5209970" y="345113"/>
                  </a:lnTo>
                  <a:lnTo>
                    <a:pt x="5059506" y="367974"/>
                  </a:lnTo>
                  <a:lnTo>
                    <a:pt x="4909042" y="390570"/>
                  </a:lnTo>
                  <a:lnTo>
                    <a:pt x="4758578" y="413019"/>
                  </a:lnTo>
                  <a:lnTo>
                    <a:pt x="4608114" y="435525"/>
                  </a:lnTo>
                  <a:lnTo>
                    <a:pt x="4457649" y="457727"/>
                  </a:lnTo>
                  <a:lnTo>
                    <a:pt x="4307185" y="478705"/>
                  </a:lnTo>
                  <a:lnTo>
                    <a:pt x="4156721" y="498458"/>
                  </a:lnTo>
                  <a:lnTo>
                    <a:pt x="4006257" y="516706"/>
                  </a:lnTo>
                  <a:lnTo>
                    <a:pt x="3855793" y="529073"/>
                  </a:lnTo>
                  <a:lnTo>
                    <a:pt x="3705329" y="536190"/>
                  </a:lnTo>
                  <a:lnTo>
                    <a:pt x="3554865" y="543003"/>
                  </a:lnTo>
                  <a:lnTo>
                    <a:pt x="3404401" y="547006"/>
                  </a:lnTo>
                  <a:lnTo>
                    <a:pt x="3253937" y="544518"/>
                  </a:lnTo>
                  <a:lnTo>
                    <a:pt x="3103473" y="542461"/>
                  </a:lnTo>
                  <a:lnTo>
                    <a:pt x="2953009" y="544884"/>
                  </a:lnTo>
                  <a:lnTo>
                    <a:pt x="2802545" y="550033"/>
                  </a:lnTo>
                  <a:lnTo>
                    <a:pt x="2652081" y="556989"/>
                  </a:lnTo>
                  <a:lnTo>
                    <a:pt x="2501617" y="563374"/>
                  </a:lnTo>
                  <a:lnTo>
                    <a:pt x="2351153" y="567576"/>
                  </a:lnTo>
                  <a:lnTo>
                    <a:pt x="2200689" y="572670"/>
                  </a:lnTo>
                  <a:lnTo>
                    <a:pt x="2050225" y="577670"/>
                  </a:lnTo>
                  <a:lnTo>
                    <a:pt x="1899761" y="580951"/>
                  </a:lnTo>
                  <a:lnTo>
                    <a:pt x="1749297" y="584411"/>
                  </a:lnTo>
                  <a:lnTo>
                    <a:pt x="1598833" y="588176"/>
                  </a:lnTo>
                  <a:lnTo>
                    <a:pt x="1448369" y="591983"/>
                  </a:lnTo>
                  <a:lnTo>
                    <a:pt x="1297904" y="595814"/>
                  </a:lnTo>
                  <a:lnTo>
                    <a:pt x="1147440" y="600197"/>
                  </a:lnTo>
                  <a:lnTo>
                    <a:pt x="996976" y="605351"/>
                  </a:lnTo>
                  <a:lnTo>
                    <a:pt x="846512" y="611523"/>
                  </a:lnTo>
                  <a:lnTo>
                    <a:pt x="696048" y="618945"/>
                  </a:lnTo>
                  <a:lnTo>
                    <a:pt x="545584" y="627786"/>
                  </a:lnTo>
                  <a:lnTo>
                    <a:pt x="395120" y="638147"/>
                  </a:lnTo>
                  <a:lnTo>
                    <a:pt x="244656" y="650062"/>
                  </a:lnTo>
                  <a:lnTo>
                    <a:pt x="94192" y="663522"/>
                  </a:lnTo>
                  <a:lnTo>
                    <a:pt x="0" y="67289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55720"/>
              <a:ext cx="6145984" cy="488394"/>
            </a:xfrm>
            <a:custGeom>
              <a:avLst/>
              <a:pathLst>
                <a:path w="6145984" h="488394">
                  <a:moveTo>
                    <a:pt x="0" y="414749"/>
                  </a:moveTo>
                  <a:lnTo>
                    <a:pt x="94192" y="425435"/>
                  </a:lnTo>
                  <a:lnTo>
                    <a:pt x="244656" y="440366"/>
                  </a:lnTo>
                  <a:lnTo>
                    <a:pt x="395120" y="453129"/>
                  </a:lnTo>
                  <a:lnTo>
                    <a:pt x="545584" y="463721"/>
                  </a:lnTo>
                  <a:lnTo>
                    <a:pt x="696048" y="472186"/>
                  </a:lnTo>
                  <a:lnTo>
                    <a:pt x="846512" y="478631"/>
                  </a:lnTo>
                  <a:lnTo>
                    <a:pt x="996976" y="483234"/>
                  </a:lnTo>
                  <a:lnTo>
                    <a:pt x="1147440" y="486232"/>
                  </a:lnTo>
                  <a:lnTo>
                    <a:pt x="1297904" y="487881"/>
                  </a:lnTo>
                  <a:lnTo>
                    <a:pt x="1448369" y="488394"/>
                  </a:lnTo>
                  <a:lnTo>
                    <a:pt x="1598833" y="487861"/>
                  </a:lnTo>
                  <a:lnTo>
                    <a:pt x="1749297" y="486325"/>
                  </a:lnTo>
                  <a:lnTo>
                    <a:pt x="1899761" y="483921"/>
                  </a:lnTo>
                  <a:lnTo>
                    <a:pt x="2050225" y="480969"/>
                  </a:lnTo>
                  <a:lnTo>
                    <a:pt x="2200689" y="476779"/>
                  </a:lnTo>
                  <a:lnTo>
                    <a:pt x="2351153" y="470959"/>
                  </a:lnTo>
                  <a:lnTo>
                    <a:pt x="2501617" y="465288"/>
                  </a:lnTo>
                  <a:lnTo>
                    <a:pt x="2652081" y="459572"/>
                  </a:lnTo>
                  <a:lnTo>
                    <a:pt x="2802545" y="451893"/>
                  </a:lnTo>
                  <a:lnTo>
                    <a:pt x="2953009" y="444337"/>
                  </a:lnTo>
                  <a:lnTo>
                    <a:pt x="3103473" y="442704"/>
                  </a:lnTo>
                  <a:lnTo>
                    <a:pt x="3253937" y="446695"/>
                  </a:lnTo>
                  <a:lnTo>
                    <a:pt x="3404401" y="448873"/>
                  </a:lnTo>
                  <a:lnTo>
                    <a:pt x="3554865" y="444611"/>
                  </a:lnTo>
                  <a:lnTo>
                    <a:pt x="3705329" y="439276"/>
                  </a:lnTo>
                  <a:lnTo>
                    <a:pt x="3855793" y="432562"/>
                  </a:lnTo>
                  <a:lnTo>
                    <a:pt x="4006257" y="419801"/>
                  </a:lnTo>
                  <a:lnTo>
                    <a:pt x="4156721" y="401328"/>
                  </a:lnTo>
                  <a:lnTo>
                    <a:pt x="4307185" y="380064"/>
                  </a:lnTo>
                  <a:lnTo>
                    <a:pt x="4457649" y="356123"/>
                  </a:lnTo>
                  <a:lnTo>
                    <a:pt x="4608114" y="329913"/>
                  </a:lnTo>
                  <a:lnTo>
                    <a:pt x="4758578" y="302093"/>
                  </a:lnTo>
                  <a:lnTo>
                    <a:pt x="4909042" y="273092"/>
                  </a:lnTo>
                  <a:lnTo>
                    <a:pt x="5059506" y="243103"/>
                  </a:lnTo>
                  <a:lnTo>
                    <a:pt x="5209970" y="212240"/>
                  </a:lnTo>
                  <a:lnTo>
                    <a:pt x="5360434" y="180545"/>
                  </a:lnTo>
                  <a:lnTo>
                    <a:pt x="5510898" y="148012"/>
                  </a:lnTo>
                  <a:lnTo>
                    <a:pt x="5661362" y="114599"/>
                  </a:lnTo>
                  <a:lnTo>
                    <a:pt x="5811826" y="80237"/>
                  </a:lnTo>
                  <a:lnTo>
                    <a:pt x="5962290" y="44844"/>
                  </a:lnTo>
                  <a:lnTo>
                    <a:pt x="6112754" y="833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52691"/>
              <a:ext cx="6145984" cy="475921"/>
            </a:xfrm>
            <a:custGeom>
              <a:avLst/>
              <a:pathLst>
                <a:path w="6145984" h="475921">
                  <a:moveTo>
                    <a:pt x="6145984" y="0"/>
                  </a:moveTo>
                  <a:lnTo>
                    <a:pt x="6112754" y="5342"/>
                  </a:lnTo>
                  <a:lnTo>
                    <a:pt x="5962290" y="29551"/>
                  </a:lnTo>
                  <a:lnTo>
                    <a:pt x="5811826" y="53695"/>
                  </a:lnTo>
                  <a:lnTo>
                    <a:pt x="5661362" y="77693"/>
                  </a:lnTo>
                  <a:lnTo>
                    <a:pt x="5510898" y="101470"/>
                  </a:lnTo>
                  <a:lnTo>
                    <a:pt x="5360434" y="124965"/>
                  </a:lnTo>
                  <a:lnTo>
                    <a:pt x="5209970" y="148142"/>
                  </a:lnTo>
                  <a:lnTo>
                    <a:pt x="5059506" y="171003"/>
                  </a:lnTo>
                  <a:lnTo>
                    <a:pt x="4909042" y="193599"/>
                  </a:lnTo>
                  <a:lnTo>
                    <a:pt x="4758578" y="216048"/>
                  </a:lnTo>
                  <a:lnTo>
                    <a:pt x="4608114" y="238554"/>
                  </a:lnTo>
                  <a:lnTo>
                    <a:pt x="4457649" y="260756"/>
                  </a:lnTo>
                  <a:lnTo>
                    <a:pt x="4307185" y="281734"/>
                  </a:lnTo>
                  <a:lnTo>
                    <a:pt x="4156721" y="301487"/>
                  </a:lnTo>
                  <a:lnTo>
                    <a:pt x="4006257" y="319735"/>
                  </a:lnTo>
                  <a:lnTo>
                    <a:pt x="3855793" y="332102"/>
                  </a:lnTo>
                  <a:lnTo>
                    <a:pt x="3705329" y="339219"/>
                  </a:lnTo>
                  <a:lnTo>
                    <a:pt x="3554865" y="346032"/>
                  </a:lnTo>
                  <a:lnTo>
                    <a:pt x="3404401" y="350035"/>
                  </a:lnTo>
                  <a:lnTo>
                    <a:pt x="3253937" y="347548"/>
                  </a:lnTo>
                  <a:lnTo>
                    <a:pt x="3103473" y="345490"/>
                  </a:lnTo>
                  <a:lnTo>
                    <a:pt x="2953009" y="347913"/>
                  </a:lnTo>
                  <a:lnTo>
                    <a:pt x="2802545" y="353062"/>
                  </a:lnTo>
                  <a:lnTo>
                    <a:pt x="2652081" y="360018"/>
                  </a:lnTo>
                  <a:lnTo>
                    <a:pt x="2501617" y="366403"/>
                  </a:lnTo>
                  <a:lnTo>
                    <a:pt x="2351153" y="370605"/>
                  </a:lnTo>
                  <a:lnTo>
                    <a:pt x="2200689" y="375699"/>
                  </a:lnTo>
                  <a:lnTo>
                    <a:pt x="2050225" y="380699"/>
                  </a:lnTo>
                  <a:lnTo>
                    <a:pt x="1899761" y="383980"/>
                  </a:lnTo>
                  <a:lnTo>
                    <a:pt x="1749297" y="387440"/>
                  </a:lnTo>
                  <a:lnTo>
                    <a:pt x="1598833" y="391205"/>
                  </a:lnTo>
                  <a:lnTo>
                    <a:pt x="1448369" y="395012"/>
                  </a:lnTo>
                  <a:lnTo>
                    <a:pt x="1297904" y="398843"/>
                  </a:lnTo>
                  <a:lnTo>
                    <a:pt x="1147440" y="403226"/>
                  </a:lnTo>
                  <a:lnTo>
                    <a:pt x="996976" y="408380"/>
                  </a:lnTo>
                  <a:lnTo>
                    <a:pt x="846512" y="414553"/>
                  </a:lnTo>
                  <a:lnTo>
                    <a:pt x="696048" y="421974"/>
                  </a:lnTo>
                  <a:lnTo>
                    <a:pt x="545584" y="430815"/>
                  </a:lnTo>
                  <a:lnTo>
                    <a:pt x="395120" y="441176"/>
                  </a:lnTo>
                  <a:lnTo>
                    <a:pt x="244656" y="453091"/>
                  </a:lnTo>
                  <a:lnTo>
                    <a:pt x="94192" y="466551"/>
                  </a:lnTo>
                  <a:lnTo>
                    <a:pt x="0" y="4759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754205"/>
              <a:ext cx="6145984" cy="447268"/>
            </a:xfrm>
            <a:custGeom>
              <a:avLst/>
              <a:pathLst>
                <a:path w="6145984" h="447268">
                  <a:moveTo>
                    <a:pt x="0" y="445335"/>
                  </a:moveTo>
                  <a:lnTo>
                    <a:pt x="94192" y="445993"/>
                  </a:lnTo>
                  <a:lnTo>
                    <a:pt x="244656" y="446728"/>
                  </a:lnTo>
                  <a:lnTo>
                    <a:pt x="395120" y="447152"/>
                  </a:lnTo>
                  <a:lnTo>
                    <a:pt x="545584" y="447268"/>
                  </a:lnTo>
                  <a:lnTo>
                    <a:pt x="696048" y="447080"/>
                  </a:lnTo>
                  <a:lnTo>
                    <a:pt x="846512" y="446592"/>
                  </a:lnTo>
                  <a:lnTo>
                    <a:pt x="996976" y="445807"/>
                  </a:lnTo>
                  <a:lnTo>
                    <a:pt x="1147440" y="444729"/>
                  </a:lnTo>
                  <a:lnTo>
                    <a:pt x="1297904" y="443362"/>
                  </a:lnTo>
                  <a:lnTo>
                    <a:pt x="1448369" y="441703"/>
                  </a:lnTo>
                  <a:lnTo>
                    <a:pt x="1598833" y="439533"/>
                  </a:lnTo>
                  <a:lnTo>
                    <a:pt x="1749297" y="436883"/>
                  </a:lnTo>
                  <a:lnTo>
                    <a:pt x="1899761" y="433950"/>
                  </a:lnTo>
                  <a:lnTo>
                    <a:pt x="2050225" y="430834"/>
                  </a:lnTo>
                  <a:lnTo>
                    <a:pt x="2200689" y="426239"/>
                  </a:lnTo>
                  <a:lnTo>
                    <a:pt x="2351153" y="420782"/>
                  </a:lnTo>
                  <a:lnTo>
                    <a:pt x="2501617" y="415845"/>
                  </a:lnTo>
                  <a:lnTo>
                    <a:pt x="2652081" y="409795"/>
                  </a:lnTo>
                  <a:lnTo>
                    <a:pt x="2802545" y="402477"/>
                  </a:lnTo>
                  <a:lnTo>
                    <a:pt x="2953009" y="396125"/>
                  </a:lnTo>
                  <a:lnTo>
                    <a:pt x="3103473" y="394097"/>
                  </a:lnTo>
                  <a:lnTo>
                    <a:pt x="3253937" y="397121"/>
                  </a:lnTo>
                  <a:lnTo>
                    <a:pt x="3404401" y="399454"/>
                  </a:lnTo>
                  <a:lnTo>
                    <a:pt x="3554865" y="395322"/>
                  </a:lnTo>
                  <a:lnTo>
                    <a:pt x="3705329" y="389248"/>
                  </a:lnTo>
                  <a:lnTo>
                    <a:pt x="3855793" y="382332"/>
                  </a:lnTo>
                  <a:lnTo>
                    <a:pt x="4006257" y="369768"/>
                  </a:lnTo>
                  <a:lnTo>
                    <a:pt x="4156721" y="351407"/>
                  </a:lnTo>
                  <a:lnTo>
                    <a:pt x="4307185" y="330899"/>
                  </a:lnTo>
                  <a:lnTo>
                    <a:pt x="4457649" y="308439"/>
                  </a:lnTo>
                  <a:lnTo>
                    <a:pt x="4608114" y="284233"/>
                  </a:lnTo>
                  <a:lnTo>
                    <a:pt x="4758578" y="259071"/>
                  </a:lnTo>
                  <a:lnTo>
                    <a:pt x="4909042" y="233345"/>
                  </a:lnTo>
                  <a:lnTo>
                    <a:pt x="5059506" y="207053"/>
                  </a:lnTo>
                  <a:lnTo>
                    <a:pt x="5209970" y="180191"/>
                  </a:lnTo>
                  <a:lnTo>
                    <a:pt x="5360434" y="152755"/>
                  </a:lnTo>
                  <a:lnTo>
                    <a:pt x="5510898" y="124741"/>
                  </a:lnTo>
                  <a:lnTo>
                    <a:pt x="5661362" y="96146"/>
                  </a:lnTo>
                  <a:lnTo>
                    <a:pt x="5811826" y="66966"/>
                  </a:lnTo>
                  <a:lnTo>
                    <a:pt x="5962290" y="37197"/>
                  </a:lnTo>
                  <a:lnTo>
                    <a:pt x="6112754" y="683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773313"/>
              <a:ext cx="6145984" cy="558936"/>
            </a:xfrm>
            <a:custGeom>
              <a:avLst/>
              <a:pathLst>
                <a:path w="6145984" h="558936">
                  <a:moveTo>
                    <a:pt x="0" y="313506"/>
                  </a:moveTo>
                  <a:lnTo>
                    <a:pt x="94192" y="324192"/>
                  </a:lnTo>
                  <a:lnTo>
                    <a:pt x="244656" y="339049"/>
                  </a:lnTo>
                  <a:lnTo>
                    <a:pt x="395120" y="351662"/>
                  </a:lnTo>
                  <a:lnTo>
                    <a:pt x="545584" y="362030"/>
                  </a:lnTo>
                  <a:lnTo>
                    <a:pt x="696048" y="370191"/>
                  </a:lnTo>
                  <a:lnTo>
                    <a:pt x="846512" y="376247"/>
                  </a:lnTo>
                  <a:lnTo>
                    <a:pt x="996976" y="380366"/>
                  </a:lnTo>
                  <a:lnTo>
                    <a:pt x="1147440" y="382773"/>
                  </a:lnTo>
                  <a:lnTo>
                    <a:pt x="1297904" y="383709"/>
                  </a:lnTo>
                  <a:lnTo>
                    <a:pt x="1448369" y="383372"/>
                  </a:lnTo>
                  <a:lnTo>
                    <a:pt x="1598833" y="381642"/>
                  </a:lnTo>
                  <a:lnTo>
                    <a:pt x="1749297" y="378587"/>
                  </a:lnTo>
                  <a:lnTo>
                    <a:pt x="1899761" y="374508"/>
                  </a:lnTo>
                  <a:lnTo>
                    <a:pt x="2050225" y="369881"/>
                  </a:lnTo>
                  <a:lnTo>
                    <a:pt x="2200689" y="364062"/>
                  </a:lnTo>
                  <a:lnTo>
                    <a:pt x="2351153" y="356626"/>
                  </a:lnTo>
                  <a:lnTo>
                    <a:pt x="2501617" y="349233"/>
                  </a:lnTo>
                  <a:lnTo>
                    <a:pt x="2652081" y="342125"/>
                  </a:lnTo>
                  <a:lnTo>
                    <a:pt x="2802545" y="333301"/>
                  </a:lnTo>
                  <a:lnTo>
                    <a:pt x="2953009" y="324068"/>
                  </a:lnTo>
                  <a:lnTo>
                    <a:pt x="3103473" y="317214"/>
                  </a:lnTo>
                  <a:lnTo>
                    <a:pt x="3253937" y="310501"/>
                  </a:lnTo>
                  <a:lnTo>
                    <a:pt x="3404401" y="302955"/>
                  </a:lnTo>
                  <a:lnTo>
                    <a:pt x="3554865" y="296411"/>
                  </a:lnTo>
                  <a:lnTo>
                    <a:pt x="3705329" y="292622"/>
                  </a:lnTo>
                  <a:lnTo>
                    <a:pt x="3855793" y="288814"/>
                  </a:lnTo>
                  <a:lnTo>
                    <a:pt x="4006257" y="282784"/>
                  </a:lnTo>
                  <a:lnTo>
                    <a:pt x="4156721" y="274875"/>
                  </a:lnTo>
                  <a:lnTo>
                    <a:pt x="4307185" y="265986"/>
                  </a:lnTo>
                  <a:lnTo>
                    <a:pt x="4457649" y="255920"/>
                  </a:lnTo>
                  <a:lnTo>
                    <a:pt x="4608114" y="244740"/>
                  </a:lnTo>
                  <a:lnTo>
                    <a:pt x="4758578" y="231472"/>
                  </a:lnTo>
                  <a:lnTo>
                    <a:pt x="4909042" y="215689"/>
                  </a:lnTo>
                  <a:lnTo>
                    <a:pt x="5059506" y="197576"/>
                  </a:lnTo>
                  <a:lnTo>
                    <a:pt x="5209970" y="177238"/>
                  </a:lnTo>
                  <a:lnTo>
                    <a:pt x="5360434" y="154716"/>
                  </a:lnTo>
                  <a:lnTo>
                    <a:pt x="5510898" y="130001"/>
                  </a:lnTo>
                  <a:lnTo>
                    <a:pt x="5661362" y="103054"/>
                  </a:lnTo>
                  <a:lnTo>
                    <a:pt x="5811826" y="73807"/>
                  </a:lnTo>
                  <a:lnTo>
                    <a:pt x="5962290" y="42182"/>
                  </a:lnTo>
                  <a:lnTo>
                    <a:pt x="6112754" y="8092"/>
                  </a:lnTo>
                  <a:lnTo>
                    <a:pt x="6145984" y="0"/>
                  </a:lnTo>
                  <a:lnTo>
                    <a:pt x="6145984" y="187270"/>
                  </a:lnTo>
                  <a:lnTo>
                    <a:pt x="6112754" y="192521"/>
                  </a:lnTo>
                  <a:lnTo>
                    <a:pt x="5962290" y="214912"/>
                  </a:lnTo>
                  <a:lnTo>
                    <a:pt x="5811826" y="235843"/>
                  </a:lnTo>
                  <a:lnTo>
                    <a:pt x="5661362" y="255236"/>
                  </a:lnTo>
                  <a:lnTo>
                    <a:pt x="5510898" y="273022"/>
                  </a:lnTo>
                  <a:lnTo>
                    <a:pt x="5360434" y="289143"/>
                  </a:lnTo>
                  <a:lnTo>
                    <a:pt x="5209970" y="303568"/>
                  </a:lnTo>
                  <a:lnTo>
                    <a:pt x="5059506" y="316297"/>
                  </a:lnTo>
                  <a:lnTo>
                    <a:pt x="4909042" y="327382"/>
                  </a:lnTo>
                  <a:lnTo>
                    <a:pt x="4758578" y="336935"/>
                  </a:lnTo>
                  <a:lnTo>
                    <a:pt x="4608114" y="345151"/>
                  </a:lnTo>
                  <a:lnTo>
                    <a:pt x="4457649" y="352521"/>
                  </a:lnTo>
                  <a:lnTo>
                    <a:pt x="4307185" y="359769"/>
                  </a:lnTo>
                  <a:lnTo>
                    <a:pt x="4156721" y="367222"/>
                  </a:lnTo>
                  <a:lnTo>
                    <a:pt x="4006257" y="374917"/>
                  </a:lnTo>
                  <a:lnTo>
                    <a:pt x="3855793" y="380573"/>
                  </a:lnTo>
                  <a:lnTo>
                    <a:pt x="3705329" y="384762"/>
                  </a:lnTo>
                  <a:lnTo>
                    <a:pt x="3554865" y="389956"/>
                  </a:lnTo>
                  <a:lnTo>
                    <a:pt x="3404401" y="396254"/>
                  </a:lnTo>
                  <a:lnTo>
                    <a:pt x="3253937" y="403507"/>
                  </a:lnTo>
                  <a:lnTo>
                    <a:pt x="3103473" y="412059"/>
                  </a:lnTo>
                  <a:lnTo>
                    <a:pt x="2953009" y="419664"/>
                  </a:lnTo>
                  <a:lnTo>
                    <a:pt x="2802545" y="426609"/>
                  </a:lnTo>
                  <a:lnTo>
                    <a:pt x="2652081" y="434744"/>
                  </a:lnTo>
                  <a:lnTo>
                    <a:pt x="2501617" y="442489"/>
                  </a:lnTo>
                  <a:lnTo>
                    <a:pt x="2351153" y="448484"/>
                  </a:lnTo>
                  <a:lnTo>
                    <a:pt x="2200689" y="455231"/>
                  </a:lnTo>
                  <a:lnTo>
                    <a:pt x="2050225" y="461820"/>
                  </a:lnTo>
                  <a:lnTo>
                    <a:pt x="1899761" y="466759"/>
                  </a:lnTo>
                  <a:lnTo>
                    <a:pt x="1749297" y="471841"/>
                  </a:lnTo>
                  <a:lnTo>
                    <a:pt x="1598833" y="477016"/>
                  </a:lnTo>
                  <a:lnTo>
                    <a:pt x="1448369" y="481859"/>
                  </a:lnTo>
                  <a:lnTo>
                    <a:pt x="1297904" y="486327"/>
                  </a:lnTo>
                  <a:lnTo>
                    <a:pt x="1147440" y="491125"/>
                  </a:lnTo>
                  <a:lnTo>
                    <a:pt x="996976" y="496469"/>
                  </a:lnTo>
                  <a:lnTo>
                    <a:pt x="846512" y="502595"/>
                  </a:lnTo>
                  <a:lnTo>
                    <a:pt x="696048" y="509722"/>
                  </a:lnTo>
                  <a:lnTo>
                    <a:pt x="545584" y="518015"/>
                  </a:lnTo>
                  <a:lnTo>
                    <a:pt x="395120" y="527568"/>
                  </a:lnTo>
                  <a:lnTo>
                    <a:pt x="244656" y="538417"/>
                  </a:lnTo>
                  <a:lnTo>
                    <a:pt x="94192" y="550553"/>
                  </a:lnTo>
                  <a:lnTo>
                    <a:pt x="0" y="55893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73313"/>
              <a:ext cx="6145984" cy="383709"/>
            </a:xfrm>
            <a:custGeom>
              <a:avLst/>
              <a:pathLst>
                <a:path w="6145984" h="383709">
                  <a:moveTo>
                    <a:pt x="0" y="313506"/>
                  </a:moveTo>
                  <a:lnTo>
                    <a:pt x="94192" y="324192"/>
                  </a:lnTo>
                  <a:lnTo>
                    <a:pt x="244656" y="339049"/>
                  </a:lnTo>
                  <a:lnTo>
                    <a:pt x="395120" y="351662"/>
                  </a:lnTo>
                  <a:lnTo>
                    <a:pt x="545584" y="362030"/>
                  </a:lnTo>
                  <a:lnTo>
                    <a:pt x="696048" y="370191"/>
                  </a:lnTo>
                  <a:lnTo>
                    <a:pt x="846512" y="376247"/>
                  </a:lnTo>
                  <a:lnTo>
                    <a:pt x="996976" y="380366"/>
                  </a:lnTo>
                  <a:lnTo>
                    <a:pt x="1147440" y="382773"/>
                  </a:lnTo>
                  <a:lnTo>
                    <a:pt x="1297904" y="383709"/>
                  </a:lnTo>
                  <a:lnTo>
                    <a:pt x="1448369" y="383372"/>
                  </a:lnTo>
                  <a:lnTo>
                    <a:pt x="1598833" y="381642"/>
                  </a:lnTo>
                  <a:lnTo>
                    <a:pt x="1749297" y="378587"/>
                  </a:lnTo>
                  <a:lnTo>
                    <a:pt x="1899761" y="374508"/>
                  </a:lnTo>
                  <a:lnTo>
                    <a:pt x="2050225" y="369881"/>
                  </a:lnTo>
                  <a:lnTo>
                    <a:pt x="2200689" y="364062"/>
                  </a:lnTo>
                  <a:lnTo>
                    <a:pt x="2351153" y="356626"/>
                  </a:lnTo>
                  <a:lnTo>
                    <a:pt x="2501617" y="349233"/>
                  </a:lnTo>
                  <a:lnTo>
                    <a:pt x="2652081" y="342125"/>
                  </a:lnTo>
                  <a:lnTo>
                    <a:pt x="2802545" y="333301"/>
                  </a:lnTo>
                  <a:lnTo>
                    <a:pt x="2953009" y="324068"/>
                  </a:lnTo>
                  <a:lnTo>
                    <a:pt x="3103473" y="317214"/>
                  </a:lnTo>
                  <a:lnTo>
                    <a:pt x="3253937" y="310501"/>
                  </a:lnTo>
                  <a:lnTo>
                    <a:pt x="3404401" y="302955"/>
                  </a:lnTo>
                  <a:lnTo>
                    <a:pt x="3554865" y="296411"/>
                  </a:lnTo>
                  <a:lnTo>
                    <a:pt x="3705329" y="292622"/>
                  </a:lnTo>
                  <a:lnTo>
                    <a:pt x="3855793" y="288814"/>
                  </a:lnTo>
                  <a:lnTo>
                    <a:pt x="4006257" y="282784"/>
                  </a:lnTo>
                  <a:lnTo>
                    <a:pt x="4156721" y="274875"/>
                  </a:lnTo>
                  <a:lnTo>
                    <a:pt x="4307185" y="265986"/>
                  </a:lnTo>
                  <a:lnTo>
                    <a:pt x="4457649" y="255920"/>
                  </a:lnTo>
                  <a:lnTo>
                    <a:pt x="4608114" y="244740"/>
                  </a:lnTo>
                  <a:lnTo>
                    <a:pt x="4758578" y="231472"/>
                  </a:lnTo>
                  <a:lnTo>
                    <a:pt x="4909042" y="215689"/>
                  </a:lnTo>
                  <a:lnTo>
                    <a:pt x="5059506" y="197576"/>
                  </a:lnTo>
                  <a:lnTo>
                    <a:pt x="5209970" y="177238"/>
                  </a:lnTo>
                  <a:lnTo>
                    <a:pt x="5360434" y="154716"/>
                  </a:lnTo>
                  <a:lnTo>
                    <a:pt x="5510898" y="130001"/>
                  </a:lnTo>
                  <a:lnTo>
                    <a:pt x="5661362" y="103054"/>
                  </a:lnTo>
                  <a:lnTo>
                    <a:pt x="5811826" y="73807"/>
                  </a:lnTo>
                  <a:lnTo>
                    <a:pt x="5962290" y="42182"/>
                  </a:lnTo>
                  <a:lnTo>
                    <a:pt x="6112754" y="809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60584"/>
              <a:ext cx="6145984" cy="371665"/>
            </a:xfrm>
            <a:custGeom>
              <a:avLst/>
              <a:pathLst>
                <a:path w="6145984" h="371665">
                  <a:moveTo>
                    <a:pt x="6145984" y="0"/>
                  </a:moveTo>
                  <a:lnTo>
                    <a:pt x="6112754" y="5250"/>
                  </a:lnTo>
                  <a:lnTo>
                    <a:pt x="5962290" y="27641"/>
                  </a:lnTo>
                  <a:lnTo>
                    <a:pt x="5811826" y="48572"/>
                  </a:lnTo>
                  <a:lnTo>
                    <a:pt x="5661362" y="67966"/>
                  </a:lnTo>
                  <a:lnTo>
                    <a:pt x="5510898" y="85751"/>
                  </a:lnTo>
                  <a:lnTo>
                    <a:pt x="5360434" y="101873"/>
                  </a:lnTo>
                  <a:lnTo>
                    <a:pt x="5209970" y="116297"/>
                  </a:lnTo>
                  <a:lnTo>
                    <a:pt x="5059506" y="129027"/>
                  </a:lnTo>
                  <a:lnTo>
                    <a:pt x="4909042" y="140111"/>
                  </a:lnTo>
                  <a:lnTo>
                    <a:pt x="4758578" y="149664"/>
                  </a:lnTo>
                  <a:lnTo>
                    <a:pt x="4608114" y="157880"/>
                  </a:lnTo>
                  <a:lnTo>
                    <a:pt x="4457649" y="165250"/>
                  </a:lnTo>
                  <a:lnTo>
                    <a:pt x="4307185" y="172499"/>
                  </a:lnTo>
                  <a:lnTo>
                    <a:pt x="4156721" y="179951"/>
                  </a:lnTo>
                  <a:lnTo>
                    <a:pt x="4006257" y="187646"/>
                  </a:lnTo>
                  <a:lnTo>
                    <a:pt x="3855793" y="193302"/>
                  </a:lnTo>
                  <a:lnTo>
                    <a:pt x="3705329" y="197492"/>
                  </a:lnTo>
                  <a:lnTo>
                    <a:pt x="3554865" y="202686"/>
                  </a:lnTo>
                  <a:lnTo>
                    <a:pt x="3404401" y="208984"/>
                  </a:lnTo>
                  <a:lnTo>
                    <a:pt x="3253937" y="216236"/>
                  </a:lnTo>
                  <a:lnTo>
                    <a:pt x="3103473" y="224788"/>
                  </a:lnTo>
                  <a:lnTo>
                    <a:pt x="2953009" y="232394"/>
                  </a:lnTo>
                  <a:lnTo>
                    <a:pt x="2802545" y="239338"/>
                  </a:lnTo>
                  <a:lnTo>
                    <a:pt x="2652081" y="247474"/>
                  </a:lnTo>
                  <a:lnTo>
                    <a:pt x="2501617" y="255218"/>
                  </a:lnTo>
                  <a:lnTo>
                    <a:pt x="2351153" y="261213"/>
                  </a:lnTo>
                  <a:lnTo>
                    <a:pt x="2200689" y="267961"/>
                  </a:lnTo>
                  <a:lnTo>
                    <a:pt x="2050225" y="274550"/>
                  </a:lnTo>
                  <a:lnTo>
                    <a:pt x="1899761" y="279489"/>
                  </a:lnTo>
                  <a:lnTo>
                    <a:pt x="1749297" y="284571"/>
                  </a:lnTo>
                  <a:lnTo>
                    <a:pt x="1598833" y="289746"/>
                  </a:lnTo>
                  <a:lnTo>
                    <a:pt x="1448369" y="294589"/>
                  </a:lnTo>
                  <a:lnTo>
                    <a:pt x="1297904" y="299056"/>
                  </a:lnTo>
                  <a:lnTo>
                    <a:pt x="1147440" y="303855"/>
                  </a:lnTo>
                  <a:lnTo>
                    <a:pt x="996976" y="309198"/>
                  </a:lnTo>
                  <a:lnTo>
                    <a:pt x="846512" y="315324"/>
                  </a:lnTo>
                  <a:lnTo>
                    <a:pt x="696048" y="322452"/>
                  </a:lnTo>
                  <a:lnTo>
                    <a:pt x="545584" y="330744"/>
                  </a:lnTo>
                  <a:lnTo>
                    <a:pt x="395120" y="340298"/>
                  </a:lnTo>
                  <a:lnTo>
                    <a:pt x="244656" y="351147"/>
                  </a:lnTo>
                  <a:lnTo>
                    <a:pt x="94192" y="363283"/>
                  </a:lnTo>
                  <a:lnTo>
                    <a:pt x="0" y="3716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66949"/>
              <a:ext cx="6145984" cy="346387"/>
            </a:xfrm>
            <a:custGeom>
              <a:avLst/>
              <a:pathLst>
                <a:path w="6145984" h="346387">
                  <a:moveTo>
                    <a:pt x="0" y="342586"/>
                  </a:moveTo>
                  <a:lnTo>
                    <a:pt x="94192" y="343738"/>
                  </a:lnTo>
                  <a:lnTo>
                    <a:pt x="244656" y="345098"/>
                  </a:lnTo>
                  <a:lnTo>
                    <a:pt x="395120" y="345980"/>
                  </a:lnTo>
                  <a:lnTo>
                    <a:pt x="545584" y="346387"/>
                  </a:lnTo>
                  <a:lnTo>
                    <a:pt x="696048" y="346321"/>
                  </a:lnTo>
                  <a:lnTo>
                    <a:pt x="846512" y="345786"/>
                  </a:lnTo>
                  <a:lnTo>
                    <a:pt x="996976" y="344782"/>
                  </a:lnTo>
                  <a:lnTo>
                    <a:pt x="1147440" y="343314"/>
                  </a:lnTo>
                  <a:lnTo>
                    <a:pt x="1297904" y="341383"/>
                  </a:lnTo>
                  <a:lnTo>
                    <a:pt x="1448369" y="338980"/>
                  </a:lnTo>
                  <a:lnTo>
                    <a:pt x="1598833" y="335694"/>
                  </a:lnTo>
                  <a:lnTo>
                    <a:pt x="1749297" y="331579"/>
                  </a:lnTo>
                  <a:lnTo>
                    <a:pt x="1899761" y="326998"/>
                  </a:lnTo>
                  <a:lnTo>
                    <a:pt x="2050225" y="322216"/>
                  </a:lnTo>
                  <a:lnTo>
                    <a:pt x="2200689" y="316012"/>
                  </a:lnTo>
                  <a:lnTo>
                    <a:pt x="2351153" y="308919"/>
                  </a:lnTo>
                  <a:lnTo>
                    <a:pt x="2501617" y="302226"/>
                  </a:lnTo>
                  <a:lnTo>
                    <a:pt x="2652081" y="294800"/>
                  </a:lnTo>
                  <a:lnTo>
                    <a:pt x="2802545" y="286320"/>
                  </a:lnTo>
                  <a:lnTo>
                    <a:pt x="2953009" y="278231"/>
                  </a:lnTo>
                  <a:lnTo>
                    <a:pt x="3103473" y="271001"/>
                  </a:lnTo>
                  <a:lnTo>
                    <a:pt x="3253937" y="263368"/>
                  </a:lnTo>
                  <a:lnTo>
                    <a:pt x="3404401" y="255969"/>
                  </a:lnTo>
                  <a:lnTo>
                    <a:pt x="3554865" y="249548"/>
                  </a:lnTo>
                  <a:lnTo>
                    <a:pt x="3705329" y="245057"/>
                  </a:lnTo>
                  <a:lnTo>
                    <a:pt x="3855793" y="241058"/>
                  </a:lnTo>
                  <a:lnTo>
                    <a:pt x="4006257" y="235215"/>
                  </a:lnTo>
                  <a:lnTo>
                    <a:pt x="4156721" y="227413"/>
                  </a:lnTo>
                  <a:lnTo>
                    <a:pt x="4307185" y="219242"/>
                  </a:lnTo>
                  <a:lnTo>
                    <a:pt x="4457649" y="210585"/>
                  </a:lnTo>
                  <a:lnTo>
                    <a:pt x="4608114" y="201310"/>
                  </a:lnTo>
                  <a:lnTo>
                    <a:pt x="4758578" y="190568"/>
                  </a:lnTo>
                  <a:lnTo>
                    <a:pt x="4909042" y="177900"/>
                  </a:lnTo>
                  <a:lnTo>
                    <a:pt x="5059506" y="163301"/>
                  </a:lnTo>
                  <a:lnTo>
                    <a:pt x="5209970" y="146768"/>
                  </a:lnTo>
                  <a:lnTo>
                    <a:pt x="5360434" y="128294"/>
                  </a:lnTo>
                  <a:lnTo>
                    <a:pt x="5510898" y="107876"/>
                  </a:lnTo>
                  <a:lnTo>
                    <a:pt x="5661362" y="85510"/>
                  </a:lnTo>
                  <a:lnTo>
                    <a:pt x="5811826" y="61190"/>
                  </a:lnTo>
                  <a:lnTo>
                    <a:pt x="5962290" y="34911"/>
                  </a:lnTo>
                  <a:lnTo>
                    <a:pt x="6112754" y="66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44429"/>
              <a:ext cx="6145984" cy="480903"/>
            </a:xfrm>
            <a:custGeom>
              <a:avLst/>
              <a:pathLst>
                <a:path w="6145984" h="480903">
                  <a:moveTo>
                    <a:pt x="0" y="261788"/>
                  </a:moveTo>
                  <a:lnTo>
                    <a:pt x="94192" y="272040"/>
                  </a:lnTo>
                  <a:lnTo>
                    <a:pt x="244656" y="286184"/>
                  </a:lnTo>
                  <a:lnTo>
                    <a:pt x="395120" y="298066"/>
                  </a:lnTo>
                  <a:lnTo>
                    <a:pt x="545584" y="307677"/>
                  </a:lnTo>
                  <a:lnTo>
                    <a:pt x="696048" y="315051"/>
                  </a:lnTo>
                  <a:lnTo>
                    <a:pt x="846512" y="320272"/>
                  </a:lnTo>
                  <a:lnTo>
                    <a:pt x="996976" y="323488"/>
                  </a:lnTo>
                  <a:lnTo>
                    <a:pt x="1147440" y="324894"/>
                  </a:lnTo>
                  <a:lnTo>
                    <a:pt x="1297904" y="324703"/>
                  </a:lnTo>
                  <a:lnTo>
                    <a:pt x="1448369" y="323074"/>
                  </a:lnTo>
                  <a:lnTo>
                    <a:pt x="1598833" y="319506"/>
                  </a:lnTo>
                  <a:lnTo>
                    <a:pt x="1749297" y="314214"/>
                  </a:lnTo>
                  <a:lnTo>
                    <a:pt x="1899761" y="307943"/>
                  </a:lnTo>
                  <a:lnTo>
                    <a:pt x="2050225" y="301421"/>
                  </a:lnTo>
                  <a:lnTo>
                    <a:pt x="2200689" y="291873"/>
                  </a:lnTo>
                  <a:lnTo>
                    <a:pt x="2351153" y="280168"/>
                  </a:lnTo>
                  <a:lnTo>
                    <a:pt x="2501617" y="270423"/>
                  </a:lnTo>
                  <a:lnTo>
                    <a:pt x="2652081" y="261377"/>
                  </a:lnTo>
                  <a:lnTo>
                    <a:pt x="2802545" y="250574"/>
                  </a:lnTo>
                  <a:lnTo>
                    <a:pt x="2953009" y="241293"/>
                  </a:lnTo>
                  <a:lnTo>
                    <a:pt x="3103473" y="237985"/>
                  </a:lnTo>
                  <a:lnTo>
                    <a:pt x="3253937" y="238082"/>
                  </a:lnTo>
                  <a:lnTo>
                    <a:pt x="3404401" y="238322"/>
                  </a:lnTo>
                  <a:lnTo>
                    <a:pt x="3554865" y="237989"/>
                  </a:lnTo>
                  <a:lnTo>
                    <a:pt x="3705329" y="240608"/>
                  </a:lnTo>
                  <a:lnTo>
                    <a:pt x="3855793" y="244126"/>
                  </a:lnTo>
                  <a:lnTo>
                    <a:pt x="4006257" y="244489"/>
                  </a:lnTo>
                  <a:lnTo>
                    <a:pt x="4156721" y="242067"/>
                  </a:lnTo>
                  <a:lnTo>
                    <a:pt x="4307185" y="238878"/>
                  </a:lnTo>
                  <a:lnTo>
                    <a:pt x="4457649" y="234041"/>
                  </a:lnTo>
                  <a:lnTo>
                    <a:pt x="4608114" y="226919"/>
                  </a:lnTo>
                  <a:lnTo>
                    <a:pt x="4758578" y="216934"/>
                  </a:lnTo>
                  <a:lnTo>
                    <a:pt x="4909042" y="204114"/>
                  </a:lnTo>
                  <a:lnTo>
                    <a:pt x="5059506" y="188628"/>
                  </a:lnTo>
                  <a:lnTo>
                    <a:pt x="5209970" y="170571"/>
                  </a:lnTo>
                  <a:lnTo>
                    <a:pt x="5360434" y="149984"/>
                  </a:lnTo>
                  <a:lnTo>
                    <a:pt x="5510898" y="126862"/>
                  </a:lnTo>
                  <a:lnTo>
                    <a:pt x="5661362" y="101173"/>
                  </a:lnTo>
                  <a:lnTo>
                    <a:pt x="5811826" y="72859"/>
                  </a:lnTo>
                  <a:lnTo>
                    <a:pt x="5962290" y="41855"/>
                  </a:lnTo>
                  <a:lnTo>
                    <a:pt x="6112754" y="8085"/>
                  </a:lnTo>
                  <a:lnTo>
                    <a:pt x="6145984" y="0"/>
                  </a:lnTo>
                  <a:lnTo>
                    <a:pt x="6145984" y="167190"/>
                  </a:lnTo>
                  <a:lnTo>
                    <a:pt x="6112754" y="172739"/>
                  </a:lnTo>
                  <a:lnTo>
                    <a:pt x="5962290" y="196064"/>
                  </a:lnTo>
                  <a:lnTo>
                    <a:pt x="5811826" y="217521"/>
                  </a:lnTo>
                  <a:lnTo>
                    <a:pt x="5661362" y="237038"/>
                  </a:lnTo>
                  <a:lnTo>
                    <a:pt x="5510898" y="254548"/>
                  </a:lnTo>
                  <a:lnTo>
                    <a:pt x="5360434" y="269998"/>
                  </a:lnTo>
                  <a:lnTo>
                    <a:pt x="5209970" y="283355"/>
                  </a:lnTo>
                  <a:lnTo>
                    <a:pt x="5059506" y="294619"/>
                  </a:lnTo>
                  <a:lnTo>
                    <a:pt x="4909042" y="303831"/>
                  </a:lnTo>
                  <a:lnTo>
                    <a:pt x="4758578" y="311089"/>
                  </a:lnTo>
                  <a:lnTo>
                    <a:pt x="4608114" y="316563"/>
                  </a:lnTo>
                  <a:lnTo>
                    <a:pt x="4457649" y="320283"/>
                  </a:lnTo>
                  <a:lnTo>
                    <a:pt x="4307185" y="322606"/>
                  </a:lnTo>
                  <a:lnTo>
                    <a:pt x="4156721" y="324513"/>
                  </a:lnTo>
                  <a:lnTo>
                    <a:pt x="4006257" y="326743"/>
                  </a:lnTo>
                  <a:lnTo>
                    <a:pt x="3855793" y="326046"/>
                  </a:lnTo>
                  <a:lnTo>
                    <a:pt x="3705329" y="322869"/>
                  </a:lnTo>
                  <a:lnTo>
                    <a:pt x="3554865" y="321504"/>
                  </a:lnTo>
                  <a:lnTo>
                    <a:pt x="3404401" y="321618"/>
                  </a:lnTo>
                  <a:lnTo>
                    <a:pt x="3253937" y="321116"/>
                  </a:lnTo>
                  <a:lnTo>
                    <a:pt x="3103473" y="322660"/>
                  </a:lnTo>
                  <a:lnTo>
                    <a:pt x="2953009" y="326639"/>
                  </a:lnTo>
                  <a:lnTo>
                    <a:pt x="2802545" y="333877"/>
                  </a:lnTo>
                  <a:lnTo>
                    <a:pt x="2652081" y="344065"/>
                  </a:lnTo>
                  <a:lnTo>
                    <a:pt x="2501617" y="353679"/>
                  </a:lnTo>
                  <a:lnTo>
                    <a:pt x="2351153" y="362176"/>
                  </a:lnTo>
                  <a:lnTo>
                    <a:pt x="2200689" y="373267"/>
                  </a:lnTo>
                  <a:lnTo>
                    <a:pt x="2050225" y="383502"/>
                  </a:lnTo>
                  <a:lnTo>
                    <a:pt x="1899761" y="390304"/>
                  </a:lnTo>
                  <a:lnTo>
                    <a:pt x="1749297" y="397470"/>
                  </a:lnTo>
                  <a:lnTo>
                    <a:pt x="1598833" y="404654"/>
                  </a:lnTo>
                  <a:lnTo>
                    <a:pt x="1448369" y="411001"/>
                  </a:lnTo>
                  <a:lnTo>
                    <a:pt x="1297904" y="416317"/>
                  </a:lnTo>
                  <a:lnTo>
                    <a:pt x="1147440" y="421629"/>
                  </a:lnTo>
                  <a:lnTo>
                    <a:pt x="996976" y="427142"/>
                  </a:lnTo>
                  <a:lnTo>
                    <a:pt x="846512" y="433073"/>
                  </a:lnTo>
                  <a:lnTo>
                    <a:pt x="696048" y="439621"/>
                  </a:lnTo>
                  <a:lnTo>
                    <a:pt x="545584" y="446937"/>
                  </a:lnTo>
                  <a:lnTo>
                    <a:pt x="395120" y="455111"/>
                  </a:lnTo>
                  <a:lnTo>
                    <a:pt x="244656" y="464176"/>
                  </a:lnTo>
                  <a:lnTo>
                    <a:pt x="94192" y="474131"/>
                  </a:lnTo>
                  <a:lnTo>
                    <a:pt x="0" y="48090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44429"/>
              <a:ext cx="6145984" cy="324894"/>
            </a:xfrm>
            <a:custGeom>
              <a:avLst/>
              <a:pathLst>
                <a:path w="6145984" h="324894">
                  <a:moveTo>
                    <a:pt x="0" y="261788"/>
                  </a:moveTo>
                  <a:lnTo>
                    <a:pt x="94192" y="272040"/>
                  </a:lnTo>
                  <a:lnTo>
                    <a:pt x="244656" y="286184"/>
                  </a:lnTo>
                  <a:lnTo>
                    <a:pt x="395120" y="298066"/>
                  </a:lnTo>
                  <a:lnTo>
                    <a:pt x="545584" y="307677"/>
                  </a:lnTo>
                  <a:lnTo>
                    <a:pt x="696048" y="315051"/>
                  </a:lnTo>
                  <a:lnTo>
                    <a:pt x="846512" y="320272"/>
                  </a:lnTo>
                  <a:lnTo>
                    <a:pt x="996976" y="323488"/>
                  </a:lnTo>
                  <a:lnTo>
                    <a:pt x="1147440" y="324894"/>
                  </a:lnTo>
                  <a:lnTo>
                    <a:pt x="1297904" y="324703"/>
                  </a:lnTo>
                  <a:lnTo>
                    <a:pt x="1448369" y="323074"/>
                  </a:lnTo>
                  <a:lnTo>
                    <a:pt x="1598833" y="319506"/>
                  </a:lnTo>
                  <a:lnTo>
                    <a:pt x="1749297" y="314214"/>
                  </a:lnTo>
                  <a:lnTo>
                    <a:pt x="1899761" y="307943"/>
                  </a:lnTo>
                  <a:lnTo>
                    <a:pt x="2050225" y="301421"/>
                  </a:lnTo>
                  <a:lnTo>
                    <a:pt x="2200689" y="291873"/>
                  </a:lnTo>
                  <a:lnTo>
                    <a:pt x="2351153" y="280168"/>
                  </a:lnTo>
                  <a:lnTo>
                    <a:pt x="2501617" y="270423"/>
                  </a:lnTo>
                  <a:lnTo>
                    <a:pt x="2652081" y="261377"/>
                  </a:lnTo>
                  <a:lnTo>
                    <a:pt x="2802545" y="250574"/>
                  </a:lnTo>
                  <a:lnTo>
                    <a:pt x="2953009" y="241293"/>
                  </a:lnTo>
                  <a:lnTo>
                    <a:pt x="3103473" y="237985"/>
                  </a:lnTo>
                  <a:lnTo>
                    <a:pt x="3253937" y="238082"/>
                  </a:lnTo>
                  <a:lnTo>
                    <a:pt x="3404401" y="238322"/>
                  </a:lnTo>
                  <a:lnTo>
                    <a:pt x="3554865" y="237989"/>
                  </a:lnTo>
                  <a:lnTo>
                    <a:pt x="3705329" y="240608"/>
                  </a:lnTo>
                  <a:lnTo>
                    <a:pt x="3855793" y="244126"/>
                  </a:lnTo>
                  <a:lnTo>
                    <a:pt x="4006257" y="244489"/>
                  </a:lnTo>
                  <a:lnTo>
                    <a:pt x="4156721" y="242067"/>
                  </a:lnTo>
                  <a:lnTo>
                    <a:pt x="4307185" y="238878"/>
                  </a:lnTo>
                  <a:lnTo>
                    <a:pt x="4457649" y="234041"/>
                  </a:lnTo>
                  <a:lnTo>
                    <a:pt x="4608114" y="226919"/>
                  </a:lnTo>
                  <a:lnTo>
                    <a:pt x="4758578" y="216934"/>
                  </a:lnTo>
                  <a:lnTo>
                    <a:pt x="4909042" y="204114"/>
                  </a:lnTo>
                  <a:lnTo>
                    <a:pt x="5059506" y="188628"/>
                  </a:lnTo>
                  <a:lnTo>
                    <a:pt x="5209970" y="170571"/>
                  </a:lnTo>
                  <a:lnTo>
                    <a:pt x="5360434" y="149984"/>
                  </a:lnTo>
                  <a:lnTo>
                    <a:pt x="5510898" y="126862"/>
                  </a:lnTo>
                  <a:lnTo>
                    <a:pt x="5661362" y="101173"/>
                  </a:lnTo>
                  <a:lnTo>
                    <a:pt x="5811826" y="72859"/>
                  </a:lnTo>
                  <a:lnTo>
                    <a:pt x="5962290" y="41855"/>
                  </a:lnTo>
                  <a:lnTo>
                    <a:pt x="6112754" y="808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11620"/>
              <a:ext cx="6145984" cy="313712"/>
            </a:xfrm>
            <a:custGeom>
              <a:avLst/>
              <a:pathLst>
                <a:path w="6145984" h="313712">
                  <a:moveTo>
                    <a:pt x="6145984" y="0"/>
                  </a:moveTo>
                  <a:lnTo>
                    <a:pt x="6112754" y="5548"/>
                  </a:lnTo>
                  <a:lnTo>
                    <a:pt x="5962290" y="28873"/>
                  </a:lnTo>
                  <a:lnTo>
                    <a:pt x="5811826" y="50330"/>
                  </a:lnTo>
                  <a:lnTo>
                    <a:pt x="5661362" y="69847"/>
                  </a:lnTo>
                  <a:lnTo>
                    <a:pt x="5510898" y="87357"/>
                  </a:lnTo>
                  <a:lnTo>
                    <a:pt x="5360434" y="102807"/>
                  </a:lnTo>
                  <a:lnTo>
                    <a:pt x="5209970" y="116165"/>
                  </a:lnTo>
                  <a:lnTo>
                    <a:pt x="5059506" y="127429"/>
                  </a:lnTo>
                  <a:lnTo>
                    <a:pt x="4909042" y="136640"/>
                  </a:lnTo>
                  <a:lnTo>
                    <a:pt x="4758578" y="143898"/>
                  </a:lnTo>
                  <a:lnTo>
                    <a:pt x="4608114" y="149372"/>
                  </a:lnTo>
                  <a:lnTo>
                    <a:pt x="4457649" y="153092"/>
                  </a:lnTo>
                  <a:lnTo>
                    <a:pt x="4307185" y="155415"/>
                  </a:lnTo>
                  <a:lnTo>
                    <a:pt x="4156721" y="157322"/>
                  </a:lnTo>
                  <a:lnTo>
                    <a:pt x="4006257" y="159552"/>
                  </a:lnTo>
                  <a:lnTo>
                    <a:pt x="3855793" y="158855"/>
                  </a:lnTo>
                  <a:lnTo>
                    <a:pt x="3705329" y="155678"/>
                  </a:lnTo>
                  <a:lnTo>
                    <a:pt x="3554865" y="154313"/>
                  </a:lnTo>
                  <a:lnTo>
                    <a:pt x="3404401" y="154427"/>
                  </a:lnTo>
                  <a:lnTo>
                    <a:pt x="3253937" y="153925"/>
                  </a:lnTo>
                  <a:lnTo>
                    <a:pt x="3103473" y="155469"/>
                  </a:lnTo>
                  <a:lnTo>
                    <a:pt x="2953009" y="159448"/>
                  </a:lnTo>
                  <a:lnTo>
                    <a:pt x="2802545" y="166686"/>
                  </a:lnTo>
                  <a:lnTo>
                    <a:pt x="2652081" y="176874"/>
                  </a:lnTo>
                  <a:lnTo>
                    <a:pt x="2501617" y="186488"/>
                  </a:lnTo>
                  <a:lnTo>
                    <a:pt x="2351153" y="194985"/>
                  </a:lnTo>
                  <a:lnTo>
                    <a:pt x="2200689" y="206076"/>
                  </a:lnTo>
                  <a:lnTo>
                    <a:pt x="2050225" y="216311"/>
                  </a:lnTo>
                  <a:lnTo>
                    <a:pt x="1899761" y="223113"/>
                  </a:lnTo>
                  <a:lnTo>
                    <a:pt x="1749297" y="230279"/>
                  </a:lnTo>
                  <a:lnTo>
                    <a:pt x="1598833" y="237463"/>
                  </a:lnTo>
                  <a:lnTo>
                    <a:pt x="1448369" y="243810"/>
                  </a:lnTo>
                  <a:lnTo>
                    <a:pt x="1297904" y="249126"/>
                  </a:lnTo>
                  <a:lnTo>
                    <a:pt x="1147440" y="254438"/>
                  </a:lnTo>
                  <a:lnTo>
                    <a:pt x="996976" y="259951"/>
                  </a:lnTo>
                  <a:lnTo>
                    <a:pt x="846512" y="265882"/>
                  </a:lnTo>
                  <a:lnTo>
                    <a:pt x="696048" y="272430"/>
                  </a:lnTo>
                  <a:lnTo>
                    <a:pt x="545584" y="279747"/>
                  </a:lnTo>
                  <a:lnTo>
                    <a:pt x="395120" y="287920"/>
                  </a:lnTo>
                  <a:lnTo>
                    <a:pt x="244656" y="296985"/>
                  </a:lnTo>
                  <a:lnTo>
                    <a:pt x="94192" y="306940"/>
                  </a:lnTo>
                  <a:lnTo>
                    <a:pt x="0" y="313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28025"/>
              <a:ext cx="6145984" cy="293741"/>
            </a:xfrm>
            <a:custGeom>
              <a:avLst/>
              <a:pathLst>
                <a:path w="6145984" h="293741">
                  <a:moveTo>
                    <a:pt x="0" y="287750"/>
                  </a:moveTo>
                  <a:lnTo>
                    <a:pt x="94192" y="289490"/>
                  </a:lnTo>
                  <a:lnTo>
                    <a:pt x="244656" y="291585"/>
                  </a:lnTo>
                  <a:lnTo>
                    <a:pt x="395120" y="292993"/>
                  </a:lnTo>
                  <a:lnTo>
                    <a:pt x="545584" y="293712"/>
                  </a:lnTo>
                  <a:lnTo>
                    <a:pt x="696048" y="293741"/>
                  </a:lnTo>
                  <a:lnTo>
                    <a:pt x="846512" y="293077"/>
                  </a:lnTo>
                  <a:lnTo>
                    <a:pt x="996976" y="291719"/>
                  </a:lnTo>
                  <a:lnTo>
                    <a:pt x="1147440" y="289666"/>
                  </a:lnTo>
                  <a:lnTo>
                    <a:pt x="1297904" y="286914"/>
                  </a:lnTo>
                  <a:lnTo>
                    <a:pt x="1448369" y="283442"/>
                  </a:lnTo>
                  <a:lnTo>
                    <a:pt x="1598833" y="278485"/>
                  </a:lnTo>
                  <a:lnTo>
                    <a:pt x="1749297" y="272246"/>
                  </a:lnTo>
                  <a:lnTo>
                    <a:pt x="1899761" y="265528"/>
                  </a:lnTo>
                  <a:lnTo>
                    <a:pt x="2050225" y="258866"/>
                  </a:lnTo>
                  <a:lnTo>
                    <a:pt x="2200689" y="248974"/>
                  </a:lnTo>
                  <a:lnTo>
                    <a:pt x="2351153" y="237577"/>
                  </a:lnTo>
                  <a:lnTo>
                    <a:pt x="2501617" y="228455"/>
                  </a:lnTo>
                  <a:lnTo>
                    <a:pt x="2652081" y="219125"/>
                  </a:lnTo>
                  <a:lnTo>
                    <a:pt x="2802545" y="208630"/>
                  </a:lnTo>
                  <a:lnTo>
                    <a:pt x="2953009" y="200370"/>
                  </a:lnTo>
                  <a:lnTo>
                    <a:pt x="3103473" y="196727"/>
                  </a:lnTo>
                  <a:lnTo>
                    <a:pt x="3253937" y="196004"/>
                  </a:lnTo>
                  <a:lnTo>
                    <a:pt x="3404401" y="196374"/>
                  </a:lnTo>
                  <a:lnTo>
                    <a:pt x="3554865" y="196151"/>
                  </a:lnTo>
                  <a:lnTo>
                    <a:pt x="3705329" y="198143"/>
                  </a:lnTo>
                  <a:lnTo>
                    <a:pt x="3855793" y="201491"/>
                  </a:lnTo>
                  <a:lnTo>
                    <a:pt x="4006257" y="202021"/>
                  </a:lnTo>
                  <a:lnTo>
                    <a:pt x="4156721" y="199695"/>
                  </a:lnTo>
                  <a:lnTo>
                    <a:pt x="4307185" y="197146"/>
                  </a:lnTo>
                  <a:lnTo>
                    <a:pt x="4457649" y="193567"/>
                  </a:lnTo>
                  <a:lnTo>
                    <a:pt x="4608114" y="188145"/>
                  </a:lnTo>
                  <a:lnTo>
                    <a:pt x="4758578" y="180416"/>
                  </a:lnTo>
                  <a:lnTo>
                    <a:pt x="4909042" y="170377"/>
                  </a:lnTo>
                  <a:lnTo>
                    <a:pt x="5059506" y="158028"/>
                  </a:lnTo>
                  <a:lnTo>
                    <a:pt x="5209970" y="143368"/>
                  </a:lnTo>
                  <a:lnTo>
                    <a:pt x="5360434" y="126395"/>
                  </a:lnTo>
                  <a:lnTo>
                    <a:pt x="5510898" y="107110"/>
                  </a:lnTo>
                  <a:lnTo>
                    <a:pt x="5661362" y="85510"/>
                  </a:lnTo>
                  <a:lnTo>
                    <a:pt x="5811826" y="61595"/>
                  </a:lnTo>
                  <a:lnTo>
                    <a:pt x="5962290" y="35364"/>
                  </a:lnTo>
                  <a:lnTo>
                    <a:pt x="6112754" y="681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48041"/>
              <a:ext cx="6145984" cy="475639"/>
            </a:xfrm>
            <a:custGeom>
              <a:avLst/>
              <a:pathLst>
                <a:path w="6145984" h="475639">
                  <a:moveTo>
                    <a:pt x="0" y="262057"/>
                  </a:moveTo>
                  <a:lnTo>
                    <a:pt x="94192" y="271305"/>
                  </a:lnTo>
                  <a:lnTo>
                    <a:pt x="244656" y="284039"/>
                  </a:lnTo>
                  <a:lnTo>
                    <a:pt x="395120" y="294707"/>
                  </a:lnTo>
                  <a:lnTo>
                    <a:pt x="545584" y="303299"/>
                  </a:lnTo>
                  <a:lnTo>
                    <a:pt x="696048" y="309846"/>
                  </a:lnTo>
                  <a:lnTo>
                    <a:pt x="846512" y="314431"/>
                  </a:lnTo>
                  <a:lnTo>
                    <a:pt x="996976" y="317196"/>
                  </a:lnTo>
                  <a:lnTo>
                    <a:pt x="1147440" y="318330"/>
                  </a:lnTo>
                  <a:lnTo>
                    <a:pt x="1297904" y="318040"/>
                  </a:lnTo>
                  <a:lnTo>
                    <a:pt x="1448369" y="316489"/>
                  </a:lnTo>
                  <a:lnTo>
                    <a:pt x="1598833" y="313470"/>
                  </a:lnTo>
                  <a:lnTo>
                    <a:pt x="1749297" y="309144"/>
                  </a:lnTo>
                  <a:lnTo>
                    <a:pt x="1899761" y="303980"/>
                  </a:lnTo>
                  <a:lnTo>
                    <a:pt x="2050225" y="298524"/>
                  </a:lnTo>
                  <a:lnTo>
                    <a:pt x="2200689" y="291296"/>
                  </a:lnTo>
                  <a:lnTo>
                    <a:pt x="2351153" y="282496"/>
                  </a:lnTo>
                  <a:lnTo>
                    <a:pt x="2501617" y="274727"/>
                  </a:lnTo>
                  <a:lnTo>
                    <a:pt x="2652081" y="267421"/>
                  </a:lnTo>
                  <a:lnTo>
                    <a:pt x="2802545" y="258662"/>
                  </a:lnTo>
                  <a:lnTo>
                    <a:pt x="2953009" y="250808"/>
                  </a:lnTo>
                  <a:lnTo>
                    <a:pt x="3103473" y="247525"/>
                  </a:lnTo>
                  <a:lnTo>
                    <a:pt x="3253937" y="246670"/>
                  </a:lnTo>
                  <a:lnTo>
                    <a:pt x="3404401" y="245799"/>
                  </a:lnTo>
                  <a:lnTo>
                    <a:pt x="3554865" y="244933"/>
                  </a:lnTo>
                  <a:lnTo>
                    <a:pt x="3705329" y="247242"/>
                  </a:lnTo>
                  <a:lnTo>
                    <a:pt x="3855793" y="250324"/>
                  </a:lnTo>
                  <a:lnTo>
                    <a:pt x="4006257" y="250240"/>
                  </a:lnTo>
                  <a:lnTo>
                    <a:pt x="4156721" y="247202"/>
                  </a:lnTo>
                  <a:lnTo>
                    <a:pt x="4307185" y="243146"/>
                  </a:lnTo>
                  <a:lnTo>
                    <a:pt x="4457649" y="237442"/>
                  </a:lnTo>
                  <a:lnTo>
                    <a:pt x="4608114" y="229694"/>
                  </a:lnTo>
                  <a:lnTo>
                    <a:pt x="4758578" y="219256"/>
                  </a:lnTo>
                  <a:lnTo>
                    <a:pt x="4909042" y="206030"/>
                  </a:lnTo>
                  <a:lnTo>
                    <a:pt x="5059506" y="190178"/>
                  </a:lnTo>
                  <a:lnTo>
                    <a:pt x="5209970" y="171794"/>
                  </a:lnTo>
                  <a:lnTo>
                    <a:pt x="5360434" y="150915"/>
                  </a:lnTo>
                  <a:lnTo>
                    <a:pt x="5510898" y="127538"/>
                  </a:lnTo>
                  <a:lnTo>
                    <a:pt x="5661362" y="101628"/>
                  </a:lnTo>
                  <a:lnTo>
                    <a:pt x="5811826" y="73131"/>
                  </a:lnTo>
                  <a:lnTo>
                    <a:pt x="5962290" y="41979"/>
                  </a:lnTo>
                  <a:lnTo>
                    <a:pt x="6112754" y="8100"/>
                  </a:lnTo>
                  <a:lnTo>
                    <a:pt x="6145984" y="0"/>
                  </a:lnTo>
                  <a:lnTo>
                    <a:pt x="6145984" y="162969"/>
                  </a:lnTo>
                  <a:lnTo>
                    <a:pt x="6112754" y="168596"/>
                  </a:lnTo>
                  <a:lnTo>
                    <a:pt x="5962290" y="192295"/>
                  </a:lnTo>
                  <a:lnTo>
                    <a:pt x="5811826" y="214140"/>
                  </a:lnTo>
                  <a:lnTo>
                    <a:pt x="5661362" y="234063"/>
                  </a:lnTo>
                  <a:lnTo>
                    <a:pt x="5510898" y="251999"/>
                  </a:lnTo>
                  <a:lnTo>
                    <a:pt x="5360434" y="267899"/>
                  </a:lnTo>
                  <a:lnTo>
                    <a:pt x="5209970" y="281730"/>
                  </a:lnTo>
                  <a:lnTo>
                    <a:pt x="5059506" y="293493"/>
                  </a:lnTo>
                  <a:lnTo>
                    <a:pt x="4909042" y="303228"/>
                  </a:lnTo>
                  <a:lnTo>
                    <a:pt x="4758578" y="311033"/>
                  </a:lnTo>
                  <a:lnTo>
                    <a:pt x="4608114" y="317074"/>
                  </a:lnTo>
                  <a:lnTo>
                    <a:pt x="4457649" y="321506"/>
                  </a:lnTo>
                  <a:lnTo>
                    <a:pt x="4307185" y="324759"/>
                  </a:lnTo>
                  <a:lnTo>
                    <a:pt x="4156721" y="327566"/>
                  </a:lnTo>
                  <a:lnTo>
                    <a:pt x="4006257" y="330417"/>
                  </a:lnTo>
                  <a:lnTo>
                    <a:pt x="3855793" y="330175"/>
                  </a:lnTo>
                  <a:lnTo>
                    <a:pt x="3705329" y="327426"/>
                  </a:lnTo>
                  <a:lnTo>
                    <a:pt x="3554865" y="326340"/>
                  </a:lnTo>
                  <a:lnTo>
                    <a:pt x="3404401" y="326991"/>
                  </a:lnTo>
                  <a:lnTo>
                    <a:pt x="3253937" y="327607"/>
                  </a:lnTo>
                  <a:lnTo>
                    <a:pt x="3103473" y="330062"/>
                  </a:lnTo>
                  <a:lnTo>
                    <a:pt x="2953009" y="333999"/>
                  </a:lnTo>
                  <a:lnTo>
                    <a:pt x="2802545" y="339861"/>
                  </a:lnTo>
                  <a:lnTo>
                    <a:pt x="2652081" y="348021"/>
                  </a:lnTo>
                  <a:lnTo>
                    <a:pt x="2501617" y="355881"/>
                  </a:lnTo>
                  <a:lnTo>
                    <a:pt x="2351153" y="362434"/>
                  </a:lnTo>
                  <a:lnTo>
                    <a:pt x="2200689" y="370635"/>
                  </a:lnTo>
                  <a:lnTo>
                    <a:pt x="2050225" y="378532"/>
                  </a:lnTo>
                  <a:lnTo>
                    <a:pt x="1899761" y="384261"/>
                  </a:lnTo>
                  <a:lnTo>
                    <a:pt x="1749297" y="390298"/>
                  </a:lnTo>
                  <a:lnTo>
                    <a:pt x="1598833" y="396468"/>
                  </a:lnTo>
                  <a:lnTo>
                    <a:pt x="1448369" y="402197"/>
                  </a:lnTo>
                  <a:lnTo>
                    <a:pt x="1297904" y="407341"/>
                  </a:lnTo>
                  <a:lnTo>
                    <a:pt x="1147440" y="412622"/>
                  </a:lnTo>
                  <a:lnTo>
                    <a:pt x="996976" y="418232"/>
                  </a:lnTo>
                  <a:lnTo>
                    <a:pt x="846512" y="424383"/>
                  </a:lnTo>
                  <a:lnTo>
                    <a:pt x="696048" y="431271"/>
                  </a:lnTo>
                  <a:lnTo>
                    <a:pt x="545584" y="439043"/>
                  </a:lnTo>
                  <a:lnTo>
                    <a:pt x="395120" y="447786"/>
                  </a:lnTo>
                  <a:lnTo>
                    <a:pt x="244656" y="457537"/>
                  </a:lnTo>
                  <a:lnTo>
                    <a:pt x="94192" y="468292"/>
                  </a:lnTo>
                  <a:lnTo>
                    <a:pt x="0" y="47563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48041"/>
              <a:ext cx="6145984" cy="318330"/>
            </a:xfrm>
            <a:custGeom>
              <a:avLst/>
              <a:pathLst>
                <a:path w="6145984" h="318330">
                  <a:moveTo>
                    <a:pt x="0" y="262057"/>
                  </a:moveTo>
                  <a:lnTo>
                    <a:pt x="94192" y="271305"/>
                  </a:lnTo>
                  <a:lnTo>
                    <a:pt x="244656" y="284039"/>
                  </a:lnTo>
                  <a:lnTo>
                    <a:pt x="395120" y="294707"/>
                  </a:lnTo>
                  <a:lnTo>
                    <a:pt x="545584" y="303299"/>
                  </a:lnTo>
                  <a:lnTo>
                    <a:pt x="696048" y="309846"/>
                  </a:lnTo>
                  <a:lnTo>
                    <a:pt x="846512" y="314431"/>
                  </a:lnTo>
                  <a:lnTo>
                    <a:pt x="996976" y="317196"/>
                  </a:lnTo>
                  <a:lnTo>
                    <a:pt x="1147440" y="318330"/>
                  </a:lnTo>
                  <a:lnTo>
                    <a:pt x="1297904" y="318040"/>
                  </a:lnTo>
                  <a:lnTo>
                    <a:pt x="1448369" y="316489"/>
                  </a:lnTo>
                  <a:lnTo>
                    <a:pt x="1598833" y="313470"/>
                  </a:lnTo>
                  <a:lnTo>
                    <a:pt x="1749297" y="309144"/>
                  </a:lnTo>
                  <a:lnTo>
                    <a:pt x="1899761" y="303980"/>
                  </a:lnTo>
                  <a:lnTo>
                    <a:pt x="2050225" y="298524"/>
                  </a:lnTo>
                  <a:lnTo>
                    <a:pt x="2200689" y="291296"/>
                  </a:lnTo>
                  <a:lnTo>
                    <a:pt x="2351153" y="282496"/>
                  </a:lnTo>
                  <a:lnTo>
                    <a:pt x="2501617" y="274727"/>
                  </a:lnTo>
                  <a:lnTo>
                    <a:pt x="2652081" y="267421"/>
                  </a:lnTo>
                  <a:lnTo>
                    <a:pt x="2802545" y="258662"/>
                  </a:lnTo>
                  <a:lnTo>
                    <a:pt x="2953009" y="250808"/>
                  </a:lnTo>
                  <a:lnTo>
                    <a:pt x="3103473" y="247525"/>
                  </a:lnTo>
                  <a:lnTo>
                    <a:pt x="3253937" y="246670"/>
                  </a:lnTo>
                  <a:lnTo>
                    <a:pt x="3404401" y="245799"/>
                  </a:lnTo>
                  <a:lnTo>
                    <a:pt x="3554865" y="244933"/>
                  </a:lnTo>
                  <a:lnTo>
                    <a:pt x="3705329" y="247242"/>
                  </a:lnTo>
                  <a:lnTo>
                    <a:pt x="3855793" y="250324"/>
                  </a:lnTo>
                  <a:lnTo>
                    <a:pt x="4006257" y="250240"/>
                  </a:lnTo>
                  <a:lnTo>
                    <a:pt x="4156721" y="247202"/>
                  </a:lnTo>
                  <a:lnTo>
                    <a:pt x="4307185" y="243146"/>
                  </a:lnTo>
                  <a:lnTo>
                    <a:pt x="4457649" y="237442"/>
                  </a:lnTo>
                  <a:lnTo>
                    <a:pt x="4608114" y="229694"/>
                  </a:lnTo>
                  <a:lnTo>
                    <a:pt x="4758578" y="219256"/>
                  </a:lnTo>
                  <a:lnTo>
                    <a:pt x="4909042" y="206030"/>
                  </a:lnTo>
                  <a:lnTo>
                    <a:pt x="5059506" y="190178"/>
                  </a:lnTo>
                  <a:lnTo>
                    <a:pt x="5209970" y="171794"/>
                  </a:lnTo>
                  <a:lnTo>
                    <a:pt x="5360434" y="150915"/>
                  </a:lnTo>
                  <a:lnTo>
                    <a:pt x="5510898" y="127538"/>
                  </a:lnTo>
                  <a:lnTo>
                    <a:pt x="5661362" y="101628"/>
                  </a:lnTo>
                  <a:lnTo>
                    <a:pt x="5811826" y="73131"/>
                  </a:lnTo>
                  <a:lnTo>
                    <a:pt x="5962290" y="41979"/>
                  </a:lnTo>
                  <a:lnTo>
                    <a:pt x="6112754" y="810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11010"/>
              <a:ext cx="6145984" cy="312669"/>
            </a:xfrm>
            <a:custGeom>
              <a:avLst/>
              <a:pathLst>
                <a:path w="6145984" h="312669">
                  <a:moveTo>
                    <a:pt x="6145984" y="0"/>
                  </a:moveTo>
                  <a:lnTo>
                    <a:pt x="6112754" y="5627"/>
                  </a:lnTo>
                  <a:lnTo>
                    <a:pt x="5962290" y="29326"/>
                  </a:lnTo>
                  <a:lnTo>
                    <a:pt x="5811826" y="51171"/>
                  </a:lnTo>
                  <a:lnTo>
                    <a:pt x="5661362" y="71093"/>
                  </a:lnTo>
                  <a:lnTo>
                    <a:pt x="5510898" y="89030"/>
                  </a:lnTo>
                  <a:lnTo>
                    <a:pt x="5360434" y="104929"/>
                  </a:lnTo>
                  <a:lnTo>
                    <a:pt x="5209970" y="118761"/>
                  </a:lnTo>
                  <a:lnTo>
                    <a:pt x="5059506" y="130524"/>
                  </a:lnTo>
                  <a:lnTo>
                    <a:pt x="4909042" y="140259"/>
                  </a:lnTo>
                  <a:lnTo>
                    <a:pt x="4758578" y="148064"/>
                  </a:lnTo>
                  <a:lnTo>
                    <a:pt x="4608114" y="154105"/>
                  </a:lnTo>
                  <a:lnTo>
                    <a:pt x="4457649" y="158537"/>
                  </a:lnTo>
                  <a:lnTo>
                    <a:pt x="4307185" y="161790"/>
                  </a:lnTo>
                  <a:lnTo>
                    <a:pt x="4156721" y="164596"/>
                  </a:lnTo>
                  <a:lnTo>
                    <a:pt x="4006257" y="167448"/>
                  </a:lnTo>
                  <a:lnTo>
                    <a:pt x="3855793" y="167206"/>
                  </a:lnTo>
                  <a:lnTo>
                    <a:pt x="3705329" y="164457"/>
                  </a:lnTo>
                  <a:lnTo>
                    <a:pt x="3554865" y="163371"/>
                  </a:lnTo>
                  <a:lnTo>
                    <a:pt x="3404401" y="164022"/>
                  </a:lnTo>
                  <a:lnTo>
                    <a:pt x="3253937" y="164638"/>
                  </a:lnTo>
                  <a:lnTo>
                    <a:pt x="3103473" y="167093"/>
                  </a:lnTo>
                  <a:lnTo>
                    <a:pt x="2953009" y="171030"/>
                  </a:lnTo>
                  <a:lnTo>
                    <a:pt x="2802545" y="176892"/>
                  </a:lnTo>
                  <a:lnTo>
                    <a:pt x="2652081" y="185052"/>
                  </a:lnTo>
                  <a:lnTo>
                    <a:pt x="2501617" y="192912"/>
                  </a:lnTo>
                  <a:lnTo>
                    <a:pt x="2351153" y="199465"/>
                  </a:lnTo>
                  <a:lnTo>
                    <a:pt x="2200689" y="207666"/>
                  </a:lnTo>
                  <a:lnTo>
                    <a:pt x="2050225" y="215563"/>
                  </a:lnTo>
                  <a:lnTo>
                    <a:pt x="1899761" y="221291"/>
                  </a:lnTo>
                  <a:lnTo>
                    <a:pt x="1749297" y="227329"/>
                  </a:lnTo>
                  <a:lnTo>
                    <a:pt x="1598833" y="233499"/>
                  </a:lnTo>
                  <a:lnTo>
                    <a:pt x="1448369" y="239227"/>
                  </a:lnTo>
                  <a:lnTo>
                    <a:pt x="1297904" y="244372"/>
                  </a:lnTo>
                  <a:lnTo>
                    <a:pt x="1147440" y="249653"/>
                  </a:lnTo>
                  <a:lnTo>
                    <a:pt x="996976" y="255263"/>
                  </a:lnTo>
                  <a:lnTo>
                    <a:pt x="846512" y="261414"/>
                  </a:lnTo>
                  <a:lnTo>
                    <a:pt x="696048" y="268302"/>
                  </a:lnTo>
                  <a:lnTo>
                    <a:pt x="545584" y="276074"/>
                  </a:lnTo>
                  <a:lnTo>
                    <a:pt x="395120" y="284817"/>
                  </a:lnTo>
                  <a:lnTo>
                    <a:pt x="244656" y="294568"/>
                  </a:lnTo>
                  <a:lnTo>
                    <a:pt x="94192" y="305323"/>
                  </a:lnTo>
                  <a:lnTo>
                    <a:pt x="0" y="3126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29525"/>
              <a:ext cx="6145984" cy="289762"/>
            </a:xfrm>
            <a:custGeom>
              <a:avLst/>
              <a:pathLst>
                <a:path w="6145984" h="289762">
                  <a:moveTo>
                    <a:pt x="0" y="287363"/>
                  </a:moveTo>
                  <a:lnTo>
                    <a:pt x="94192" y="288314"/>
                  </a:lnTo>
                  <a:lnTo>
                    <a:pt x="244656" y="289304"/>
                  </a:lnTo>
                  <a:lnTo>
                    <a:pt x="395120" y="289762"/>
                  </a:lnTo>
                  <a:lnTo>
                    <a:pt x="545584" y="289686"/>
                  </a:lnTo>
                  <a:lnTo>
                    <a:pt x="696048" y="289074"/>
                  </a:lnTo>
                  <a:lnTo>
                    <a:pt x="846512" y="287923"/>
                  </a:lnTo>
                  <a:lnTo>
                    <a:pt x="996976" y="286229"/>
                  </a:lnTo>
                  <a:lnTo>
                    <a:pt x="1147440" y="283991"/>
                  </a:lnTo>
                  <a:lnTo>
                    <a:pt x="1297904" y="281206"/>
                  </a:lnTo>
                  <a:lnTo>
                    <a:pt x="1448369" y="277858"/>
                  </a:lnTo>
                  <a:lnTo>
                    <a:pt x="1598833" y="273485"/>
                  </a:lnTo>
                  <a:lnTo>
                    <a:pt x="1749297" y="268236"/>
                  </a:lnTo>
                  <a:lnTo>
                    <a:pt x="1899761" y="262636"/>
                  </a:lnTo>
                  <a:lnTo>
                    <a:pt x="2050225" y="257043"/>
                  </a:lnTo>
                  <a:lnTo>
                    <a:pt x="2200689" y="249481"/>
                  </a:lnTo>
                  <a:lnTo>
                    <a:pt x="2351153" y="240980"/>
                  </a:lnTo>
                  <a:lnTo>
                    <a:pt x="2501617" y="233819"/>
                  </a:lnTo>
                  <a:lnTo>
                    <a:pt x="2652081" y="226236"/>
                  </a:lnTo>
                  <a:lnTo>
                    <a:pt x="2802545" y="217777"/>
                  </a:lnTo>
                  <a:lnTo>
                    <a:pt x="2953009" y="210919"/>
                  </a:lnTo>
                  <a:lnTo>
                    <a:pt x="3103473" y="207309"/>
                  </a:lnTo>
                  <a:lnTo>
                    <a:pt x="3253937" y="205654"/>
                  </a:lnTo>
                  <a:lnTo>
                    <a:pt x="3404401" y="204911"/>
                  </a:lnTo>
                  <a:lnTo>
                    <a:pt x="3554865" y="204152"/>
                  </a:lnTo>
                  <a:lnTo>
                    <a:pt x="3705329" y="205849"/>
                  </a:lnTo>
                  <a:lnTo>
                    <a:pt x="3855793" y="208765"/>
                  </a:lnTo>
                  <a:lnTo>
                    <a:pt x="4006257" y="208844"/>
                  </a:lnTo>
                  <a:lnTo>
                    <a:pt x="4156721" y="205899"/>
                  </a:lnTo>
                  <a:lnTo>
                    <a:pt x="4307185" y="202468"/>
                  </a:lnTo>
                  <a:lnTo>
                    <a:pt x="4457649" y="197989"/>
                  </a:lnTo>
                  <a:lnTo>
                    <a:pt x="4608114" y="191899"/>
                  </a:lnTo>
                  <a:lnTo>
                    <a:pt x="4758578" y="183660"/>
                  </a:lnTo>
                  <a:lnTo>
                    <a:pt x="4909042" y="173144"/>
                  </a:lnTo>
                  <a:lnTo>
                    <a:pt x="5059506" y="160351"/>
                  </a:lnTo>
                  <a:lnTo>
                    <a:pt x="5209970" y="145277"/>
                  </a:lnTo>
                  <a:lnTo>
                    <a:pt x="5360434" y="127922"/>
                  </a:lnTo>
                  <a:lnTo>
                    <a:pt x="5510898" y="108284"/>
                  </a:lnTo>
                  <a:lnTo>
                    <a:pt x="5661362" y="86361"/>
                  </a:lnTo>
                  <a:lnTo>
                    <a:pt x="5811826" y="62151"/>
                  </a:lnTo>
                  <a:lnTo>
                    <a:pt x="5962290" y="35652"/>
                  </a:lnTo>
                  <a:lnTo>
                    <a:pt x="6112754" y="686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642280"/>
              <a:ext cx="6145984" cy="703922"/>
            </a:xfrm>
            <a:custGeom>
              <a:avLst/>
              <a:pathLst>
                <a:path w="6145984" h="703922">
                  <a:moveTo>
                    <a:pt x="0" y="422951"/>
                  </a:moveTo>
                  <a:lnTo>
                    <a:pt x="94192" y="433321"/>
                  </a:lnTo>
                  <a:lnTo>
                    <a:pt x="244656" y="447588"/>
                  </a:lnTo>
                  <a:lnTo>
                    <a:pt x="395120" y="459522"/>
                  </a:lnTo>
                  <a:lnTo>
                    <a:pt x="545584" y="469113"/>
                  </a:lnTo>
                  <a:lnTo>
                    <a:pt x="696048" y="476402"/>
                  </a:lnTo>
                  <a:lnTo>
                    <a:pt x="846512" y="481500"/>
                  </a:lnTo>
                  <a:lnTo>
                    <a:pt x="996976" y="484595"/>
                  </a:lnTo>
                  <a:lnTo>
                    <a:pt x="1147440" y="485940"/>
                  </a:lnTo>
                  <a:lnTo>
                    <a:pt x="1297904" y="485807"/>
                  </a:lnTo>
                  <a:lnTo>
                    <a:pt x="1448369" y="484425"/>
                  </a:lnTo>
                  <a:lnTo>
                    <a:pt x="1598833" y="481992"/>
                  </a:lnTo>
                  <a:lnTo>
                    <a:pt x="1749297" y="478619"/>
                  </a:lnTo>
                  <a:lnTo>
                    <a:pt x="1899761" y="474460"/>
                  </a:lnTo>
                  <a:lnTo>
                    <a:pt x="2050225" y="469894"/>
                  </a:lnTo>
                  <a:lnTo>
                    <a:pt x="2200689" y="464437"/>
                  </a:lnTo>
                  <a:lnTo>
                    <a:pt x="2351153" y="457568"/>
                  </a:lnTo>
                  <a:lnTo>
                    <a:pt x="2501617" y="450988"/>
                  </a:lnTo>
                  <a:lnTo>
                    <a:pt x="2652081" y="445217"/>
                  </a:lnTo>
                  <a:lnTo>
                    <a:pt x="2802545" y="438125"/>
                  </a:lnTo>
                  <a:lnTo>
                    <a:pt x="2953009" y="431066"/>
                  </a:lnTo>
                  <a:lnTo>
                    <a:pt x="3103473" y="429969"/>
                  </a:lnTo>
                  <a:lnTo>
                    <a:pt x="3253937" y="435275"/>
                  </a:lnTo>
                  <a:lnTo>
                    <a:pt x="3404401" y="438820"/>
                  </a:lnTo>
                  <a:lnTo>
                    <a:pt x="3554865" y="435452"/>
                  </a:lnTo>
                  <a:lnTo>
                    <a:pt x="3705329" y="430985"/>
                  </a:lnTo>
                  <a:lnTo>
                    <a:pt x="3855793" y="425241"/>
                  </a:lnTo>
                  <a:lnTo>
                    <a:pt x="4006257" y="413323"/>
                  </a:lnTo>
                  <a:lnTo>
                    <a:pt x="4156721" y="395564"/>
                  </a:lnTo>
                  <a:lnTo>
                    <a:pt x="4307185" y="374974"/>
                  </a:lnTo>
                  <a:lnTo>
                    <a:pt x="4457649" y="351673"/>
                  </a:lnTo>
                  <a:lnTo>
                    <a:pt x="4608114" y="326099"/>
                  </a:lnTo>
                  <a:lnTo>
                    <a:pt x="4758578" y="298870"/>
                  </a:lnTo>
                  <a:lnTo>
                    <a:pt x="4909042" y="270392"/>
                  </a:lnTo>
                  <a:lnTo>
                    <a:pt x="5059506" y="240878"/>
                  </a:lnTo>
                  <a:lnTo>
                    <a:pt x="5209970" y="210450"/>
                  </a:lnTo>
                  <a:lnTo>
                    <a:pt x="5360434" y="179155"/>
                  </a:lnTo>
                  <a:lnTo>
                    <a:pt x="5510898" y="146987"/>
                  </a:lnTo>
                  <a:lnTo>
                    <a:pt x="5661362" y="113900"/>
                  </a:lnTo>
                  <a:lnTo>
                    <a:pt x="5811826" y="79818"/>
                  </a:lnTo>
                  <a:lnTo>
                    <a:pt x="5962290" y="44654"/>
                  </a:lnTo>
                  <a:lnTo>
                    <a:pt x="6112754" y="8309"/>
                  </a:lnTo>
                  <a:lnTo>
                    <a:pt x="6145984" y="0"/>
                  </a:lnTo>
                  <a:lnTo>
                    <a:pt x="6145984" y="214389"/>
                  </a:lnTo>
                  <a:lnTo>
                    <a:pt x="6112754" y="219445"/>
                  </a:lnTo>
                  <a:lnTo>
                    <a:pt x="5962290" y="242397"/>
                  </a:lnTo>
                  <a:lnTo>
                    <a:pt x="5811826" y="265319"/>
                  </a:lnTo>
                  <a:lnTo>
                    <a:pt x="5661362" y="288120"/>
                  </a:lnTo>
                  <a:lnTo>
                    <a:pt x="5510898" y="310719"/>
                  </a:lnTo>
                  <a:lnTo>
                    <a:pt x="5360434" y="333049"/>
                  </a:lnTo>
                  <a:lnTo>
                    <a:pt x="5209970" y="355073"/>
                  </a:lnTo>
                  <a:lnTo>
                    <a:pt x="5059506" y="376791"/>
                  </a:lnTo>
                  <a:lnTo>
                    <a:pt x="4909042" y="398259"/>
                  </a:lnTo>
                  <a:lnTo>
                    <a:pt x="4758578" y="419605"/>
                  </a:lnTo>
                  <a:lnTo>
                    <a:pt x="4608114" y="441050"/>
                  </a:lnTo>
                  <a:lnTo>
                    <a:pt x="4457649" y="462262"/>
                  </a:lnTo>
                  <a:lnTo>
                    <a:pt x="4307185" y="482338"/>
                  </a:lnTo>
                  <a:lnTo>
                    <a:pt x="4156721" y="501284"/>
                  </a:lnTo>
                  <a:lnTo>
                    <a:pt x="4006257" y="518797"/>
                  </a:lnTo>
                  <a:lnTo>
                    <a:pt x="3855793" y="530287"/>
                  </a:lnTo>
                  <a:lnTo>
                    <a:pt x="3705329" y="536468"/>
                  </a:lnTo>
                  <a:lnTo>
                    <a:pt x="3554865" y="542545"/>
                  </a:lnTo>
                  <a:lnTo>
                    <a:pt x="3404401" y="545630"/>
                  </a:lnTo>
                  <a:lnTo>
                    <a:pt x="3253937" y="541749"/>
                  </a:lnTo>
                  <a:lnTo>
                    <a:pt x="3103473" y="538549"/>
                  </a:lnTo>
                  <a:lnTo>
                    <a:pt x="2953009" y="540506"/>
                  </a:lnTo>
                  <a:lnTo>
                    <a:pt x="2802545" y="544944"/>
                  </a:lnTo>
                  <a:lnTo>
                    <a:pt x="2652081" y="551249"/>
                  </a:lnTo>
                  <a:lnTo>
                    <a:pt x="2501617" y="557748"/>
                  </a:lnTo>
                  <a:lnTo>
                    <a:pt x="2351153" y="562728"/>
                  </a:lnTo>
                  <a:lnTo>
                    <a:pt x="2200689" y="568809"/>
                  </a:lnTo>
                  <a:lnTo>
                    <a:pt x="2050225" y="575147"/>
                  </a:lnTo>
                  <a:lnTo>
                    <a:pt x="1899761" y="580071"/>
                  </a:lnTo>
                  <a:lnTo>
                    <a:pt x="1749297" y="585378"/>
                  </a:lnTo>
                  <a:lnTo>
                    <a:pt x="1598833" y="591178"/>
                  </a:lnTo>
                  <a:lnTo>
                    <a:pt x="1448369" y="597175"/>
                  </a:lnTo>
                  <a:lnTo>
                    <a:pt x="1297904" y="603284"/>
                  </a:lnTo>
                  <a:lnTo>
                    <a:pt x="1147440" y="609983"/>
                  </a:lnTo>
                  <a:lnTo>
                    <a:pt x="996976" y="617511"/>
                  </a:lnTo>
                  <a:lnTo>
                    <a:pt x="846512" y="626144"/>
                  </a:lnTo>
                  <a:lnTo>
                    <a:pt x="696048" y="636138"/>
                  </a:lnTo>
                  <a:lnTo>
                    <a:pt x="545584" y="647686"/>
                  </a:lnTo>
                  <a:lnTo>
                    <a:pt x="395120" y="660901"/>
                  </a:lnTo>
                  <a:lnTo>
                    <a:pt x="244656" y="675828"/>
                  </a:lnTo>
                  <a:lnTo>
                    <a:pt x="94192" y="692461"/>
                  </a:lnTo>
                  <a:lnTo>
                    <a:pt x="0" y="70392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642280"/>
              <a:ext cx="6145984" cy="485940"/>
            </a:xfrm>
            <a:custGeom>
              <a:avLst/>
              <a:pathLst>
                <a:path w="6145984" h="485940">
                  <a:moveTo>
                    <a:pt x="0" y="422951"/>
                  </a:moveTo>
                  <a:lnTo>
                    <a:pt x="94192" y="433321"/>
                  </a:lnTo>
                  <a:lnTo>
                    <a:pt x="244656" y="447588"/>
                  </a:lnTo>
                  <a:lnTo>
                    <a:pt x="395120" y="459522"/>
                  </a:lnTo>
                  <a:lnTo>
                    <a:pt x="545584" y="469113"/>
                  </a:lnTo>
                  <a:lnTo>
                    <a:pt x="696048" y="476402"/>
                  </a:lnTo>
                  <a:lnTo>
                    <a:pt x="846512" y="481500"/>
                  </a:lnTo>
                  <a:lnTo>
                    <a:pt x="996976" y="484595"/>
                  </a:lnTo>
                  <a:lnTo>
                    <a:pt x="1147440" y="485940"/>
                  </a:lnTo>
                  <a:lnTo>
                    <a:pt x="1297904" y="485807"/>
                  </a:lnTo>
                  <a:lnTo>
                    <a:pt x="1448369" y="484425"/>
                  </a:lnTo>
                  <a:lnTo>
                    <a:pt x="1598833" y="481992"/>
                  </a:lnTo>
                  <a:lnTo>
                    <a:pt x="1749297" y="478619"/>
                  </a:lnTo>
                  <a:lnTo>
                    <a:pt x="1899761" y="474460"/>
                  </a:lnTo>
                  <a:lnTo>
                    <a:pt x="2050225" y="469894"/>
                  </a:lnTo>
                  <a:lnTo>
                    <a:pt x="2200689" y="464437"/>
                  </a:lnTo>
                  <a:lnTo>
                    <a:pt x="2351153" y="457568"/>
                  </a:lnTo>
                  <a:lnTo>
                    <a:pt x="2501617" y="450988"/>
                  </a:lnTo>
                  <a:lnTo>
                    <a:pt x="2652081" y="445217"/>
                  </a:lnTo>
                  <a:lnTo>
                    <a:pt x="2802545" y="438125"/>
                  </a:lnTo>
                  <a:lnTo>
                    <a:pt x="2953009" y="431066"/>
                  </a:lnTo>
                  <a:lnTo>
                    <a:pt x="3103473" y="429969"/>
                  </a:lnTo>
                  <a:lnTo>
                    <a:pt x="3253937" y="435275"/>
                  </a:lnTo>
                  <a:lnTo>
                    <a:pt x="3404401" y="438820"/>
                  </a:lnTo>
                  <a:lnTo>
                    <a:pt x="3554865" y="435452"/>
                  </a:lnTo>
                  <a:lnTo>
                    <a:pt x="3705329" y="430985"/>
                  </a:lnTo>
                  <a:lnTo>
                    <a:pt x="3855793" y="425241"/>
                  </a:lnTo>
                  <a:lnTo>
                    <a:pt x="4006257" y="413323"/>
                  </a:lnTo>
                  <a:lnTo>
                    <a:pt x="4156721" y="395564"/>
                  </a:lnTo>
                  <a:lnTo>
                    <a:pt x="4307185" y="374974"/>
                  </a:lnTo>
                  <a:lnTo>
                    <a:pt x="4457649" y="351673"/>
                  </a:lnTo>
                  <a:lnTo>
                    <a:pt x="4608114" y="326099"/>
                  </a:lnTo>
                  <a:lnTo>
                    <a:pt x="4758578" y="298870"/>
                  </a:lnTo>
                  <a:lnTo>
                    <a:pt x="4909042" y="270392"/>
                  </a:lnTo>
                  <a:lnTo>
                    <a:pt x="5059506" y="240878"/>
                  </a:lnTo>
                  <a:lnTo>
                    <a:pt x="5209970" y="210450"/>
                  </a:lnTo>
                  <a:lnTo>
                    <a:pt x="5360434" y="179155"/>
                  </a:lnTo>
                  <a:lnTo>
                    <a:pt x="5510898" y="146987"/>
                  </a:lnTo>
                  <a:lnTo>
                    <a:pt x="5661362" y="113900"/>
                  </a:lnTo>
                  <a:lnTo>
                    <a:pt x="5811826" y="79818"/>
                  </a:lnTo>
                  <a:lnTo>
                    <a:pt x="5962290" y="44654"/>
                  </a:lnTo>
                  <a:lnTo>
                    <a:pt x="6112754" y="830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56670"/>
              <a:ext cx="6145984" cy="489532"/>
            </a:xfrm>
            <a:custGeom>
              <a:avLst/>
              <a:pathLst>
                <a:path w="6145984" h="489532">
                  <a:moveTo>
                    <a:pt x="6145984" y="0"/>
                  </a:moveTo>
                  <a:lnTo>
                    <a:pt x="6112754" y="5055"/>
                  </a:lnTo>
                  <a:lnTo>
                    <a:pt x="5962290" y="28008"/>
                  </a:lnTo>
                  <a:lnTo>
                    <a:pt x="5811826" y="50929"/>
                  </a:lnTo>
                  <a:lnTo>
                    <a:pt x="5661362" y="73730"/>
                  </a:lnTo>
                  <a:lnTo>
                    <a:pt x="5510898" y="96329"/>
                  </a:lnTo>
                  <a:lnTo>
                    <a:pt x="5360434" y="118660"/>
                  </a:lnTo>
                  <a:lnTo>
                    <a:pt x="5209970" y="140684"/>
                  </a:lnTo>
                  <a:lnTo>
                    <a:pt x="5059506" y="162402"/>
                  </a:lnTo>
                  <a:lnTo>
                    <a:pt x="4909042" y="183869"/>
                  </a:lnTo>
                  <a:lnTo>
                    <a:pt x="4758578" y="205215"/>
                  </a:lnTo>
                  <a:lnTo>
                    <a:pt x="4608114" y="226661"/>
                  </a:lnTo>
                  <a:lnTo>
                    <a:pt x="4457649" y="247872"/>
                  </a:lnTo>
                  <a:lnTo>
                    <a:pt x="4307185" y="267949"/>
                  </a:lnTo>
                  <a:lnTo>
                    <a:pt x="4156721" y="286895"/>
                  </a:lnTo>
                  <a:lnTo>
                    <a:pt x="4006257" y="304408"/>
                  </a:lnTo>
                  <a:lnTo>
                    <a:pt x="3855793" y="315897"/>
                  </a:lnTo>
                  <a:lnTo>
                    <a:pt x="3705329" y="322079"/>
                  </a:lnTo>
                  <a:lnTo>
                    <a:pt x="3554865" y="328155"/>
                  </a:lnTo>
                  <a:lnTo>
                    <a:pt x="3404401" y="331241"/>
                  </a:lnTo>
                  <a:lnTo>
                    <a:pt x="3253937" y="327359"/>
                  </a:lnTo>
                  <a:lnTo>
                    <a:pt x="3103473" y="324159"/>
                  </a:lnTo>
                  <a:lnTo>
                    <a:pt x="2953009" y="326116"/>
                  </a:lnTo>
                  <a:lnTo>
                    <a:pt x="2802545" y="330555"/>
                  </a:lnTo>
                  <a:lnTo>
                    <a:pt x="2652081" y="336859"/>
                  </a:lnTo>
                  <a:lnTo>
                    <a:pt x="2501617" y="343359"/>
                  </a:lnTo>
                  <a:lnTo>
                    <a:pt x="2351153" y="348339"/>
                  </a:lnTo>
                  <a:lnTo>
                    <a:pt x="2200689" y="354419"/>
                  </a:lnTo>
                  <a:lnTo>
                    <a:pt x="2050225" y="360758"/>
                  </a:lnTo>
                  <a:lnTo>
                    <a:pt x="1899761" y="365681"/>
                  </a:lnTo>
                  <a:lnTo>
                    <a:pt x="1749297" y="370989"/>
                  </a:lnTo>
                  <a:lnTo>
                    <a:pt x="1598833" y="376788"/>
                  </a:lnTo>
                  <a:lnTo>
                    <a:pt x="1448369" y="382785"/>
                  </a:lnTo>
                  <a:lnTo>
                    <a:pt x="1297904" y="388895"/>
                  </a:lnTo>
                  <a:lnTo>
                    <a:pt x="1147440" y="395593"/>
                  </a:lnTo>
                  <a:lnTo>
                    <a:pt x="996976" y="403121"/>
                  </a:lnTo>
                  <a:lnTo>
                    <a:pt x="846512" y="411755"/>
                  </a:lnTo>
                  <a:lnTo>
                    <a:pt x="696048" y="421749"/>
                  </a:lnTo>
                  <a:lnTo>
                    <a:pt x="545584" y="433297"/>
                  </a:lnTo>
                  <a:lnTo>
                    <a:pt x="395120" y="446512"/>
                  </a:lnTo>
                  <a:lnTo>
                    <a:pt x="244656" y="461438"/>
                  </a:lnTo>
                  <a:lnTo>
                    <a:pt x="94192" y="478072"/>
                  </a:lnTo>
                  <a:lnTo>
                    <a:pt x="0" y="4895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749475"/>
              <a:ext cx="6145984" cy="456241"/>
            </a:xfrm>
            <a:custGeom>
              <a:avLst/>
              <a:pathLst>
                <a:path w="6145984" h="456241">
                  <a:moveTo>
                    <a:pt x="0" y="456241"/>
                  </a:moveTo>
                  <a:lnTo>
                    <a:pt x="94192" y="455696"/>
                  </a:lnTo>
                  <a:lnTo>
                    <a:pt x="244656" y="454513"/>
                  </a:lnTo>
                  <a:lnTo>
                    <a:pt x="395120" y="453017"/>
                  </a:lnTo>
                  <a:lnTo>
                    <a:pt x="545584" y="451205"/>
                  </a:lnTo>
                  <a:lnTo>
                    <a:pt x="696048" y="449075"/>
                  </a:lnTo>
                  <a:lnTo>
                    <a:pt x="846512" y="446627"/>
                  </a:lnTo>
                  <a:lnTo>
                    <a:pt x="996976" y="443858"/>
                  </a:lnTo>
                  <a:lnTo>
                    <a:pt x="1147440" y="440767"/>
                  </a:lnTo>
                  <a:lnTo>
                    <a:pt x="1297904" y="437351"/>
                  </a:lnTo>
                  <a:lnTo>
                    <a:pt x="1448369" y="433605"/>
                  </a:lnTo>
                  <a:lnTo>
                    <a:pt x="1598833" y="429390"/>
                  </a:lnTo>
                  <a:lnTo>
                    <a:pt x="1749297" y="424804"/>
                  </a:lnTo>
                  <a:lnTo>
                    <a:pt x="1899761" y="420071"/>
                  </a:lnTo>
                  <a:lnTo>
                    <a:pt x="2050225" y="415326"/>
                  </a:lnTo>
                  <a:lnTo>
                    <a:pt x="2200689" y="409428"/>
                  </a:lnTo>
                  <a:lnTo>
                    <a:pt x="2351153" y="402953"/>
                  </a:lnTo>
                  <a:lnTo>
                    <a:pt x="2501617" y="397174"/>
                  </a:lnTo>
                  <a:lnTo>
                    <a:pt x="2652081" y="391038"/>
                  </a:lnTo>
                  <a:lnTo>
                    <a:pt x="2802545" y="384340"/>
                  </a:lnTo>
                  <a:lnTo>
                    <a:pt x="2953009" y="378591"/>
                  </a:lnTo>
                  <a:lnTo>
                    <a:pt x="3103473" y="377064"/>
                  </a:lnTo>
                  <a:lnTo>
                    <a:pt x="3253937" y="381317"/>
                  </a:lnTo>
                  <a:lnTo>
                    <a:pt x="3404401" y="385030"/>
                  </a:lnTo>
                  <a:lnTo>
                    <a:pt x="3554865" y="381804"/>
                  </a:lnTo>
                  <a:lnTo>
                    <a:pt x="3705329" y="376532"/>
                  </a:lnTo>
                  <a:lnTo>
                    <a:pt x="3855793" y="370569"/>
                  </a:lnTo>
                  <a:lnTo>
                    <a:pt x="4006257" y="358865"/>
                  </a:lnTo>
                  <a:lnTo>
                    <a:pt x="4156721" y="341230"/>
                  </a:lnTo>
                  <a:lnTo>
                    <a:pt x="4307185" y="321462"/>
                  </a:lnTo>
                  <a:lnTo>
                    <a:pt x="4457649" y="299772"/>
                  </a:lnTo>
                  <a:lnTo>
                    <a:pt x="4608114" y="276380"/>
                  </a:lnTo>
                  <a:lnTo>
                    <a:pt x="4758578" y="252042"/>
                  </a:lnTo>
                  <a:lnTo>
                    <a:pt x="4909042" y="227130"/>
                  </a:lnTo>
                  <a:lnTo>
                    <a:pt x="5059506" y="201640"/>
                  </a:lnTo>
                  <a:lnTo>
                    <a:pt x="5209970" y="175567"/>
                  </a:lnTo>
                  <a:lnTo>
                    <a:pt x="5360434" y="148908"/>
                  </a:lnTo>
                  <a:lnTo>
                    <a:pt x="5510898" y="121658"/>
                  </a:lnTo>
                  <a:lnTo>
                    <a:pt x="5661362" y="93815"/>
                  </a:lnTo>
                  <a:lnTo>
                    <a:pt x="5811826" y="65374"/>
                  </a:lnTo>
                  <a:lnTo>
                    <a:pt x="5962290" y="36331"/>
                  </a:lnTo>
                  <a:lnTo>
                    <a:pt x="6112754" y="668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192334"/>
              <a:ext cx="6145984" cy="1201940"/>
            </a:xfrm>
            <a:custGeom>
              <a:avLst/>
              <a:pathLst>
                <a:path w="6145984" h="1201940">
                  <a:moveTo>
                    <a:pt x="0" y="793667"/>
                  </a:moveTo>
                  <a:lnTo>
                    <a:pt x="94192" y="813434"/>
                  </a:lnTo>
                  <a:lnTo>
                    <a:pt x="244656" y="840463"/>
                  </a:lnTo>
                  <a:lnTo>
                    <a:pt x="395120" y="862898"/>
                  </a:lnTo>
                  <a:lnTo>
                    <a:pt x="545584" y="880741"/>
                  </a:lnTo>
                  <a:lnTo>
                    <a:pt x="696048" y="894069"/>
                  </a:lnTo>
                  <a:lnTo>
                    <a:pt x="846512" y="903067"/>
                  </a:lnTo>
                  <a:lnTo>
                    <a:pt x="996976" y="908044"/>
                  </a:lnTo>
                  <a:lnTo>
                    <a:pt x="1147440" y="909408"/>
                  </a:lnTo>
                  <a:lnTo>
                    <a:pt x="1297904" y="907599"/>
                  </a:lnTo>
                  <a:lnTo>
                    <a:pt x="1448369" y="902985"/>
                  </a:lnTo>
                  <a:lnTo>
                    <a:pt x="1598833" y="895773"/>
                  </a:lnTo>
                  <a:lnTo>
                    <a:pt x="1749297" y="885954"/>
                  </a:lnTo>
                  <a:lnTo>
                    <a:pt x="1899761" y="873610"/>
                  </a:lnTo>
                  <a:lnTo>
                    <a:pt x="2050225" y="859182"/>
                  </a:lnTo>
                  <a:lnTo>
                    <a:pt x="2200689" y="841939"/>
                  </a:lnTo>
                  <a:lnTo>
                    <a:pt x="2351153" y="821022"/>
                  </a:lnTo>
                  <a:lnTo>
                    <a:pt x="2501617" y="798976"/>
                  </a:lnTo>
                  <a:lnTo>
                    <a:pt x="2652081" y="775144"/>
                  </a:lnTo>
                  <a:lnTo>
                    <a:pt x="2802545" y="746581"/>
                  </a:lnTo>
                  <a:lnTo>
                    <a:pt x="2953009" y="717327"/>
                  </a:lnTo>
                  <a:lnTo>
                    <a:pt x="3103473" y="694839"/>
                  </a:lnTo>
                  <a:lnTo>
                    <a:pt x="3253937" y="675537"/>
                  </a:lnTo>
                  <a:lnTo>
                    <a:pt x="3404401" y="653473"/>
                  </a:lnTo>
                  <a:lnTo>
                    <a:pt x="3554865" y="627647"/>
                  </a:lnTo>
                  <a:lnTo>
                    <a:pt x="3705329" y="601899"/>
                  </a:lnTo>
                  <a:lnTo>
                    <a:pt x="3855793" y="574452"/>
                  </a:lnTo>
                  <a:lnTo>
                    <a:pt x="4006257" y="543090"/>
                  </a:lnTo>
                  <a:lnTo>
                    <a:pt x="4156721" y="508341"/>
                  </a:lnTo>
                  <a:lnTo>
                    <a:pt x="4307185" y="471072"/>
                  </a:lnTo>
                  <a:lnTo>
                    <a:pt x="4457649" y="431980"/>
                  </a:lnTo>
                  <a:lnTo>
                    <a:pt x="4608114" y="392253"/>
                  </a:lnTo>
                  <a:lnTo>
                    <a:pt x="4758578" y="352352"/>
                  </a:lnTo>
                  <a:lnTo>
                    <a:pt x="4909042" y="312439"/>
                  </a:lnTo>
                  <a:lnTo>
                    <a:pt x="5059506" y="272836"/>
                  </a:lnTo>
                  <a:lnTo>
                    <a:pt x="5209970" y="233724"/>
                  </a:lnTo>
                  <a:lnTo>
                    <a:pt x="5360434" y="195168"/>
                  </a:lnTo>
                  <a:lnTo>
                    <a:pt x="5510898" y="157147"/>
                  </a:lnTo>
                  <a:lnTo>
                    <a:pt x="5661362" y="119577"/>
                  </a:lnTo>
                  <a:lnTo>
                    <a:pt x="5811826" y="82334"/>
                  </a:lnTo>
                  <a:lnTo>
                    <a:pt x="5962290" y="45268"/>
                  </a:lnTo>
                  <a:lnTo>
                    <a:pt x="6112754" y="8215"/>
                  </a:lnTo>
                  <a:lnTo>
                    <a:pt x="6145984" y="0"/>
                  </a:lnTo>
                  <a:lnTo>
                    <a:pt x="6145984" y="335298"/>
                  </a:lnTo>
                  <a:lnTo>
                    <a:pt x="6112754" y="338426"/>
                  </a:lnTo>
                  <a:lnTo>
                    <a:pt x="5962290" y="354532"/>
                  </a:lnTo>
                  <a:lnTo>
                    <a:pt x="5811826" y="372451"/>
                  </a:lnTo>
                  <a:lnTo>
                    <a:pt x="5661362" y="392052"/>
                  </a:lnTo>
                  <a:lnTo>
                    <a:pt x="5510898" y="413217"/>
                  </a:lnTo>
                  <a:lnTo>
                    <a:pt x="5360434" y="435854"/>
                  </a:lnTo>
                  <a:lnTo>
                    <a:pt x="5209970" y="459911"/>
                  </a:lnTo>
                  <a:lnTo>
                    <a:pt x="5059506" y="485400"/>
                  </a:lnTo>
                  <a:lnTo>
                    <a:pt x="4909042" y="512419"/>
                  </a:lnTo>
                  <a:lnTo>
                    <a:pt x="4758578" y="541178"/>
                  </a:lnTo>
                  <a:lnTo>
                    <a:pt x="4608114" y="572034"/>
                  </a:lnTo>
                  <a:lnTo>
                    <a:pt x="4457649" y="604938"/>
                  </a:lnTo>
                  <a:lnTo>
                    <a:pt x="4307185" y="638986"/>
                  </a:lnTo>
                  <a:lnTo>
                    <a:pt x="4156721" y="673684"/>
                  </a:lnTo>
                  <a:lnTo>
                    <a:pt x="4006257" y="708049"/>
                  </a:lnTo>
                  <a:lnTo>
                    <a:pt x="3855793" y="738741"/>
                  </a:lnTo>
                  <a:lnTo>
                    <a:pt x="3705329" y="766872"/>
                  </a:lnTo>
                  <a:lnTo>
                    <a:pt x="3554865" y="795136"/>
                  </a:lnTo>
                  <a:lnTo>
                    <a:pt x="3404401" y="820522"/>
                  </a:lnTo>
                  <a:lnTo>
                    <a:pt x="3253937" y="842060"/>
                  </a:lnTo>
                  <a:lnTo>
                    <a:pt x="3103473" y="864654"/>
                  </a:lnTo>
                  <a:lnTo>
                    <a:pt x="2953009" y="888487"/>
                  </a:lnTo>
                  <a:lnTo>
                    <a:pt x="2802545" y="913643"/>
                  </a:lnTo>
                  <a:lnTo>
                    <a:pt x="2652081" y="940974"/>
                  </a:lnTo>
                  <a:lnTo>
                    <a:pt x="2501617" y="965946"/>
                  </a:lnTo>
                  <a:lnTo>
                    <a:pt x="2351153" y="985489"/>
                  </a:lnTo>
                  <a:lnTo>
                    <a:pt x="2200689" y="1005173"/>
                  </a:lnTo>
                  <a:lnTo>
                    <a:pt x="2050225" y="1023795"/>
                  </a:lnTo>
                  <a:lnTo>
                    <a:pt x="1899761" y="1038782"/>
                  </a:lnTo>
                  <a:lnTo>
                    <a:pt x="1749297" y="1052923"/>
                  </a:lnTo>
                  <a:lnTo>
                    <a:pt x="1598833" y="1066536"/>
                  </a:lnTo>
                  <a:lnTo>
                    <a:pt x="1448369" y="1079322"/>
                  </a:lnTo>
                  <a:lnTo>
                    <a:pt x="1297904" y="1091330"/>
                  </a:lnTo>
                  <a:lnTo>
                    <a:pt x="1147440" y="1103408"/>
                  </a:lnTo>
                  <a:lnTo>
                    <a:pt x="996976" y="1115921"/>
                  </a:lnTo>
                  <a:lnTo>
                    <a:pt x="846512" y="1129286"/>
                  </a:lnTo>
                  <a:lnTo>
                    <a:pt x="696048" y="1143892"/>
                  </a:lnTo>
                  <a:lnTo>
                    <a:pt x="545584" y="1160025"/>
                  </a:lnTo>
                  <a:lnTo>
                    <a:pt x="395120" y="1177850"/>
                  </a:lnTo>
                  <a:lnTo>
                    <a:pt x="244656" y="1197422"/>
                  </a:lnTo>
                  <a:lnTo>
                    <a:pt x="212742" y="120194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192334"/>
              <a:ext cx="6145984" cy="909408"/>
            </a:xfrm>
            <a:custGeom>
              <a:avLst/>
              <a:pathLst>
                <a:path w="6145984" h="909408">
                  <a:moveTo>
                    <a:pt x="0" y="793667"/>
                  </a:moveTo>
                  <a:lnTo>
                    <a:pt x="94192" y="813434"/>
                  </a:lnTo>
                  <a:lnTo>
                    <a:pt x="244656" y="840463"/>
                  </a:lnTo>
                  <a:lnTo>
                    <a:pt x="395120" y="862898"/>
                  </a:lnTo>
                  <a:lnTo>
                    <a:pt x="545584" y="880741"/>
                  </a:lnTo>
                  <a:lnTo>
                    <a:pt x="696048" y="894069"/>
                  </a:lnTo>
                  <a:lnTo>
                    <a:pt x="846512" y="903067"/>
                  </a:lnTo>
                  <a:lnTo>
                    <a:pt x="996976" y="908044"/>
                  </a:lnTo>
                  <a:lnTo>
                    <a:pt x="1147440" y="909408"/>
                  </a:lnTo>
                  <a:lnTo>
                    <a:pt x="1297904" y="907599"/>
                  </a:lnTo>
                  <a:lnTo>
                    <a:pt x="1448369" y="902985"/>
                  </a:lnTo>
                  <a:lnTo>
                    <a:pt x="1598833" y="895773"/>
                  </a:lnTo>
                  <a:lnTo>
                    <a:pt x="1749297" y="885954"/>
                  </a:lnTo>
                  <a:lnTo>
                    <a:pt x="1899761" y="873610"/>
                  </a:lnTo>
                  <a:lnTo>
                    <a:pt x="2050225" y="859182"/>
                  </a:lnTo>
                  <a:lnTo>
                    <a:pt x="2200689" y="841939"/>
                  </a:lnTo>
                  <a:lnTo>
                    <a:pt x="2351153" y="821022"/>
                  </a:lnTo>
                  <a:lnTo>
                    <a:pt x="2501617" y="798976"/>
                  </a:lnTo>
                  <a:lnTo>
                    <a:pt x="2652081" y="775144"/>
                  </a:lnTo>
                  <a:lnTo>
                    <a:pt x="2802545" y="746581"/>
                  </a:lnTo>
                  <a:lnTo>
                    <a:pt x="2953009" y="717327"/>
                  </a:lnTo>
                  <a:lnTo>
                    <a:pt x="3103473" y="694839"/>
                  </a:lnTo>
                  <a:lnTo>
                    <a:pt x="3253937" y="675537"/>
                  </a:lnTo>
                  <a:lnTo>
                    <a:pt x="3404401" y="653473"/>
                  </a:lnTo>
                  <a:lnTo>
                    <a:pt x="3554865" y="627647"/>
                  </a:lnTo>
                  <a:lnTo>
                    <a:pt x="3705329" y="601899"/>
                  </a:lnTo>
                  <a:lnTo>
                    <a:pt x="3855793" y="574452"/>
                  </a:lnTo>
                  <a:lnTo>
                    <a:pt x="4006257" y="543090"/>
                  </a:lnTo>
                  <a:lnTo>
                    <a:pt x="4156721" y="508341"/>
                  </a:lnTo>
                  <a:lnTo>
                    <a:pt x="4307185" y="471072"/>
                  </a:lnTo>
                  <a:lnTo>
                    <a:pt x="4457649" y="431980"/>
                  </a:lnTo>
                  <a:lnTo>
                    <a:pt x="4608114" y="392253"/>
                  </a:lnTo>
                  <a:lnTo>
                    <a:pt x="4758578" y="352352"/>
                  </a:lnTo>
                  <a:lnTo>
                    <a:pt x="4909042" y="312439"/>
                  </a:lnTo>
                  <a:lnTo>
                    <a:pt x="5059506" y="272836"/>
                  </a:lnTo>
                  <a:lnTo>
                    <a:pt x="5209970" y="233724"/>
                  </a:lnTo>
                  <a:lnTo>
                    <a:pt x="5360434" y="195168"/>
                  </a:lnTo>
                  <a:lnTo>
                    <a:pt x="5510898" y="157147"/>
                  </a:lnTo>
                  <a:lnTo>
                    <a:pt x="5661362" y="119577"/>
                  </a:lnTo>
                  <a:lnTo>
                    <a:pt x="5811826" y="82334"/>
                  </a:lnTo>
                  <a:lnTo>
                    <a:pt x="5962290" y="45268"/>
                  </a:lnTo>
                  <a:lnTo>
                    <a:pt x="6112754" y="821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54619" y="4527633"/>
              <a:ext cx="5933241" cy="866642"/>
            </a:xfrm>
            <a:custGeom>
              <a:avLst/>
              <a:pathLst>
                <a:path w="5933241" h="866642">
                  <a:moveTo>
                    <a:pt x="5933241" y="0"/>
                  </a:moveTo>
                  <a:lnTo>
                    <a:pt x="5900011" y="3127"/>
                  </a:lnTo>
                  <a:lnTo>
                    <a:pt x="5749547" y="19234"/>
                  </a:lnTo>
                  <a:lnTo>
                    <a:pt x="5599083" y="37152"/>
                  </a:lnTo>
                  <a:lnTo>
                    <a:pt x="5448619" y="56753"/>
                  </a:lnTo>
                  <a:lnTo>
                    <a:pt x="5298155" y="77918"/>
                  </a:lnTo>
                  <a:lnTo>
                    <a:pt x="5147691" y="100555"/>
                  </a:lnTo>
                  <a:lnTo>
                    <a:pt x="4997227" y="124613"/>
                  </a:lnTo>
                  <a:lnTo>
                    <a:pt x="4846763" y="150102"/>
                  </a:lnTo>
                  <a:lnTo>
                    <a:pt x="4696299" y="177120"/>
                  </a:lnTo>
                  <a:lnTo>
                    <a:pt x="4545835" y="205879"/>
                  </a:lnTo>
                  <a:lnTo>
                    <a:pt x="4395371" y="236735"/>
                  </a:lnTo>
                  <a:lnTo>
                    <a:pt x="4244907" y="269639"/>
                  </a:lnTo>
                  <a:lnTo>
                    <a:pt x="4094442" y="303687"/>
                  </a:lnTo>
                  <a:lnTo>
                    <a:pt x="3943978" y="338385"/>
                  </a:lnTo>
                  <a:lnTo>
                    <a:pt x="3793514" y="372750"/>
                  </a:lnTo>
                  <a:lnTo>
                    <a:pt x="3643050" y="403442"/>
                  </a:lnTo>
                  <a:lnTo>
                    <a:pt x="3492586" y="431573"/>
                  </a:lnTo>
                  <a:lnTo>
                    <a:pt x="3342122" y="459838"/>
                  </a:lnTo>
                  <a:lnTo>
                    <a:pt x="3191658" y="485223"/>
                  </a:lnTo>
                  <a:lnTo>
                    <a:pt x="3041194" y="506761"/>
                  </a:lnTo>
                  <a:lnTo>
                    <a:pt x="2890730" y="529355"/>
                  </a:lnTo>
                  <a:lnTo>
                    <a:pt x="2740266" y="553189"/>
                  </a:lnTo>
                  <a:lnTo>
                    <a:pt x="2589802" y="578345"/>
                  </a:lnTo>
                  <a:lnTo>
                    <a:pt x="2439338" y="605675"/>
                  </a:lnTo>
                  <a:lnTo>
                    <a:pt x="2288874" y="630647"/>
                  </a:lnTo>
                  <a:lnTo>
                    <a:pt x="2138410" y="650191"/>
                  </a:lnTo>
                  <a:lnTo>
                    <a:pt x="1987946" y="669875"/>
                  </a:lnTo>
                  <a:lnTo>
                    <a:pt x="1837482" y="688496"/>
                  </a:lnTo>
                  <a:lnTo>
                    <a:pt x="1687018" y="703483"/>
                  </a:lnTo>
                  <a:lnTo>
                    <a:pt x="1536554" y="717624"/>
                  </a:lnTo>
                  <a:lnTo>
                    <a:pt x="1386090" y="731238"/>
                  </a:lnTo>
                  <a:lnTo>
                    <a:pt x="1235626" y="744024"/>
                  </a:lnTo>
                  <a:lnTo>
                    <a:pt x="1085161" y="756032"/>
                  </a:lnTo>
                  <a:lnTo>
                    <a:pt x="934697" y="768109"/>
                  </a:lnTo>
                  <a:lnTo>
                    <a:pt x="784233" y="780622"/>
                  </a:lnTo>
                  <a:lnTo>
                    <a:pt x="633769" y="793988"/>
                  </a:lnTo>
                  <a:lnTo>
                    <a:pt x="483305" y="808593"/>
                  </a:lnTo>
                  <a:lnTo>
                    <a:pt x="332841" y="824726"/>
                  </a:lnTo>
                  <a:lnTo>
                    <a:pt x="182377" y="842551"/>
                  </a:lnTo>
                  <a:lnTo>
                    <a:pt x="31913" y="862124"/>
                  </a:lnTo>
                  <a:lnTo>
                    <a:pt x="0" y="8666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359984"/>
              <a:ext cx="6145984" cy="852734"/>
            </a:xfrm>
            <a:custGeom>
              <a:avLst/>
              <a:pathLst>
                <a:path w="6145984" h="852734">
                  <a:moveTo>
                    <a:pt x="0" y="845732"/>
                  </a:moveTo>
                  <a:lnTo>
                    <a:pt x="94192" y="848429"/>
                  </a:lnTo>
                  <a:lnTo>
                    <a:pt x="244656" y="851293"/>
                  </a:lnTo>
                  <a:lnTo>
                    <a:pt x="395120" y="852725"/>
                  </a:lnTo>
                  <a:lnTo>
                    <a:pt x="545584" y="852734"/>
                  </a:lnTo>
                  <a:lnTo>
                    <a:pt x="696048" y="851331"/>
                  </a:lnTo>
                  <a:lnTo>
                    <a:pt x="846512" y="848527"/>
                  </a:lnTo>
                  <a:lnTo>
                    <a:pt x="996976" y="844333"/>
                  </a:lnTo>
                  <a:lnTo>
                    <a:pt x="1147440" y="838759"/>
                  </a:lnTo>
                  <a:lnTo>
                    <a:pt x="1297904" y="831815"/>
                  </a:lnTo>
                  <a:lnTo>
                    <a:pt x="1448369" y="823505"/>
                  </a:lnTo>
                  <a:lnTo>
                    <a:pt x="1598833" y="813505"/>
                  </a:lnTo>
                  <a:lnTo>
                    <a:pt x="1749297" y="801789"/>
                  </a:lnTo>
                  <a:lnTo>
                    <a:pt x="1899761" y="788547"/>
                  </a:lnTo>
                  <a:lnTo>
                    <a:pt x="2050225" y="773839"/>
                  </a:lnTo>
                  <a:lnTo>
                    <a:pt x="2200689" y="755907"/>
                  </a:lnTo>
                  <a:lnTo>
                    <a:pt x="2351153" y="735606"/>
                  </a:lnTo>
                  <a:lnTo>
                    <a:pt x="2501617" y="714811"/>
                  </a:lnTo>
                  <a:lnTo>
                    <a:pt x="2652081" y="690409"/>
                  </a:lnTo>
                  <a:lnTo>
                    <a:pt x="2802545" y="662463"/>
                  </a:lnTo>
                  <a:lnTo>
                    <a:pt x="2953009" y="635258"/>
                  </a:lnTo>
                  <a:lnTo>
                    <a:pt x="3103473" y="612097"/>
                  </a:lnTo>
                  <a:lnTo>
                    <a:pt x="3253937" y="591149"/>
                  </a:lnTo>
                  <a:lnTo>
                    <a:pt x="3404401" y="569348"/>
                  </a:lnTo>
                  <a:lnTo>
                    <a:pt x="3554865" y="543742"/>
                  </a:lnTo>
                  <a:lnTo>
                    <a:pt x="3705329" y="516736"/>
                  </a:lnTo>
                  <a:lnTo>
                    <a:pt x="3855793" y="488947"/>
                  </a:lnTo>
                  <a:lnTo>
                    <a:pt x="4006257" y="457920"/>
                  </a:lnTo>
                  <a:lnTo>
                    <a:pt x="4156721" y="423363"/>
                  </a:lnTo>
                  <a:lnTo>
                    <a:pt x="4307185" y="387379"/>
                  </a:lnTo>
                  <a:lnTo>
                    <a:pt x="4457649" y="350809"/>
                  </a:lnTo>
                  <a:lnTo>
                    <a:pt x="4608114" y="314494"/>
                  </a:lnTo>
                  <a:lnTo>
                    <a:pt x="4758578" y="279116"/>
                  </a:lnTo>
                  <a:lnTo>
                    <a:pt x="4909042" y="244779"/>
                  </a:lnTo>
                  <a:lnTo>
                    <a:pt x="5059506" y="211469"/>
                  </a:lnTo>
                  <a:lnTo>
                    <a:pt x="5209970" y="179168"/>
                  </a:lnTo>
                  <a:lnTo>
                    <a:pt x="5360434" y="147862"/>
                  </a:lnTo>
                  <a:lnTo>
                    <a:pt x="5510898" y="117533"/>
                  </a:lnTo>
                  <a:lnTo>
                    <a:pt x="5661362" y="88165"/>
                  </a:lnTo>
                  <a:lnTo>
                    <a:pt x="5811826" y="59743"/>
                  </a:lnTo>
                  <a:lnTo>
                    <a:pt x="5962290" y="32251"/>
                  </a:lnTo>
                  <a:lnTo>
                    <a:pt x="6112754" y="56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580403"/>
              <a:ext cx="6145984" cy="798751"/>
            </a:xfrm>
            <a:custGeom>
              <a:avLst/>
              <a:pathLst>
                <a:path w="6145984" h="798751">
                  <a:moveTo>
                    <a:pt x="0" y="367804"/>
                  </a:moveTo>
                  <a:lnTo>
                    <a:pt x="94192" y="383924"/>
                  </a:lnTo>
                  <a:lnTo>
                    <a:pt x="244656" y="405515"/>
                  </a:lnTo>
                  <a:lnTo>
                    <a:pt x="395120" y="422890"/>
                  </a:lnTo>
                  <a:lnTo>
                    <a:pt x="545584" y="436034"/>
                  </a:lnTo>
                  <a:lnTo>
                    <a:pt x="696048" y="445010"/>
                  </a:lnTo>
                  <a:lnTo>
                    <a:pt x="846512" y="449985"/>
                  </a:lnTo>
                  <a:lnTo>
                    <a:pt x="996976" y="451248"/>
                  </a:lnTo>
                  <a:lnTo>
                    <a:pt x="1147440" y="449184"/>
                  </a:lnTo>
                  <a:lnTo>
                    <a:pt x="1297904" y="444210"/>
                  </a:lnTo>
                  <a:lnTo>
                    <a:pt x="1448369" y="436649"/>
                  </a:lnTo>
                  <a:lnTo>
                    <a:pt x="1598833" y="425799"/>
                  </a:lnTo>
                  <a:lnTo>
                    <a:pt x="1749297" y="411984"/>
                  </a:lnTo>
                  <a:lnTo>
                    <a:pt x="1899761" y="396350"/>
                  </a:lnTo>
                  <a:lnTo>
                    <a:pt x="2050225" y="380180"/>
                  </a:lnTo>
                  <a:lnTo>
                    <a:pt x="2200689" y="360393"/>
                  </a:lnTo>
                  <a:lnTo>
                    <a:pt x="2351153" y="337516"/>
                  </a:lnTo>
                  <a:lnTo>
                    <a:pt x="2501617" y="317051"/>
                  </a:lnTo>
                  <a:lnTo>
                    <a:pt x="2652081" y="298256"/>
                  </a:lnTo>
                  <a:lnTo>
                    <a:pt x="2802545" y="276946"/>
                  </a:lnTo>
                  <a:lnTo>
                    <a:pt x="2953009" y="257187"/>
                  </a:lnTo>
                  <a:lnTo>
                    <a:pt x="3103473" y="244343"/>
                  </a:lnTo>
                  <a:lnTo>
                    <a:pt x="3253937" y="232781"/>
                  </a:lnTo>
                  <a:lnTo>
                    <a:pt x="3404401" y="221741"/>
                  </a:lnTo>
                  <a:lnTo>
                    <a:pt x="3554865" y="215516"/>
                  </a:lnTo>
                  <a:lnTo>
                    <a:pt x="3705329" y="217377"/>
                  </a:lnTo>
                  <a:lnTo>
                    <a:pt x="3855793" y="221782"/>
                  </a:lnTo>
                  <a:lnTo>
                    <a:pt x="4006257" y="224300"/>
                  </a:lnTo>
                  <a:lnTo>
                    <a:pt x="4156721" y="225676"/>
                  </a:lnTo>
                  <a:lnTo>
                    <a:pt x="4307185" y="226981"/>
                  </a:lnTo>
                  <a:lnTo>
                    <a:pt x="4457649" y="226172"/>
                  </a:lnTo>
                  <a:lnTo>
                    <a:pt x="4608114" y="221708"/>
                  </a:lnTo>
                  <a:lnTo>
                    <a:pt x="4758578" y="213311"/>
                  </a:lnTo>
                  <a:lnTo>
                    <a:pt x="4909042" y="201645"/>
                  </a:lnTo>
                  <a:lnTo>
                    <a:pt x="5059506" y="187047"/>
                  </a:lnTo>
                  <a:lnTo>
                    <a:pt x="5209970" y="169713"/>
                  </a:lnTo>
                  <a:lnTo>
                    <a:pt x="5360434" y="149728"/>
                  </a:lnTo>
                  <a:lnTo>
                    <a:pt x="5510898" y="127089"/>
                  </a:lnTo>
                  <a:lnTo>
                    <a:pt x="5661362" y="101737"/>
                  </a:lnTo>
                  <a:lnTo>
                    <a:pt x="5811826" y="73569"/>
                  </a:lnTo>
                  <a:lnTo>
                    <a:pt x="5962290" y="42457"/>
                  </a:lnTo>
                  <a:lnTo>
                    <a:pt x="6112754" y="8263"/>
                  </a:lnTo>
                  <a:lnTo>
                    <a:pt x="6145984" y="0"/>
                  </a:lnTo>
                  <a:lnTo>
                    <a:pt x="6145984" y="328825"/>
                  </a:lnTo>
                  <a:lnTo>
                    <a:pt x="6112754" y="332099"/>
                  </a:lnTo>
                  <a:lnTo>
                    <a:pt x="5962290" y="345752"/>
                  </a:lnTo>
                  <a:lnTo>
                    <a:pt x="5811826" y="358085"/>
                  </a:lnTo>
                  <a:lnTo>
                    <a:pt x="5661362" y="368952"/>
                  </a:lnTo>
                  <a:lnTo>
                    <a:pt x="5510898" y="378216"/>
                  </a:lnTo>
                  <a:lnTo>
                    <a:pt x="5360434" y="385767"/>
                  </a:lnTo>
                  <a:lnTo>
                    <a:pt x="5209970" y="391534"/>
                  </a:lnTo>
                  <a:lnTo>
                    <a:pt x="5059506" y="395508"/>
                  </a:lnTo>
                  <a:lnTo>
                    <a:pt x="4909042" y="397765"/>
                  </a:lnTo>
                  <a:lnTo>
                    <a:pt x="4758578" y="398492"/>
                  </a:lnTo>
                  <a:lnTo>
                    <a:pt x="4608114" y="398017"/>
                  </a:lnTo>
                  <a:lnTo>
                    <a:pt x="4457649" y="395791"/>
                  </a:lnTo>
                  <a:lnTo>
                    <a:pt x="4307185" y="391654"/>
                  </a:lnTo>
                  <a:lnTo>
                    <a:pt x="4156721" y="387827"/>
                  </a:lnTo>
                  <a:lnTo>
                    <a:pt x="4006257" y="386074"/>
                  </a:lnTo>
                  <a:lnTo>
                    <a:pt x="3855793" y="382899"/>
                  </a:lnTo>
                  <a:lnTo>
                    <a:pt x="3705329" y="379165"/>
                  </a:lnTo>
                  <a:lnTo>
                    <a:pt x="3554865" y="379772"/>
                  </a:lnTo>
                  <a:lnTo>
                    <a:pt x="3404401" y="385565"/>
                  </a:lnTo>
                  <a:lnTo>
                    <a:pt x="3253937" y="396089"/>
                  </a:lnTo>
                  <a:lnTo>
                    <a:pt x="3103473" y="410879"/>
                  </a:lnTo>
                  <a:lnTo>
                    <a:pt x="2953009" y="425043"/>
                  </a:lnTo>
                  <a:lnTo>
                    <a:pt x="2802545" y="440783"/>
                  </a:lnTo>
                  <a:lnTo>
                    <a:pt x="2652081" y="460885"/>
                  </a:lnTo>
                  <a:lnTo>
                    <a:pt x="2501617" y="480797"/>
                  </a:lnTo>
                  <a:lnTo>
                    <a:pt x="2351153" y="498808"/>
                  </a:lnTo>
                  <a:lnTo>
                    <a:pt x="2200689" y="520476"/>
                  </a:lnTo>
                  <a:lnTo>
                    <a:pt x="2050225" y="541615"/>
                  </a:lnTo>
                  <a:lnTo>
                    <a:pt x="1899761" y="558333"/>
                  </a:lnTo>
                  <a:lnTo>
                    <a:pt x="1749297" y="575729"/>
                  </a:lnTo>
                  <a:lnTo>
                    <a:pt x="1598833" y="593265"/>
                  </a:lnTo>
                  <a:lnTo>
                    <a:pt x="1448369" y="609581"/>
                  </a:lnTo>
                  <a:lnTo>
                    <a:pt x="1297904" y="624394"/>
                  </a:lnTo>
                  <a:lnTo>
                    <a:pt x="1147440" y="639438"/>
                  </a:lnTo>
                  <a:lnTo>
                    <a:pt x="996976" y="655111"/>
                  </a:lnTo>
                  <a:lnTo>
                    <a:pt x="846512" y="671837"/>
                  </a:lnTo>
                  <a:lnTo>
                    <a:pt x="696048" y="690010"/>
                  </a:lnTo>
                  <a:lnTo>
                    <a:pt x="545584" y="709926"/>
                  </a:lnTo>
                  <a:lnTo>
                    <a:pt x="395120" y="731761"/>
                  </a:lnTo>
                  <a:lnTo>
                    <a:pt x="244656" y="755583"/>
                  </a:lnTo>
                  <a:lnTo>
                    <a:pt x="94192" y="781388"/>
                  </a:lnTo>
                  <a:lnTo>
                    <a:pt x="0" y="79875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80403"/>
              <a:ext cx="6145984" cy="451248"/>
            </a:xfrm>
            <a:custGeom>
              <a:avLst/>
              <a:pathLst>
                <a:path w="6145984" h="451248">
                  <a:moveTo>
                    <a:pt x="0" y="367804"/>
                  </a:moveTo>
                  <a:lnTo>
                    <a:pt x="94192" y="383924"/>
                  </a:lnTo>
                  <a:lnTo>
                    <a:pt x="244656" y="405515"/>
                  </a:lnTo>
                  <a:lnTo>
                    <a:pt x="395120" y="422890"/>
                  </a:lnTo>
                  <a:lnTo>
                    <a:pt x="545584" y="436034"/>
                  </a:lnTo>
                  <a:lnTo>
                    <a:pt x="696048" y="445010"/>
                  </a:lnTo>
                  <a:lnTo>
                    <a:pt x="846512" y="449985"/>
                  </a:lnTo>
                  <a:lnTo>
                    <a:pt x="996976" y="451248"/>
                  </a:lnTo>
                  <a:lnTo>
                    <a:pt x="1147440" y="449184"/>
                  </a:lnTo>
                  <a:lnTo>
                    <a:pt x="1297904" y="444210"/>
                  </a:lnTo>
                  <a:lnTo>
                    <a:pt x="1448369" y="436649"/>
                  </a:lnTo>
                  <a:lnTo>
                    <a:pt x="1598833" y="425799"/>
                  </a:lnTo>
                  <a:lnTo>
                    <a:pt x="1749297" y="411984"/>
                  </a:lnTo>
                  <a:lnTo>
                    <a:pt x="1899761" y="396350"/>
                  </a:lnTo>
                  <a:lnTo>
                    <a:pt x="2050225" y="380180"/>
                  </a:lnTo>
                  <a:lnTo>
                    <a:pt x="2200689" y="360393"/>
                  </a:lnTo>
                  <a:lnTo>
                    <a:pt x="2351153" y="337516"/>
                  </a:lnTo>
                  <a:lnTo>
                    <a:pt x="2501617" y="317051"/>
                  </a:lnTo>
                  <a:lnTo>
                    <a:pt x="2652081" y="298256"/>
                  </a:lnTo>
                  <a:lnTo>
                    <a:pt x="2802545" y="276946"/>
                  </a:lnTo>
                  <a:lnTo>
                    <a:pt x="2953009" y="257187"/>
                  </a:lnTo>
                  <a:lnTo>
                    <a:pt x="3103473" y="244343"/>
                  </a:lnTo>
                  <a:lnTo>
                    <a:pt x="3253937" y="232781"/>
                  </a:lnTo>
                  <a:lnTo>
                    <a:pt x="3404401" y="221741"/>
                  </a:lnTo>
                  <a:lnTo>
                    <a:pt x="3554865" y="215516"/>
                  </a:lnTo>
                  <a:lnTo>
                    <a:pt x="3705329" y="217377"/>
                  </a:lnTo>
                  <a:lnTo>
                    <a:pt x="3855793" y="221782"/>
                  </a:lnTo>
                  <a:lnTo>
                    <a:pt x="4006257" y="224300"/>
                  </a:lnTo>
                  <a:lnTo>
                    <a:pt x="4156721" y="225676"/>
                  </a:lnTo>
                  <a:lnTo>
                    <a:pt x="4307185" y="226981"/>
                  </a:lnTo>
                  <a:lnTo>
                    <a:pt x="4457649" y="226172"/>
                  </a:lnTo>
                  <a:lnTo>
                    <a:pt x="4608114" y="221708"/>
                  </a:lnTo>
                  <a:lnTo>
                    <a:pt x="4758578" y="213311"/>
                  </a:lnTo>
                  <a:lnTo>
                    <a:pt x="4909042" y="201645"/>
                  </a:lnTo>
                  <a:lnTo>
                    <a:pt x="5059506" y="187047"/>
                  </a:lnTo>
                  <a:lnTo>
                    <a:pt x="5209970" y="169713"/>
                  </a:lnTo>
                  <a:lnTo>
                    <a:pt x="5360434" y="149728"/>
                  </a:lnTo>
                  <a:lnTo>
                    <a:pt x="5510898" y="127089"/>
                  </a:lnTo>
                  <a:lnTo>
                    <a:pt x="5661362" y="101737"/>
                  </a:lnTo>
                  <a:lnTo>
                    <a:pt x="5811826" y="73569"/>
                  </a:lnTo>
                  <a:lnTo>
                    <a:pt x="5962290" y="42457"/>
                  </a:lnTo>
                  <a:lnTo>
                    <a:pt x="6112754" y="826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09229"/>
              <a:ext cx="6145984" cy="469925"/>
            </a:xfrm>
            <a:custGeom>
              <a:avLst/>
              <a:pathLst>
                <a:path w="6145984" h="469925">
                  <a:moveTo>
                    <a:pt x="6145984" y="0"/>
                  </a:moveTo>
                  <a:lnTo>
                    <a:pt x="6112754" y="3273"/>
                  </a:lnTo>
                  <a:lnTo>
                    <a:pt x="5962290" y="16926"/>
                  </a:lnTo>
                  <a:lnTo>
                    <a:pt x="5811826" y="29260"/>
                  </a:lnTo>
                  <a:lnTo>
                    <a:pt x="5661362" y="40127"/>
                  </a:lnTo>
                  <a:lnTo>
                    <a:pt x="5510898" y="49391"/>
                  </a:lnTo>
                  <a:lnTo>
                    <a:pt x="5360434" y="56941"/>
                  </a:lnTo>
                  <a:lnTo>
                    <a:pt x="5209970" y="62708"/>
                  </a:lnTo>
                  <a:lnTo>
                    <a:pt x="5059506" y="66682"/>
                  </a:lnTo>
                  <a:lnTo>
                    <a:pt x="4909042" y="68939"/>
                  </a:lnTo>
                  <a:lnTo>
                    <a:pt x="4758578" y="69666"/>
                  </a:lnTo>
                  <a:lnTo>
                    <a:pt x="4608114" y="69192"/>
                  </a:lnTo>
                  <a:lnTo>
                    <a:pt x="4457649" y="66966"/>
                  </a:lnTo>
                  <a:lnTo>
                    <a:pt x="4307185" y="62828"/>
                  </a:lnTo>
                  <a:lnTo>
                    <a:pt x="4156721" y="59002"/>
                  </a:lnTo>
                  <a:lnTo>
                    <a:pt x="4006257" y="57249"/>
                  </a:lnTo>
                  <a:lnTo>
                    <a:pt x="3855793" y="54074"/>
                  </a:lnTo>
                  <a:lnTo>
                    <a:pt x="3705329" y="50340"/>
                  </a:lnTo>
                  <a:lnTo>
                    <a:pt x="3554865" y="50946"/>
                  </a:lnTo>
                  <a:lnTo>
                    <a:pt x="3404401" y="56739"/>
                  </a:lnTo>
                  <a:lnTo>
                    <a:pt x="3253937" y="67263"/>
                  </a:lnTo>
                  <a:lnTo>
                    <a:pt x="3103473" y="82054"/>
                  </a:lnTo>
                  <a:lnTo>
                    <a:pt x="2953009" y="96217"/>
                  </a:lnTo>
                  <a:lnTo>
                    <a:pt x="2802545" y="111957"/>
                  </a:lnTo>
                  <a:lnTo>
                    <a:pt x="2652081" y="132059"/>
                  </a:lnTo>
                  <a:lnTo>
                    <a:pt x="2501617" y="151972"/>
                  </a:lnTo>
                  <a:lnTo>
                    <a:pt x="2351153" y="169982"/>
                  </a:lnTo>
                  <a:lnTo>
                    <a:pt x="2200689" y="191650"/>
                  </a:lnTo>
                  <a:lnTo>
                    <a:pt x="2050225" y="212789"/>
                  </a:lnTo>
                  <a:lnTo>
                    <a:pt x="1899761" y="229508"/>
                  </a:lnTo>
                  <a:lnTo>
                    <a:pt x="1749297" y="246903"/>
                  </a:lnTo>
                  <a:lnTo>
                    <a:pt x="1598833" y="264439"/>
                  </a:lnTo>
                  <a:lnTo>
                    <a:pt x="1448369" y="280756"/>
                  </a:lnTo>
                  <a:lnTo>
                    <a:pt x="1297904" y="295569"/>
                  </a:lnTo>
                  <a:lnTo>
                    <a:pt x="1147440" y="310612"/>
                  </a:lnTo>
                  <a:lnTo>
                    <a:pt x="996976" y="326285"/>
                  </a:lnTo>
                  <a:lnTo>
                    <a:pt x="846512" y="343011"/>
                  </a:lnTo>
                  <a:lnTo>
                    <a:pt x="696048" y="361185"/>
                  </a:lnTo>
                  <a:lnTo>
                    <a:pt x="545584" y="381101"/>
                  </a:lnTo>
                  <a:lnTo>
                    <a:pt x="395120" y="402935"/>
                  </a:lnTo>
                  <a:lnTo>
                    <a:pt x="244656" y="426758"/>
                  </a:lnTo>
                  <a:lnTo>
                    <a:pt x="94192" y="452562"/>
                  </a:lnTo>
                  <a:lnTo>
                    <a:pt x="0" y="469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44816"/>
              <a:ext cx="6145984" cy="418865"/>
            </a:xfrm>
            <a:custGeom>
              <a:avLst/>
              <a:pathLst>
                <a:path w="6145984" h="418865">
                  <a:moveTo>
                    <a:pt x="0" y="418865"/>
                  </a:moveTo>
                  <a:lnTo>
                    <a:pt x="94192" y="418243"/>
                  </a:lnTo>
                  <a:lnTo>
                    <a:pt x="244656" y="416137"/>
                  </a:lnTo>
                  <a:lnTo>
                    <a:pt x="395120" y="412913"/>
                  </a:lnTo>
                  <a:lnTo>
                    <a:pt x="545584" y="408568"/>
                  </a:lnTo>
                  <a:lnTo>
                    <a:pt x="696048" y="403097"/>
                  </a:lnTo>
                  <a:lnTo>
                    <a:pt x="846512" y="396498"/>
                  </a:lnTo>
                  <a:lnTo>
                    <a:pt x="996976" y="388766"/>
                  </a:lnTo>
                  <a:lnTo>
                    <a:pt x="1147440" y="379898"/>
                  </a:lnTo>
                  <a:lnTo>
                    <a:pt x="1297904" y="369889"/>
                  </a:lnTo>
                  <a:lnTo>
                    <a:pt x="1448369" y="358702"/>
                  </a:lnTo>
                  <a:lnTo>
                    <a:pt x="1598833" y="345119"/>
                  </a:lnTo>
                  <a:lnTo>
                    <a:pt x="1749297" y="329444"/>
                  </a:lnTo>
                  <a:lnTo>
                    <a:pt x="1899761" y="312929"/>
                  </a:lnTo>
                  <a:lnTo>
                    <a:pt x="2050225" y="296485"/>
                  </a:lnTo>
                  <a:lnTo>
                    <a:pt x="2200689" y="276022"/>
                  </a:lnTo>
                  <a:lnTo>
                    <a:pt x="2351153" y="253749"/>
                  </a:lnTo>
                  <a:lnTo>
                    <a:pt x="2501617" y="234512"/>
                  </a:lnTo>
                  <a:lnTo>
                    <a:pt x="2652081" y="215158"/>
                  </a:lnTo>
                  <a:lnTo>
                    <a:pt x="2802545" y="194452"/>
                  </a:lnTo>
                  <a:lnTo>
                    <a:pt x="2953009" y="176702"/>
                  </a:lnTo>
                  <a:lnTo>
                    <a:pt x="3103473" y="163198"/>
                  </a:lnTo>
                  <a:lnTo>
                    <a:pt x="3253937" y="150022"/>
                  </a:lnTo>
                  <a:lnTo>
                    <a:pt x="3404401" y="139240"/>
                  </a:lnTo>
                  <a:lnTo>
                    <a:pt x="3554865" y="133231"/>
                  </a:lnTo>
                  <a:lnTo>
                    <a:pt x="3705329" y="133858"/>
                  </a:lnTo>
                  <a:lnTo>
                    <a:pt x="3855793" y="137928"/>
                  </a:lnTo>
                  <a:lnTo>
                    <a:pt x="4006257" y="140774"/>
                  </a:lnTo>
                  <a:lnTo>
                    <a:pt x="4156721" y="142339"/>
                  </a:lnTo>
                  <a:lnTo>
                    <a:pt x="4307185" y="144905"/>
                  </a:lnTo>
                  <a:lnTo>
                    <a:pt x="4457649" y="146569"/>
                  </a:lnTo>
                  <a:lnTo>
                    <a:pt x="4608114" y="145450"/>
                  </a:lnTo>
                  <a:lnTo>
                    <a:pt x="4758578" y="141489"/>
                  </a:lnTo>
                  <a:lnTo>
                    <a:pt x="4909042" y="135292"/>
                  </a:lnTo>
                  <a:lnTo>
                    <a:pt x="5059506" y="126865"/>
                  </a:lnTo>
                  <a:lnTo>
                    <a:pt x="5209970" y="116211"/>
                  </a:lnTo>
                  <a:lnTo>
                    <a:pt x="5360434" y="103334"/>
                  </a:lnTo>
                  <a:lnTo>
                    <a:pt x="5510898" y="88240"/>
                  </a:lnTo>
                  <a:lnTo>
                    <a:pt x="5661362" y="70932"/>
                  </a:lnTo>
                  <a:lnTo>
                    <a:pt x="5811826" y="51414"/>
                  </a:lnTo>
                  <a:lnTo>
                    <a:pt x="5962290" y="29692"/>
                  </a:lnTo>
                  <a:lnTo>
                    <a:pt x="6112754" y="576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591165"/>
              <a:ext cx="6145984" cy="774323"/>
            </a:xfrm>
            <a:custGeom>
              <a:avLst/>
              <a:pathLst>
                <a:path w="6145984" h="774323">
                  <a:moveTo>
                    <a:pt x="0" y="365109"/>
                  </a:moveTo>
                  <a:lnTo>
                    <a:pt x="94192" y="378471"/>
                  </a:lnTo>
                  <a:lnTo>
                    <a:pt x="244656" y="396322"/>
                  </a:lnTo>
                  <a:lnTo>
                    <a:pt x="395120" y="410622"/>
                  </a:lnTo>
                  <a:lnTo>
                    <a:pt x="545584" y="421357"/>
                  </a:lnTo>
                  <a:lnTo>
                    <a:pt x="696048" y="428583"/>
                  </a:lnTo>
                  <a:lnTo>
                    <a:pt x="846512" y="432458"/>
                  </a:lnTo>
                  <a:lnTo>
                    <a:pt x="996976" y="433255"/>
                  </a:lnTo>
                  <a:lnTo>
                    <a:pt x="1147440" y="431338"/>
                  </a:lnTo>
                  <a:lnTo>
                    <a:pt x="1297904" y="427100"/>
                  </a:lnTo>
                  <a:lnTo>
                    <a:pt x="1448369" y="420854"/>
                  </a:lnTo>
                  <a:lnTo>
                    <a:pt x="1598833" y="412154"/>
                  </a:lnTo>
                  <a:lnTo>
                    <a:pt x="1749297" y="401261"/>
                  </a:lnTo>
                  <a:lnTo>
                    <a:pt x="1899761" y="389043"/>
                  </a:lnTo>
                  <a:lnTo>
                    <a:pt x="2050225" y="376566"/>
                  </a:lnTo>
                  <a:lnTo>
                    <a:pt x="2200689" y="361773"/>
                  </a:lnTo>
                  <a:lnTo>
                    <a:pt x="2351153" y="344775"/>
                  </a:lnTo>
                  <a:lnTo>
                    <a:pt x="2501617" y="329886"/>
                  </a:lnTo>
                  <a:lnTo>
                    <a:pt x="2652081" y="317934"/>
                  </a:lnTo>
                  <a:lnTo>
                    <a:pt x="2802545" y="304857"/>
                  </a:lnTo>
                  <a:lnTo>
                    <a:pt x="2953009" y="292330"/>
                  </a:lnTo>
                  <a:lnTo>
                    <a:pt x="3103473" y="284917"/>
                  </a:lnTo>
                  <a:lnTo>
                    <a:pt x="3253937" y="279352"/>
                  </a:lnTo>
                  <a:lnTo>
                    <a:pt x="3404401" y="273487"/>
                  </a:lnTo>
                  <a:lnTo>
                    <a:pt x="3554865" y="269811"/>
                  </a:lnTo>
                  <a:lnTo>
                    <a:pt x="3705329" y="270907"/>
                  </a:lnTo>
                  <a:lnTo>
                    <a:pt x="3855793" y="273083"/>
                  </a:lnTo>
                  <a:lnTo>
                    <a:pt x="4006257" y="273921"/>
                  </a:lnTo>
                  <a:lnTo>
                    <a:pt x="4156721" y="274327"/>
                  </a:lnTo>
                  <a:lnTo>
                    <a:pt x="4307185" y="274420"/>
                  </a:lnTo>
                  <a:lnTo>
                    <a:pt x="4457649" y="272649"/>
                  </a:lnTo>
                  <a:lnTo>
                    <a:pt x="4608114" y="267923"/>
                  </a:lnTo>
                  <a:lnTo>
                    <a:pt x="4758578" y="259058"/>
                  </a:lnTo>
                  <a:lnTo>
                    <a:pt x="4909042" y="246025"/>
                  </a:lnTo>
                  <a:lnTo>
                    <a:pt x="5059506" y="229158"/>
                  </a:lnTo>
                  <a:lnTo>
                    <a:pt x="5209970" y="208661"/>
                  </a:lnTo>
                  <a:lnTo>
                    <a:pt x="5360434" y="184626"/>
                  </a:lnTo>
                  <a:lnTo>
                    <a:pt x="5510898" y="157068"/>
                  </a:lnTo>
                  <a:lnTo>
                    <a:pt x="5661362" y="125944"/>
                  </a:lnTo>
                  <a:lnTo>
                    <a:pt x="5811826" y="91171"/>
                  </a:lnTo>
                  <a:lnTo>
                    <a:pt x="5962290" y="52644"/>
                  </a:lnTo>
                  <a:lnTo>
                    <a:pt x="6112754" y="10245"/>
                  </a:lnTo>
                  <a:lnTo>
                    <a:pt x="6145984" y="0"/>
                  </a:lnTo>
                  <a:lnTo>
                    <a:pt x="6145984" y="312242"/>
                  </a:lnTo>
                  <a:lnTo>
                    <a:pt x="6112754" y="317749"/>
                  </a:lnTo>
                  <a:lnTo>
                    <a:pt x="5962290" y="340643"/>
                  </a:lnTo>
                  <a:lnTo>
                    <a:pt x="5811826" y="361339"/>
                  </a:lnTo>
                  <a:lnTo>
                    <a:pt x="5661362" y="379683"/>
                  </a:lnTo>
                  <a:lnTo>
                    <a:pt x="5510898" y="395531"/>
                  </a:lnTo>
                  <a:lnTo>
                    <a:pt x="5360434" y="408762"/>
                  </a:lnTo>
                  <a:lnTo>
                    <a:pt x="5209970" y="419295"/>
                  </a:lnTo>
                  <a:lnTo>
                    <a:pt x="5059506" y="427107"/>
                  </a:lnTo>
                  <a:lnTo>
                    <a:pt x="4909042" y="432254"/>
                  </a:lnTo>
                  <a:lnTo>
                    <a:pt x="4758578" y="434900"/>
                  </a:lnTo>
                  <a:lnTo>
                    <a:pt x="4608114" y="435341"/>
                  </a:lnTo>
                  <a:lnTo>
                    <a:pt x="4457649" y="433714"/>
                  </a:lnTo>
                  <a:lnTo>
                    <a:pt x="4307185" y="430787"/>
                  </a:lnTo>
                  <a:lnTo>
                    <a:pt x="4156721" y="428301"/>
                  </a:lnTo>
                  <a:lnTo>
                    <a:pt x="4006257" y="427537"/>
                  </a:lnTo>
                  <a:lnTo>
                    <a:pt x="3855793" y="426075"/>
                  </a:lnTo>
                  <a:lnTo>
                    <a:pt x="3705329" y="424536"/>
                  </a:lnTo>
                  <a:lnTo>
                    <a:pt x="3554865" y="425783"/>
                  </a:lnTo>
                  <a:lnTo>
                    <a:pt x="3404401" y="429049"/>
                  </a:lnTo>
                  <a:lnTo>
                    <a:pt x="3253937" y="434424"/>
                  </a:lnTo>
                  <a:lnTo>
                    <a:pt x="3103473" y="443056"/>
                  </a:lnTo>
                  <a:lnTo>
                    <a:pt x="2953009" y="451721"/>
                  </a:lnTo>
                  <a:lnTo>
                    <a:pt x="2802545" y="460431"/>
                  </a:lnTo>
                  <a:lnTo>
                    <a:pt x="2652081" y="472361"/>
                  </a:lnTo>
                  <a:lnTo>
                    <a:pt x="2501617" y="485375"/>
                  </a:lnTo>
                  <a:lnTo>
                    <a:pt x="2351153" y="497933"/>
                  </a:lnTo>
                  <a:lnTo>
                    <a:pt x="2200689" y="513783"/>
                  </a:lnTo>
                  <a:lnTo>
                    <a:pt x="2050225" y="529859"/>
                  </a:lnTo>
                  <a:lnTo>
                    <a:pt x="1899761" y="542857"/>
                  </a:lnTo>
                  <a:lnTo>
                    <a:pt x="1749297" y="556748"/>
                  </a:lnTo>
                  <a:lnTo>
                    <a:pt x="1598833" y="571175"/>
                  </a:lnTo>
                  <a:lnTo>
                    <a:pt x="1448369" y="585066"/>
                  </a:lnTo>
                  <a:lnTo>
                    <a:pt x="1297904" y="598198"/>
                  </a:lnTo>
                  <a:lnTo>
                    <a:pt x="1147440" y="611998"/>
                  </a:lnTo>
                  <a:lnTo>
                    <a:pt x="996976" y="626837"/>
                  </a:lnTo>
                  <a:lnTo>
                    <a:pt x="846512" y="643122"/>
                  </a:lnTo>
                  <a:lnTo>
                    <a:pt x="696048" y="661228"/>
                  </a:lnTo>
                  <a:lnTo>
                    <a:pt x="545584" y="681437"/>
                  </a:lnTo>
                  <a:lnTo>
                    <a:pt x="395120" y="703917"/>
                  </a:lnTo>
                  <a:lnTo>
                    <a:pt x="244656" y="728736"/>
                  </a:lnTo>
                  <a:lnTo>
                    <a:pt x="94192" y="755891"/>
                  </a:lnTo>
                  <a:lnTo>
                    <a:pt x="0" y="77432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91165"/>
              <a:ext cx="6145984" cy="433255"/>
            </a:xfrm>
            <a:custGeom>
              <a:avLst/>
              <a:pathLst>
                <a:path w="6145984" h="433255">
                  <a:moveTo>
                    <a:pt x="0" y="365109"/>
                  </a:moveTo>
                  <a:lnTo>
                    <a:pt x="94192" y="378471"/>
                  </a:lnTo>
                  <a:lnTo>
                    <a:pt x="244656" y="396322"/>
                  </a:lnTo>
                  <a:lnTo>
                    <a:pt x="395120" y="410622"/>
                  </a:lnTo>
                  <a:lnTo>
                    <a:pt x="545584" y="421357"/>
                  </a:lnTo>
                  <a:lnTo>
                    <a:pt x="696048" y="428583"/>
                  </a:lnTo>
                  <a:lnTo>
                    <a:pt x="846512" y="432458"/>
                  </a:lnTo>
                  <a:lnTo>
                    <a:pt x="996976" y="433255"/>
                  </a:lnTo>
                  <a:lnTo>
                    <a:pt x="1147440" y="431338"/>
                  </a:lnTo>
                  <a:lnTo>
                    <a:pt x="1297904" y="427100"/>
                  </a:lnTo>
                  <a:lnTo>
                    <a:pt x="1448369" y="420854"/>
                  </a:lnTo>
                  <a:lnTo>
                    <a:pt x="1598833" y="412154"/>
                  </a:lnTo>
                  <a:lnTo>
                    <a:pt x="1749297" y="401261"/>
                  </a:lnTo>
                  <a:lnTo>
                    <a:pt x="1899761" y="389043"/>
                  </a:lnTo>
                  <a:lnTo>
                    <a:pt x="2050225" y="376566"/>
                  </a:lnTo>
                  <a:lnTo>
                    <a:pt x="2200689" y="361773"/>
                  </a:lnTo>
                  <a:lnTo>
                    <a:pt x="2351153" y="344775"/>
                  </a:lnTo>
                  <a:lnTo>
                    <a:pt x="2501617" y="329886"/>
                  </a:lnTo>
                  <a:lnTo>
                    <a:pt x="2652081" y="317934"/>
                  </a:lnTo>
                  <a:lnTo>
                    <a:pt x="2802545" y="304857"/>
                  </a:lnTo>
                  <a:lnTo>
                    <a:pt x="2953009" y="292330"/>
                  </a:lnTo>
                  <a:lnTo>
                    <a:pt x="3103473" y="284917"/>
                  </a:lnTo>
                  <a:lnTo>
                    <a:pt x="3253937" y="279352"/>
                  </a:lnTo>
                  <a:lnTo>
                    <a:pt x="3404401" y="273487"/>
                  </a:lnTo>
                  <a:lnTo>
                    <a:pt x="3554865" y="269811"/>
                  </a:lnTo>
                  <a:lnTo>
                    <a:pt x="3705329" y="270907"/>
                  </a:lnTo>
                  <a:lnTo>
                    <a:pt x="3855793" y="273083"/>
                  </a:lnTo>
                  <a:lnTo>
                    <a:pt x="4006257" y="273921"/>
                  </a:lnTo>
                  <a:lnTo>
                    <a:pt x="4156721" y="274327"/>
                  </a:lnTo>
                  <a:lnTo>
                    <a:pt x="4307185" y="274420"/>
                  </a:lnTo>
                  <a:lnTo>
                    <a:pt x="4457649" y="272649"/>
                  </a:lnTo>
                  <a:lnTo>
                    <a:pt x="4608114" y="267923"/>
                  </a:lnTo>
                  <a:lnTo>
                    <a:pt x="4758578" y="259058"/>
                  </a:lnTo>
                  <a:lnTo>
                    <a:pt x="4909042" y="246025"/>
                  </a:lnTo>
                  <a:lnTo>
                    <a:pt x="5059506" y="229158"/>
                  </a:lnTo>
                  <a:lnTo>
                    <a:pt x="5209970" y="208661"/>
                  </a:lnTo>
                  <a:lnTo>
                    <a:pt x="5360434" y="184626"/>
                  </a:lnTo>
                  <a:lnTo>
                    <a:pt x="5510898" y="157068"/>
                  </a:lnTo>
                  <a:lnTo>
                    <a:pt x="5661362" y="125944"/>
                  </a:lnTo>
                  <a:lnTo>
                    <a:pt x="5811826" y="91171"/>
                  </a:lnTo>
                  <a:lnTo>
                    <a:pt x="5962290" y="52644"/>
                  </a:lnTo>
                  <a:lnTo>
                    <a:pt x="6112754" y="1024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03408"/>
              <a:ext cx="6145984" cy="462080"/>
            </a:xfrm>
            <a:custGeom>
              <a:avLst/>
              <a:pathLst>
                <a:path w="6145984" h="462080">
                  <a:moveTo>
                    <a:pt x="6145984" y="0"/>
                  </a:moveTo>
                  <a:lnTo>
                    <a:pt x="6112754" y="5506"/>
                  </a:lnTo>
                  <a:lnTo>
                    <a:pt x="5962290" y="28400"/>
                  </a:lnTo>
                  <a:lnTo>
                    <a:pt x="5811826" y="49096"/>
                  </a:lnTo>
                  <a:lnTo>
                    <a:pt x="5661362" y="67440"/>
                  </a:lnTo>
                  <a:lnTo>
                    <a:pt x="5510898" y="83288"/>
                  </a:lnTo>
                  <a:lnTo>
                    <a:pt x="5360434" y="96519"/>
                  </a:lnTo>
                  <a:lnTo>
                    <a:pt x="5209970" y="107052"/>
                  </a:lnTo>
                  <a:lnTo>
                    <a:pt x="5059506" y="114864"/>
                  </a:lnTo>
                  <a:lnTo>
                    <a:pt x="4909042" y="120011"/>
                  </a:lnTo>
                  <a:lnTo>
                    <a:pt x="4758578" y="122657"/>
                  </a:lnTo>
                  <a:lnTo>
                    <a:pt x="4608114" y="123098"/>
                  </a:lnTo>
                  <a:lnTo>
                    <a:pt x="4457649" y="121471"/>
                  </a:lnTo>
                  <a:lnTo>
                    <a:pt x="4307185" y="118544"/>
                  </a:lnTo>
                  <a:lnTo>
                    <a:pt x="4156721" y="116058"/>
                  </a:lnTo>
                  <a:lnTo>
                    <a:pt x="4006257" y="115294"/>
                  </a:lnTo>
                  <a:lnTo>
                    <a:pt x="3855793" y="113832"/>
                  </a:lnTo>
                  <a:lnTo>
                    <a:pt x="3705329" y="112293"/>
                  </a:lnTo>
                  <a:lnTo>
                    <a:pt x="3554865" y="113540"/>
                  </a:lnTo>
                  <a:lnTo>
                    <a:pt x="3404401" y="116806"/>
                  </a:lnTo>
                  <a:lnTo>
                    <a:pt x="3253937" y="122181"/>
                  </a:lnTo>
                  <a:lnTo>
                    <a:pt x="3103473" y="130813"/>
                  </a:lnTo>
                  <a:lnTo>
                    <a:pt x="2953009" y="139478"/>
                  </a:lnTo>
                  <a:lnTo>
                    <a:pt x="2802545" y="148188"/>
                  </a:lnTo>
                  <a:lnTo>
                    <a:pt x="2652081" y="160118"/>
                  </a:lnTo>
                  <a:lnTo>
                    <a:pt x="2501617" y="173132"/>
                  </a:lnTo>
                  <a:lnTo>
                    <a:pt x="2351153" y="185690"/>
                  </a:lnTo>
                  <a:lnTo>
                    <a:pt x="2200689" y="201540"/>
                  </a:lnTo>
                  <a:lnTo>
                    <a:pt x="2050225" y="217616"/>
                  </a:lnTo>
                  <a:lnTo>
                    <a:pt x="1899761" y="230614"/>
                  </a:lnTo>
                  <a:lnTo>
                    <a:pt x="1749297" y="244505"/>
                  </a:lnTo>
                  <a:lnTo>
                    <a:pt x="1598833" y="258932"/>
                  </a:lnTo>
                  <a:lnTo>
                    <a:pt x="1448369" y="272823"/>
                  </a:lnTo>
                  <a:lnTo>
                    <a:pt x="1297904" y="285955"/>
                  </a:lnTo>
                  <a:lnTo>
                    <a:pt x="1147440" y="299755"/>
                  </a:lnTo>
                  <a:lnTo>
                    <a:pt x="996976" y="314594"/>
                  </a:lnTo>
                  <a:lnTo>
                    <a:pt x="846512" y="330879"/>
                  </a:lnTo>
                  <a:lnTo>
                    <a:pt x="696048" y="348985"/>
                  </a:lnTo>
                  <a:lnTo>
                    <a:pt x="545584" y="369194"/>
                  </a:lnTo>
                  <a:lnTo>
                    <a:pt x="395120" y="391674"/>
                  </a:lnTo>
                  <a:lnTo>
                    <a:pt x="244656" y="416493"/>
                  </a:lnTo>
                  <a:lnTo>
                    <a:pt x="94192" y="443648"/>
                  </a:lnTo>
                  <a:lnTo>
                    <a:pt x="0" y="462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47286"/>
              <a:ext cx="6145984" cy="413594"/>
            </a:xfrm>
            <a:custGeom>
              <a:avLst/>
              <a:pathLst>
                <a:path w="6145984" h="413594">
                  <a:moveTo>
                    <a:pt x="0" y="413594"/>
                  </a:moveTo>
                  <a:lnTo>
                    <a:pt x="94192" y="411059"/>
                  </a:lnTo>
                  <a:lnTo>
                    <a:pt x="244656" y="406408"/>
                  </a:lnTo>
                  <a:lnTo>
                    <a:pt x="395120" y="401148"/>
                  </a:lnTo>
                  <a:lnTo>
                    <a:pt x="545584" y="395275"/>
                  </a:lnTo>
                  <a:lnTo>
                    <a:pt x="696048" y="388784"/>
                  </a:lnTo>
                  <a:lnTo>
                    <a:pt x="846512" y="381669"/>
                  </a:lnTo>
                  <a:lnTo>
                    <a:pt x="996976" y="373925"/>
                  </a:lnTo>
                  <a:lnTo>
                    <a:pt x="1147440" y="365546"/>
                  </a:lnTo>
                  <a:lnTo>
                    <a:pt x="1297904" y="356528"/>
                  </a:lnTo>
                  <a:lnTo>
                    <a:pt x="1448369" y="346838"/>
                  </a:lnTo>
                  <a:lnTo>
                    <a:pt x="1598833" y="335543"/>
                  </a:lnTo>
                  <a:lnTo>
                    <a:pt x="1749297" y="322883"/>
                  </a:lnTo>
                  <a:lnTo>
                    <a:pt x="1899761" y="309828"/>
                  </a:lnTo>
                  <a:lnTo>
                    <a:pt x="2050225" y="297091"/>
                  </a:lnTo>
                  <a:lnTo>
                    <a:pt x="2200689" y="281656"/>
                  </a:lnTo>
                  <a:lnTo>
                    <a:pt x="2351153" y="265233"/>
                  </a:lnTo>
                  <a:lnTo>
                    <a:pt x="2501617" y="251509"/>
                  </a:lnTo>
                  <a:lnTo>
                    <a:pt x="2652081" y="239026"/>
                  </a:lnTo>
                  <a:lnTo>
                    <a:pt x="2802545" y="226522"/>
                  </a:lnTo>
                  <a:lnTo>
                    <a:pt x="2953009" y="215904"/>
                  </a:lnTo>
                  <a:lnTo>
                    <a:pt x="3103473" y="207865"/>
                  </a:lnTo>
                  <a:lnTo>
                    <a:pt x="3253937" y="200767"/>
                  </a:lnTo>
                  <a:lnTo>
                    <a:pt x="3404401" y="195146"/>
                  </a:lnTo>
                  <a:lnTo>
                    <a:pt x="3554865" y="191676"/>
                  </a:lnTo>
                  <a:lnTo>
                    <a:pt x="3705329" y="191600"/>
                  </a:lnTo>
                  <a:lnTo>
                    <a:pt x="3855793" y="193457"/>
                  </a:lnTo>
                  <a:lnTo>
                    <a:pt x="4006257" y="194607"/>
                  </a:lnTo>
                  <a:lnTo>
                    <a:pt x="4156721" y="195193"/>
                  </a:lnTo>
                  <a:lnTo>
                    <a:pt x="4307185" y="196482"/>
                  </a:lnTo>
                  <a:lnTo>
                    <a:pt x="4457649" y="197060"/>
                  </a:lnTo>
                  <a:lnTo>
                    <a:pt x="4608114" y="195510"/>
                  </a:lnTo>
                  <a:lnTo>
                    <a:pt x="4758578" y="190857"/>
                  </a:lnTo>
                  <a:lnTo>
                    <a:pt x="4909042" y="183018"/>
                  </a:lnTo>
                  <a:lnTo>
                    <a:pt x="5059506" y="172011"/>
                  </a:lnTo>
                  <a:lnTo>
                    <a:pt x="5209970" y="157856"/>
                  </a:lnTo>
                  <a:lnTo>
                    <a:pt x="5360434" y="140572"/>
                  </a:lnTo>
                  <a:lnTo>
                    <a:pt x="5510898" y="120178"/>
                  </a:lnTo>
                  <a:lnTo>
                    <a:pt x="5661362" y="96692"/>
                  </a:lnTo>
                  <a:lnTo>
                    <a:pt x="5811826" y="70134"/>
                  </a:lnTo>
                  <a:lnTo>
                    <a:pt x="5962290" y="40522"/>
                  </a:lnTo>
                  <a:lnTo>
                    <a:pt x="6112754" y="787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07639"/>
              <a:ext cx="6145984" cy="630276"/>
            </a:xfrm>
            <a:custGeom>
              <a:avLst/>
              <a:pathLst>
                <a:path w="6145984" h="630276">
                  <a:moveTo>
                    <a:pt x="0" y="266975"/>
                  </a:moveTo>
                  <a:lnTo>
                    <a:pt x="94192" y="281818"/>
                  </a:lnTo>
                  <a:lnTo>
                    <a:pt x="244656" y="302188"/>
                  </a:lnTo>
                  <a:lnTo>
                    <a:pt x="395120" y="319177"/>
                  </a:lnTo>
                  <a:lnTo>
                    <a:pt x="545584" y="332781"/>
                  </a:lnTo>
                  <a:lnTo>
                    <a:pt x="696048" y="343061"/>
                  </a:lnTo>
                  <a:lnTo>
                    <a:pt x="846512" y="350167"/>
                  </a:lnTo>
                  <a:lnTo>
                    <a:pt x="996976" y="354349"/>
                  </a:lnTo>
                  <a:lnTo>
                    <a:pt x="1147440" y="355941"/>
                  </a:lnTo>
                  <a:lnTo>
                    <a:pt x="1297904" y="355302"/>
                  </a:lnTo>
                  <a:lnTo>
                    <a:pt x="1448369" y="352719"/>
                  </a:lnTo>
                  <a:lnTo>
                    <a:pt x="1598833" y="347806"/>
                  </a:lnTo>
                  <a:lnTo>
                    <a:pt x="1749297" y="340668"/>
                  </a:lnTo>
                  <a:lnTo>
                    <a:pt x="1899761" y="331908"/>
                  </a:lnTo>
                  <a:lnTo>
                    <a:pt x="2050225" y="322309"/>
                  </a:lnTo>
                  <a:lnTo>
                    <a:pt x="2200689" y="309972"/>
                  </a:lnTo>
                  <a:lnTo>
                    <a:pt x="2351153" y="295033"/>
                  </a:lnTo>
                  <a:lnTo>
                    <a:pt x="2501617" y="281347"/>
                  </a:lnTo>
                  <a:lnTo>
                    <a:pt x="2652081" y="267723"/>
                  </a:lnTo>
                  <a:lnTo>
                    <a:pt x="2802545" y="251150"/>
                  </a:lnTo>
                  <a:lnTo>
                    <a:pt x="2953009" y="235852"/>
                  </a:lnTo>
                  <a:lnTo>
                    <a:pt x="3103473" y="226557"/>
                  </a:lnTo>
                  <a:lnTo>
                    <a:pt x="3253937" y="217714"/>
                  </a:lnTo>
                  <a:lnTo>
                    <a:pt x="3404401" y="209063"/>
                  </a:lnTo>
                  <a:lnTo>
                    <a:pt x="3554865" y="204638"/>
                  </a:lnTo>
                  <a:lnTo>
                    <a:pt x="3705329" y="206331"/>
                  </a:lnTo>
                  <a:lnTo>
                    <a:pt x="3855793" y="209672"/>
                  </a:lnTo>
                  <a:lnTo>
                    <a:pt x="4006257" y="212078"/>
                  </a:lnTo>
                  <a:lnTo>
                    <a:pt x="4156721" y="214227"/>
                  </a:lnTo>
                  <a:lnTo>
                    <a:pt x="4307185" y="216217"/>
                  </a:lnTo>
                  <a:lnTo>
                    <a:pt x="4457649" y="216368"/>
                  </a:lnTo>
                  <a:lnTo>
                    <a:pt x="4608114" y="213415"/>
                  </a:lnTo>
                  <a:lnTo>
                    <a:pt x="4758578" y="206731"/>
                  </a:lnTo>
                  <a:lnTo>
                    <a:pt x="4909042" y="196632"/>
                  </a:lnTo>
                  <a:lnTo>
                    <a:pt x="5059506" y="183408"/>
                  </a:lnTo>
                  <a:lnTo>
                    <a:pt x="5209970" y="167228"/>
                  </a:lnTo>
                  <a:lnTo>
                    <a:pt x="5360434" y="148167"/>
                  </a:lnTo>
                  <a:lnTo>
                    <a:pt x="5510898" y="126227"/>
                  </a:lnTo>
                  <a:lnTo>
                    <a:pt x="5661362" y="101361"/>
                  </a:lnTo>
                  <a:lnTo>
                    <a:pt x="5811826" y="73488"/>
                  </a:lnTo>
                  <a:lnTo>
                    <a:pt x="5962290" y="42502"/>
                  </a:lnTo>
                  <a:lnTo>
                    <a:pt x="6112754" y="8292"/>
                  </a:lnTo>
                  <a:lnTo>
                    <a:pt x="6145984" y="0"/>
                  </a:lnTo>
                  <a:lnTo>
                    <a:pt x="6145984" y="277209"/>
                  </a:lnTo>
                  <a:lnTo>
                    <a:pt x="6112754" y="281295"/>
                  </a:lnTo>
                  <a:lnTo>
                    <a:pt x="5962290" y="298188"/>
                  </a:lnTo>
                  <a:lnTo>
                    <a:pt x="5811826" y="313343"/>
                  </a:lnTo>
                  <a:lnTo>
                    <a:pt x="5661362" y="326631"/>
                  </a:lnTo>
                  <a:lnTo>
                    <a:pt x="5510898" y="337934"/>
                  </a:lnTo>
                  <a:lnTo>
                    <a:pt x="5360434" y="347155"/>
                  </a:lnTo>
                  <a:lnTo>
                    <a:pt x="5209970" y="354229"/>
                  </a:lnTo>
                  <a:lnTo>
                    <a:pt x="5059506" y="359147"/>
                  </a:lnTo>
                  <a:lnTo>
                    <a:pt x="4909042" y="361967"/>
                  </a:lnTo>
                  <a:lnTo>
                    <a:pt x="4758578" y="362843"/>
                  </a:lnTo>
                  <a:lnTo>
                    <a:pt x="4608114" y="362049"/>
                  </a:lnTo>
                  <a:lnTo>
                    <a:pt x="4457649" y="359362"/>
                  </a:lnTo>
                  <a:lnTo>
                    <a:pt x="4307185" y="355041"/>
                  </a:lnTo>
                  <a:lnTo>
                    <a:pt x="4156721" y="350925"/>
                  </a:lnTo>
                  <a:lnTo>
                    <a:pt x="4006257" y="348459"/>
                  </a:lnTo>
                  <a:lnTo>
                    <a:pt x="3855793" y="345499"/>
                  </a:lnTo>
                  <a:lnTo>
                    <a:pt x="3705329" y="342723"/>
                  </a:lnTo>
                  <a:lnTo>
                    <a:pt x="3554865" y="343110"/>
                  </a:lnTo>
                  <a:lnTo>
                    <a:pt x="3404401" y="347171"/>
                  </a:lnTo>
                  <a:lnTo>
                    <a:pt x="3253937" y="355387"/>
                  </a:lnTo>
                  <a:lnTo>
                    <a:pt x="3103473" y="366952"/>
                  </a:lnTo>
                  <a:lnTo>
                    <a:pt x="2953009" y="377359"/>
                  </a:lnTo>
                  <a:lnTo>
                    <a:pt x="2802545" y="389269"/>
                  </a:lnTo>
                  <a:lnTo>
                    <a:pt x="2652081" y="404824"/>
                  </a:lnTo>
                  <a:lnTo>
                    <a:pt x="2501617" y="419390"/>
                  </a:lnTo>
                  <a:lnTo>
                    <a:pt x="2351153" y="431007"/>
                  </a:lnTo>
                  <a:lnTo>
                    <a:pt x="2200689" y="444926"/>
                  </a:lnTo>
                  <a:lnTo>
                    <a:pt x="2050225" y="458403"/>
                  </a:lnTo>
                  <a:lnTo>
                    <a:pt x="1899761" y="468464"/>
                  </a:lnTo>
                  <a:lnTo>
                    <a:pt x="1749297" y="478709"/>
                  </a:lnTo>
                  <a:lnTo>
                    <a:pt x="1598833" y="488985"/>
                  </a:lnTo>
                  <a:lnTo>
                    <a:pt x="1448369" y="498506"/>
                  </a:lnTo>
                  <a:lnTo>
                    <a:pt x="1297904" y="507202"/>
                  </a:lnTo>
                  <a:lnTo>
                    <a:pt x="1147440" y="516331"/>
                  </a:lnTo>
                  <a:lnTo>
                    <a:pt x="996976" y="526211"/>
                  </a:lnTo>
                  <a:lnTo>
                    <a:pt x="846512" y="537195"/>
                  </a:lnTo>
                  <a:lnTo>
                    <a:pt x="696048" y="549604"/>
                  </a:lnTo>
                  <a:lnTo>
                    <a:pt x="545584" y="563680"/>
                  </a:lnTo>
                  <a:lnTo>
                    <a:pt x="395120" y="579564"/>
                  </a:lnTo>
                  <a:lnTo>
                    <a:pt x="244656" y="597306"/>
                  </a:lnTo>
                  <a:lnTo>
                    <a:pt x="94192" y="616892"/>
                  </a:lnTo>
                  <a:lnTo>
                    <a:pt x="0" y="63027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07639"/>
              <a:ext cx="6145984" cy="355941"/>
            </a:xfrm>
            <a:custGeom>
              <a:avLst/>
              <a:pathLst>
                <a:path w="6145984" h="355941">
                  <a:moveTo>
                    <a:pt x="0" y="266975"/>
                  </a:moveTo>
                  <a:lnTo>
                    <a:pt x="94192" y="281818"/>
                  </a:lnTo>
                  <a:lnTo>
                    <a:pt x="244656" y="302188"/>
                  </a:lnTo>
                  <a:lnTo>
                    <a:pt x="395120" y="319177"/>
                  </a:lnTo>
                  <a:lnTo>
                    <a:pt x="545584" y="332781"/>
                  </a:lnTo>
                  <a:lnTo>
                    <a:pt x="696048" y="343061"/>
                  </a:lnTo>
                  <a:lnTo>
                    <a:pt x="846512" y="350167"/>
                  </a:lnTo>
                  <a:lnTo>
                    <a:pt x="996976" y="354349"/>
                  </a:lnTo>
                  <a:lnTo>
                    <a:pt x="1147440" y="355941"/>
                  </a:lnTo>
                  <a:lnTo>
                    <a:pt x="1297904" y="355302"/>
                  </a:lnTo>
                  <a:lnTo>
                    <a:pt x="1448369" y="352719"/>
                  </a:lnTo>
                  <a:lnTo>
                    <a:pt x="1598833" y="347806"/>
                  </a:lnTo>
                  <a:lnTo>
                    <a:pt x="1749297" y="340668"/>
                  </a:lnTo>
                  <a:lnTo>
                    <a:pt x="1899761" y="331908"/>
                  </a:lnTo>
                  <a:lnTo>
                    <a:pt x="2050225" y="322309"/>
                  </a:lnTo>
                  <a:lnTo>
                    <a:pt x="2200689" y="309972"/>
                  </a:lnTo>
                  <a:lnTo>
                    <a:pt x="2351153" y="295033"/>
                  </a:lnTo>
                  <a:lnTo>
                    <a:pt x="2501617" y="281347"/>
                  </a:lnTo>
                  <a:lnTo>
                    <a:pt x="2652081" y="267723"/>
                  </a:lnTo>
                  <a:lnTo>
                    <a:pt x="2802545" y="251150"/>
                  </a:lnTo>
                  <a:lnTo>
                    <a:pt x="2953009" y="235852"/>
                  </a:lnTo>
                  <a:lnTo>
                    <a:pt x="3103473" y="226557"/>
                  </a:lnTo>
                  <a:lnTo>
                    <a:pt x="3253937" y="217714"/>
                  </a:lnTo>
                  <a:lnTo>
                    <a:pt x="3404401" y="209063"/>
                  </a:lnTo>
                  <a:lnTo>
                    <a:pt x="3554865" y="204638"/>
                  </a:lnTo>
                  <a:lnTo>
                    <a:pt x="3705329" y="206331"/>
                  </a:lnTo>
                  <a:lnTo>
                    <a:pt x="3855793" y="209672"/>
                  </a:lnTo>
                  <a:lnTo>
                    <a:pt x="4006257" y="212078"/>
                  </a:lnTo>
                  <a:lnTo>
                    <a:pt x="4156721" y="214227"/>
                  </a:lnTo>
                  <a:lnTo>
                    <a:pt x="4307185" y="216217"/>
                  </a:lnTo>
                  <a:lnTo>
                    <a:pt x="4457649" y="216368"/>
                  </a:lnTo>
                  <a:lnTo>
                    <a:pt x="4608114" y="213415"/>
                  </a:lnTo>
                  <a:lnTo>
                    <a:pt x="4758578" y="206731"/>
                  </a:lnTo>
                  <a:lnTo>
                    <a:pt x="4909042" y="196632"/>
                  </a:lnTo>
                  <a:lnTo>
                    <a:pt x="5059506" y="183408"/>
                  </a:lnTo>
                  <a:lnTo>
                    <a:pt x="5209970" y="167228"/>
                  </a:lnTo>
                  <a:lnTo>
                    <a:pt x="5360434" y="148167"/>
                  </a:lnTo>
                  <a:lnTo>
                    <a:pt x="5510898" y="126227"/>
                  </a:lnTo>
                  <a:lnTo>
                    <a:pt x="5661362" y="101361"/>
                  </a:lnTo>
                  <a:lnTo>
                    <a:pt x="5811826" y="73488"/>
                  </a:lnTo>
                  <a:lnTo>
                    <a:pt x="5962290" y="42502"/>
                  </a:lnTo>
                  <a:lnTo>
                    <a:pt x="6112754" y="829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84849"/>
              <a:ext cx="6145984" cy="353066"/>
            </a:xfrm>
            <a:custGeom>
              <a:avLst/>
              <a:pathLst>
                <a:path w="6145984" h="353066">
                  <a:moveTo>
                    <a:pt x="6145984" y="0"/>
                  </a:moveTo>
                  <a:lnTo>
                    <a:pt x="6112754" y="4086"/>
                  </a:lnTo>
                  <a:lnTo>
                    <a:pt x="5962290" y="20979"/>
                  </a:lnTo>
                  <a:lnTo>
                    <a:pt x="5811826" y="36134"/>
                  </a:lnTo>
                  <a:lnTo>
                    <a:pt x="5661362" y="49422"/>
                  </a:lnTo>
                  <a:lnTo>
                    <a:pt x="5510898" y="60725"/>
                  </a:lnTo>
                  <a:lnTo>
                    <a:pt x="5360434" y="69945"/>
                  </a:lnTo>
                  <a:lnTo>
                    <a:pt x="5209970" y="77020"/>
                  </a:lnTo>
                  <a:lnTo>
                    <a:pt x="5059506" y="81937"/>
                  </a:lnTo>
                  <a:lnTo>
                    <a:pt x="4909042" y="84757"/>
                  </a:lnTo>
                  <a:lnTo>
                    <a:pt x="4758578" y="85634"/>
                  </a:lnTo>
                  <a:lnTo>
                    <a:pt x="4608114" y="84839"/>
                  </a:lnTo>
                  <a:lnTo>
                    <a:pt x="4457649" y="82152"/>
                  </a:lnTo>
                  <a:lnTo>
                    <a:pt x="4307185" y="77831"/>
                  </a:lnTo>
                  <a:lnTo>
                    <a:pt x="4156721" y="73716"/>
                  </a:lnTo>
                  <a:lnTo>
                    <a:pt x="4006257" y="71249"/>
                  </a:lnTo>
                  <a:lnTo>
                    <a:pt x="3855793" y="68289"/>
                  </a:lnTo>
                  <a:lnTo>
                    <a:pt x="3705329" y="65514"/>
                  </a:lnTo>
                  <a:lnTo>
                    <a:pt x="3554865" y="65901"/>
                  </a:lnTo>
                  <a:lnTo>
                    <a:pt x="3404401" y="69962"/>
                  </a:lnTo>
                  <a:lnTo>
                    <a:pt x="3253937" y="78177"/>
                  </a:lnTo>
                  <a:lnTo>
                    <a:pt x="3103473" y="89742"/>
                  </a:lnTo>
                  <a:lnTo>
                    <a:pt x="2953009" y="100150"/>
                  </a:lnTo>
                  <a:lnTo>
                    <a:pt x="2802545" y="112059"/>
                  </a:lnTo>
                  <a:lnTo>
                    <a:pt x="2652081" y="127614"/>
                  </a:lnTo>
                  <a:lnTo>
                    <a:pt x="2501617" y="142180"/>
                  </a:lnTo>
                  <a:lnTo>
                    <a:pt x="2351153" y="153798"/>
                  </a:lnTo>
                  <a:lnTo>
                    <a:pt x="2200689" y="167717"/>
                  </a:lnTo>
                  <a:lnTo>
                    <a:pt x="2050225" y="181193"/>
                  </a:lnTo>
                  <a:lnTo>
                    <a:pt x="1899761" y="191255"/>
                  </a:lnTo>
                  <a:lnTo>
                    <a:pt x="1749297" y="201500"/>
                  </a:lnTo>
                  <a:lnTo>
                    <a:pt x="1598833" y="211775"/>
                  </a:lnTo>
                  <a:lnTo>
                    <a:pt x="1448369" y="221296"/>
                  </a:lnTo>
                  <a:lnTo>
                    <a:pt x="1297904" y="229993"/>
                  </a:lnTo>
                  <a:lnTo>
                    <a:pt x="1147440" y="239121"/>
                  </a:lnTo>
                  <a:lnTo>
                    <a:pt x="996976" y="249002"/>
                  </a:lnTo>
                  <a:lnTo>
                    <a:pt x="846512" y="259985"/>
                  </a:lnTo>
                  <a:lnTo>
                    <a:pt x="696048" y="272394"/>
                  </a:lnTo>
                  <a:lnTo>
                    <a:pt x="545584" y="286471"/>
                  </a:lnTo>
                  <a:lnTo>
                    <a:pt x="395120" y="302355"/>
                  </a:lnTo>
                  <a:lnTo>
                    <a:pt x="244656" y="320096"/>
                  </a:lnTo>
                  <a:lnTo>
                    <a:pt x="94192" y="339682"/>
                  </a:lnTo>
                  <a:lnTo>
                    <a:pt x="0" y="3530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46244"/>
              <a:ext cx="6145984" cy="311142"/>
            </a:xfrm>
            <a:custGeom>
              <a:avLst/>
              <a:pathLst>
                <a:path w="6145984" h="311142">
                  <a:moveTo>
                    <a:pt x="0" y="310021"/>
                  </a:moveTo>
                  <a:lnTo>
                    <a:pt x="94192" y="310750"/>
                  </a:lnTo>
                  <a:lnTo>
                    <a:pt x="244656" y="311142"/>
                  </a:lnTo>
                  <a:lnTo>
                    <a:pt x="395120" y="310766"/>
                  </a:lnTo>
                  <a:lnTo>
                    <a:pt x="545584" y="309626"/>
                  </a:lnTo>
                  <a:lnTo>
                    <a:pt x="696048" y="307728"/>
                  </a:lnTo>
                  <a:lnTo>
                    <a:pt x="846512" y="305076"/>
                  </a:lnTo>
                  <a:lnTo>
                    <a:pt x="996976" y="301675"/>
                  </a:lnTo>
                  <a:lnTo>
                    <a:pt x="1147440" y="297531"/>
                  </a:lnTo>
                  <a:lnTo>
                    <a:pt x="1297904" y="292647"/>
                  </a:lnTo>
                  <a:lnTo>
                    <a:pt x="1448369" y="287007"/>
                  </a:lnTo>
                  <a:lnTo>
                    <a:pt x="1598833" y="279790"/>
                  </a:lnTo>
                  <a:lnTo>
                    <a:pt x="1749297" y="271084"/>
                  </a:lnTo>
                  <a:lnTo>
                    <a:pt x="1899761" y="261581"/>
                  </a:lnTo>
                  <a:lnTo>
                    <a:pt x="2050225" y="251751"/>
                  </a:lnTo>
                  <a:lnTo>
                    <a:pt x="2200689" y="238844"/>
                  </a:lnTo>
                  <a:lnTo>
                    <a:pt x="2351153" y="224416"/>
                  </a:lnTo>
                  <a:lnTo>
                    <a:pt x="2501617" y="211764"/>
                  </a:lnTo>
                  <a:lnTo>
                    <a:pt x="2652081" y="197669"/>
                  </a:lnTo>
                  <a:lnTo>
                    <a:pt x="2802545" y="181604"/>
                  </a:lnTo>
                  <a:lnTo>
                    <a:pt x="2953009" y="168001"/>
                  </a:lnTo>
                  <a:lnTo>
                    <a:pt x="3103473" y="158149"/>
                  </a:lnTo>
                  <a:lnTo>
                    <a:pt x="3253937" y="147945"/>
                  </a:lnTo>
                  <a:lnTo>
                    <a:pt x="3404401" y="139512"/>
                  </a:lnTo>
                  <a:lnTo>
                    <a:pt x="3554865" y="135270"/>
                  </a:lnTo>
                  <a:lnTo>
                    <a:pt x="3705329" y="135923"/>
                  </a:lnTo>
                  <a:lnTo>
                    <a:pt x="3855793" y="138981"/>
                  </a:lnTo>
                  <a:lnTo>
                    <a:pt x="4006257" y="141664"/>
                  </a:lnTo>
                  <a:lnTo>
                    <a:pt x="4156721" y="143971"/>
                  </a:lnTo>
                  <a:lnTo>
                    <a:pt x="4307185" y="147024"/>
                  </a:lnTo>
                  <a:lnTo>
                    <a:pt x="4457649" y="149260"/>
                  </a:lnTo>
                  <a:lnTo>
                    <a:pt x="4608114" y="149127"/>
                  </a:lnTo>
                  <a:lnTo>
                    <a:pt x="4758578" y="146182"/>
                  </a:lnTo>
                  <a:lnTo>
                    <a:pt x="4909042" y="140695"/>
                  </a:lnTo>
                  <a:lnTo>
                    <a:pt x="5059506" y="132673"/>
                  </a:lnTo>
                  <a:lnTo>
                    <a:pt x="5209970" y="122124"/>
                  </a:lnTo>
                  <a:lnTo>
                    <a:pt x="5360434" y="109056"/>
                  </a:lnTo>
                  <a:lnTo>
                    <a:pt x="5510898" y="93476"/>
                  </a:lnTo>
                  <a:lnTo>
                    <a:pt x="5661362" y="75391"/>
                  </a:lnTo>
                  <a:lnTo>
                    <a:pt x="5811826" y="54811"/>
                  </a:lnTo>
                  <a:lnTo>
                    <a:pt x="5962290" y="31740"/>
                  </a:lnTo>
                  <a:lnTo>
                    <a:pt x="6112754" y="618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576394"/>
              <a:ext cx="6145984" cy="2817881"/>
            </a:xfrm>
            <a:custGeom>
              <a:avLst/>
              <a:pathLst>
                <a:path w="6145984" h="2817881">
                  <a:moveTo>
                    <a:pt x="0" y="0"/>
                  </a:moveTo>
                  <a:lnTo>
                    <a:pt x="94192" y="150690"/>
                  </a:lnTo>
                  <a:lnTo>
                    <a:pt x="244656" y="378356"/>
                  </a:lnTo>
                  <a:lnTo>
                    <a:pt x="395120" y="592986"/>
                  </a:lnTo>
                  <a:lnTo>
                    <a:pt x="545584" y="794643"/>
                  </a:lnTo>
                  <a:lnTo>
                    <a:pt x="696048" y="983464"/>
                  </a:lnTo>
                  <a:lnTo>
                    <a:pt x="846512" y="1159698"/>
                  </a:lnTo>
                  <a:lnTo>
                    <a:pt x="996976" y="1323717"/>
                  </a:lnTo>
                  <a:lnTo>
                    <a:pt x="1147440" y="1475993"/>
                  </a:lnTo>
                  <a:lnTo>
                    <a:pt x="1297904" y="1617030"/>
                  </a:lnTo>
                  <a:lnTo>
                    <a:pt x="1448369" y="1747202"/>
                  </a:lnTo>
                  <a:lnTo>
                    <a:pt x="1598833" y="1864403"/>
                  </a:lnTo>
                  <a:lnTo>
                    <a:pt x="1749297" y="1968121"/>
                  </a:lnTo>
                  <a:lnTo>
                    <a:pt x="1899761" y="2059437"/>
                  </a:lnTo>
                  <a:lnTo>
                    <a:pt x="2050225" y="2138964"/>
                  </a:lnTo>
                  <a:lnTo>
                    <a:pt x="2200689" y="2195418"/>
                  </a:lnTo>
                  <a:lnTo>
                    <a:pt x="2351153" y="2235457"/>
                  </a:lnTo>
                  <a:lnTo>
                    <a:pt x="2501617" y="2275962"/>
                  </a:lnTo>
                  <a:lnTo>
                    <a:pt x="2652081" y="2316868"/>
                  </a:lnTo>
                  <a:lnTo>
                    <a:pt x="2802545" y="2349664"/>
                  </a:lnTo>
                  <a:lnTo>
                    <a:pt x="2953009" y="2378744"/>
                  </a:lnTo>
                  <a:lnTo>
                    <a:pt x="3103473" y="2410596"/>
                  </a:lnTo>
                  <a:lnTo>
                    <a:pt x="3253937" y="2440209"/>
                  </a:lnTo>
                  <a:lnTo>
                    <a:pt x="3404401" y="2464728"/>
                  </a:lnTo>
                  <a:lnTo>
                    <a:pt x="3554865" y="2486358"/>
                  </a:lnTo>
                  <a:lnTo>
                    <a:pt x="3705329" y="2505932"/>
                  </a:lnTo>
                  <a:lnTo>
                    <a:pt x="3855793" y="2521414"/>
                  </a:lnTo>
                  <a:lnTo>
                    <a:pt x="4006257" y="2534163"/>
                  </a:lnTo>
                  <a:lnTo>
                    <a:pt x="4156721" y="2544973"/>
                  </a:lnTo>
                  <a:lnTo>
                    <a:pt x="4307185" y="2552145"/>
                  </a:lnTo>
                  <a:lnTo>
                    <a:pt x="4457649" y="2556219"/>
                  </a:lnTo>
                  <a:lnTo>
                    <a:pt x="4608114" y="2558232"/>
                  </a:lnTo>
                  <a:lnTo>
                    <a:pt x="4758578" y="2558597"/>
                  </a:lnTo>
                  <a:lnTo>
                    <a:pt x="4909042" y="2557509"/>
                  </a:lnTo>
                  <a:lnTo>
                    <a:pt x="5059506" y="2555304"/>
                  </a:lnTo>
                  <a:lnTo>
                    <a:pt x="5209970" y="2552172"/>
                  </a:lnTo>
                  <a:lnTo>
                    <a:pt x="5360434" y="2548189"/>
                  </a:lnTo>
                  <a:lnTo>
                    <a:pt x="5510898" y="2543342"/>
                  </a:lnTo>
                  <a:lnTo>
                    <a:pt x="5661362" y="2537558"/>
                  </a:lnTo>
                  <a:lnTo>
                    <a:pt x="5811826" y="2530718"/>
                  </a:lnTo>
                  <a:lnTo>
                    <a:pt x="5962290" y="2522680"/>
                  </a:lnTo>
                  <a:lnTo>
                    <a:pt x="6112754" y="2513291"/>
                  </a:lnTo>
                  <a:lnTo>
                    <a:pt x="6145984" y="2510885"/>
                  </a:lnTo>
                  <a:lnTo>
                    <a:pt x="6145984" y="2817881"/>
                  </a:lnTo>
                  <a:lnTo>
                    <a:pt x="5732408" y="2817881"/>
                  </a:lnTo>
                  <a:lnTo>
                    <a:pt x="5661362" y="2812699"/>
                  </a:lnTo>
                  <a:lnTo>
                    <a:pt x="5510898" y="2801919"/>
                  </a:lnTo>
                  <a:lnTo>
                    <a:pt x="5360434" y="2791230"/>
                  </a:lnTo>
                  <a:lnTo>
                    <a:pt x="5209970" y="2780573"/>
                  </a:lnTo>
                  <a:lnTo>
                    <a:pt x="5059506" y="2769948"/>
                  </a:lnTo>
                  <a:lnTo>
                    <a:pt x="4909042" y="2759446"/>
                  </a:lnTo>
                  <a:lnTo>
                    <a:pt x="4758578" y="2749270"/>
                  </a:lnTo>
                  <a:lnTo>
                    <a:pt x="4608114" y="2739771"/>
                  </a:lnTo>
                  <a:lnTo>
                    <a:pt x="4457649" y="2730869"/>
                  </a:lnTo>
                  <a:lnTo>
                    <a:pt x="4307185" y="2721702"/>
                  </a:lnTo>
                  <a:lnTo>
                    <a:pt x="4156721" y="2711934"/>
                  </a:lnTo>
                  <a:lnTo>
                    <a:pt x="4006257" y="2700736"/>
                  </a:lnTo>
                  <a:lnTo>
                    <a:pt x="3855793" y="2687311"/>
                  </a:lnTo>
                  <a:lnTo>
                    <a:pt x="3705329" y="2672519"/>
                  </a:lnTo>
                  <a:lnTo>
                    <a:pt x="3554865" y="2655486"/>
                  </a:lnTo>
                  <a:lnTo>
                    <a:pt x="3404401" y="2633411"/>
                  </a:lnTo>
                  <a:lnTo>
                    <a:pt x="3253937" y="2608362"/>
                  </a:lnTo>
                  <a:lnTo>
                    <a:pt x="3103473" y="2582073"/>
                  </a:lnTo>
                  <a:lnTo>
                    <a:pt x="2953009" y="2551579"/>
                  </a:lnTo>
                  <a:lnTo>
                    <a:pt x="2802545" y="2518360"/>
                  </a:lnTo>
                  <a:lnTo>
                    <a:pt x="2652081" y="2484321"/>
                  </a:lnTo>
                  <a:lnTo>
                    <a:pt x="2501617" y="2444565"/>
                  </a:lnTo>
                  <a:lnTo>
                    <a:pt x="2351153" y="2401534"/>
                  </a:lnTo>
                  <a:lnTo>
                    <a:pt x="2200689" y="2360250"/>
                  </a:lnTo>
                  <a:lnTo>
                    <a:pt x="2050225" y="2305188"/>
                  </a:lnTo>
                  <a:lnTo>
                    <a:pt x="1899761" y="2226225"/>
                  </a:lnTo>
                  <a:lnTo>
                    <a:pt x="1749297" y="2136724"/>
                  </a:lnTo>
                  <a:lnTo>
                    <a:pt x="1598833" y="2036837"/>
                  </a:lnTo>
                  <a:lnTo>
                    <a:pt x="1448369" y="1925265"/>
                  </a:lnTo>
                  <a:lnTo>
                    <a:pt x="1297904" y="1802559"/>
                  </a:lnTo>
                  <a:lnTo>
                    <a:pt x="1147440" y="1671891"/>
                  </a:lnTo>
                  <a:lnTo>
                    <a:pt x="996976" y="1533628"/>
                  </a:lnTo>
                  <a:lnTo>
                    <a:pt x="846512" y="1388131"/>
                  </a:lnTo>
                  <a:lnTo>
                    <a:pt x="696048" y="1235732"/>
                  </a:lnTo>
                  <a:lnTo>
                    <a:pt x="545584" y="1076659"/>
                  </a:lnTo>
                  <a:lnTo>
                    <a:pt x="395120" y="911019"/>
                  </a:lnTo>
                  <a:lnTo>
                    <a:pt x="244656" y="738808"/>
                  </a:lnTo>
                  <a:lnTo>
                    <a:pt x="94192" y="559945"/>
                  </a:lnTo>
                  <a:lnTo>
                    <a:pt x="0" y="44373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576394"/>
              <a:ext cx="6145984" cy="2558597"/>
            </a:xfrm>
            <a:custGeom>
              <a:avLst/>
              <a:pathLst>
                <a:path w="6145984" h="2558597">
                  <a:moveTo>
                    <a:pt x="0" y="0"/>
                  </a:moveTo>
                  <a:lnTo>
                    <a:pt x="94192" y="150690"/>
                  </a:lnTo>
                  <a:lnTo>
                    <a:pt x="244656" y="378356"/>
                  </a:lnTo>
                  <a:lnTo>
                    <a:pt x="395120" y="592986"/>
                  </a:lnTo>
                  <a:lnTo>
                    <a:pt x="545584" y="794643"/>
                  </a:lnTo>
                  <a:lnTo>
                    <a:pt x="696048" y="983464"/>
                  </a:lnTo>
                  <a:lnTo>
                    <a:pt x="846512" y="1159698"/>
                  </a:lnTo>
                  <a:lnTo>
                    <a:pt x="996976" y="1323717"/>
                  </a:lnTo>
                  <a:lnTo>
                    <a:pt x="1147440" y="1475993"/>
                  </a:lnTo>
                  <a:lnTo>
                    <a:pt x="1297904" y="1617030"/>
                  </a:lnTo>
                  <a:lnTo>
                    <a:pt x="1448369" y="1747202"/>
                  </a:lnTo>
                  <a:lnTo>
                    <a:pt x="1598833" y="1864403"/>
                  </a:lnTo>
                  <a:lnTo>
                    <a:pt x="1749297" y="1968121"/>
                  </a:lnTo>
                  <a:lnTo>
                    <a:pt x="1899761" y="2059437"/>
                  </a:lnTo>
                  <a:lnTo>
                    <a:pt x="2050225" y="2138964"/>
                  </a:lnTo>
                  <a:lnTo>
                    <a:pt x="2200689" y="2195418"/>
                  </a:lnTo>
                  <a:lnTo>
                    <a:pt x="2351153" y="2235457"/>
                  </a:lnTo>
                  <a:lnTo>
                    <a:pt x="2501617" y="2275962"/>
                  </a:lnTo>
                  <a:lnTo>
                    <a:pt x="2652081" y="2316868"/>
                  </a:lnTo>
                  <a:lnTo>
                    <a:pt x="2802545" y="2349664"/>
                  </a:lnTo>
                  <a:lnTo>
                    <a:pt x="2953009" y="2378744"/>
                  </a:lnTo>
                  <a:lnTo>
                    <a:pt x="3103473" y="2410596"/>
                  </a:lnTo>
                  <a:lnTo>
                    <a:pt x="3253937" y="2440209"/>
                  </a:lnTo>
                  <a:lnTo>
                    <a:pt x="3404401" y="2464728"/>
                  </a:lnTo>
                  <a:lnTo>
                    <a:pt x="3554865" y="2486358"/>
                  </a:lnTo>
                  <a:lnTo>
                    <a:pt x="3705329" y="2505932"/>
                  </a:lnTo>
                  <a:lnTo>
                    <a:pt x="3855793" y="2521414"/>
                  </a:lnTo>
                  <a:lnTo>
                    <a:pt x="4006257" y="2534163"/>
                  </a:lnTo>
                  <a:lnTo>
                    <a:pt x="4156721" y="2544973"/>
                  </a:lnTo>
                  <a:lnTo>
                    <a:pt x="4307185" y="2552145"/>
                  </a:lnTo>
                  <a:lnTo>
                    <a:pt x="4457649" y="2556219"/>
                  </a:lnTo>
                  <a:lnTo>
                    <a:pt x="4608114" y="2558232"/>
                  </a:lnTo>
                  <a:lnTo>
                    <a:pt x="4758578" y="2558597"/>
                  </a:lnTo>
                  <a:lnTo>
                    <a:pt x="4909042" y="2557509"/>
                  </a:lnTo>
                  <a:lnTo>
                    <a:pt x="5059506" y="2555304"/>
                  </a:lnTo>
                  <a:lnTo>
                    <a:pt x="5209970" y="2552172"/>
                  </a:lnTo>
                  <a:lnTo>
                    <a:pt x="5360434" y="2548189"/>
                  </a:lnTo>
                  <a:lnTo>
                    <a:pt x="5510898" y="2543342"/>
                  </a:lnTo>
                  <a:lnTo>
                    <a:pt x="5661362" y="2537558"/>
                  </a:lnTo>
                  <a:lnTo>
                    <a:pt x="5811826" y="2530718"/>
                  </a:lnTo>
                  <a:lnTo>
                    <a:pt x="5962290" y="2522680"/>
                  </a:lnTo>
                  <a:lnTo>
                    <a:pt x="6112754" y="2513291"/>
                  </a:lnTo>
                  <a:lnTo>
                    <a:pt x="6145984" y="25108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020124"/>
              <a:ext cx="5732408" cy="2374151"/>
            </a:xfrm>
            <a:custGeom>
              <a:avLst/>
              <a:pathLst>
                <a:path w="5732408" h="2374151">
                  <a:moveTo>
                    <a:pt x="5732408" y="2374151"/>
                  </a:moveTo>
                  <a:lnTo>
                    <a:pt x="5661362" y="2368969"/>
                  </a:lnTo>
                  <a:lnTo>
                    <a:pt x="5510898" y="2358188"/>
                  </a:lnTo>
                  <a:lnTo>
                    <a:pt x="5360434" y="2347500"/>
                  </a:lnTo>
                  <a:lnTo>
                    <a:pt x="5209970" y="2336843"/>
                  </a:lnTo>
                  <a:lnTo>
                    <a:pt x="5059506" y="2326218"/>
                  </a:lnTo>
                  <a:lnTo>
                    <a:pt x="4909042" y="2315716"/>
                  </a:lnTo>
                  <a:lnTo>
                    <a:pt x="4758578" y="2305540"/>
                  </a:lnTo>
                  <a:lnTo>
                    <a:pt x="4608114" y="2296041"/>
                  </a:lnTo>
                  <a:lnTo>
                    <a:pt x="4457649" y="2287139"/>
                  </a:lnTo>
                  <a:lnTo>
                    <a:pt x="4307185" y="2277972"/>
                  </a:lnTo>
                  <a:lnTo>
                    <a:pt x="4156721" y="2268204"/>
                  </a:lnTo>
                  <a:lnTo>
                    <a:pt x="4006257" y="2257006"/>
                  </a:lnTo>
                  <a:lnTo>
                    <a:pt x="3855793" y="2243580"/>
                  </a:lnTo>
                  <a:lnTo>
                    <a:pt x="3705329" y="2228789"/>
                  </a:lnTo>
                  <a:lnTo>
                    <a:pt x="3554865" y="2211756"/>
                  </a:lnTo>
                  <a:lnTo>
                    <a:pt x="3404401" y="2189681"/>
                  </a:lnTo>
                  <a:lnTo>
                    <a:pt x="3253937" y="2164631"/>
                  </a:lnTo>
                  <a:lnTo>
                    <a:pt x="3103473" y="2138342"/>
                  </a:lnTo>
                  <a:lnTo>
                    <a:pt x="2953009" y="2107849"/>
                  </a:lnTo>
                  <a:lnTo>
                    <a:pt x="2802545" y="2074630"/>
                  </a:lnTo>
                  <a:lnTo>
                    <a:pt x="2652081" y="2040591"/>
                  </a:lnTo>
                  <a:lnTo>
                    <a:pt x="2501617" y="2000835"/>
                  </a:lnTo>
                  <a:lnTo>
                    <a:pt x="2351153" y="1957804"/>
                  </a:lnTo>
                  <a:lnTo>
                    <a:pt x="2200689" y="1916519"/>
                  </a:lnTo>
                  <a:lnTo>
                    <a:pt x="2050225" y="1861457"/>
                  </a:lnTo>
                  <a:lnTo>
                    <a:pt x="1899761" y="1782495"/>
                  </a:lnTo>
                  <a:lnTo>
                    <a:pt x="1749297" y="1692994"/>
                  </a:lnTo>
                  <a:lnTo>
                    <a:pt x="1598833" y="1593106"/>
                  </a:lnTo>
                  <a:lnTo>
                    <a:pt x="1448369" y="1481534"/>
                  </a:lnTo>
                  <a:lnTo>
                    <a:pt x="1297904" y="1358829"/>
                  </a:lnTo>
                  <a:lnTo>
                    <a:pt x="1147440" y="1228161"/>
                  </a:lnTo>
                  <a:lnTo>
                    <a:pt x="996976" y="1089897"/>
                  </a:lnTo>
                  <a:lnTo>
                    <a:pt x="846512" y="944401"/>
                  </a:lnTo>
                  <a:lnTo>
                    <a:pt x="696048" y="792002"/>
                  </a:lnTo>
                  <a:lnTo>
                    <a:pt x="545584" y="632929"/>
                  </a:lnTo>
                  <a:lnTo>
                    <a:pt x="395120" y="467289"/>
                  </a:lnTo>
                  <a:lnTo>
                    <a:pt x="244656" y="295078"/>
                  </a:lnTo>
                  <a:lnTo>
                    <a:pt x="94192" y="1162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798259"/>
              <a:ext cx="6145984" cy="2458309"/>
            </a:xfrm>
            <a:custGeom>
              <a:avLst/>
              <a:pathLst>
                <a:path w="6145984" h="2458309">
                  <a:moveTo>
                    <a:pt x="0" y="0"/>
                  </a:moveTo>
                  <a:lnTo>
                    <a:pt x="94192" y="133452"/>
                  </a:lnTo>
                  <a:lnTo>
                    <a:pt x="244656" y="336717"/>
                  </a:lnTo>
                  <a:lnTo>
                    <a:pt x="395120" y="530138"/>
                  </a:lnTo>
                  <a:lnTo>
                    <a:pt x="545584" y="713786"/>
                  </a:lnTo>
                  <a:lnTo>
                    <a:pt x="696048" y="887733"/>
                  </a:lnTo>
                  <a:lnTo>
                    <a:pt x="846512" y="1052050"/>
                  </a:lnTo>
                  <a:lnTo>
                    <a:pt x="996976" y="1206807"/>
                  </a:lnTo>
                  <a:lnTo>
                    <a:pt x="1147440" y="1352077"/>
                  </a:lnTo>
                  <a:lnTo>
                    <a:pt x="1297904" y="1487929"/>
                  </a:lnTo>
                  <a:lnTo>
                    <a:pt x="1448369" y="1614368"/>
                  </a:lnTo>
                  <a:lnTo>
                    <a:pt x="1598833" y="1728755"/>
                  </a:lnTo>
                  <a:lnTo>
                    <a:pt x="1749297" y="1830558"/>
                  </a:lnTo>
                  <a:lnTo>
                    <a:pt x="1899761" y="1920966"/>
                  </a:lnTo>
                  <a:lnTo>
                    <a:pt x="2050225" y="2000211"/>
                  </a:lnTo>
                  <a:lnTo>
                    <a:pt x="2200689" y="2055969"/>
                  </a:lnTo>
                  <a:lnTo>
                    <a:pt x="2351153" y="2096631"/>
                  </a:lnTo>
                  <a:lnTo>
                    <a:pt x="2501617" y="2138398"/>
                  </a:lnTo>
                  <a:lnTo>
                    <a:pt x="2652081" y="2178730"/>
                  </a:lnTo>
                  <a:lnTo>
                    <a:pt x="2802545" y="2212147"/>
                  </a:lnTo>
                  <a:lnTo>
                    <a:pt x="2953009" y="2243297"/>
                  </a:lnTo>
                  <a:lnTo>
                    <a:pt x="3103473" y="2274469"/>
                  </a:lnTo>
                  <a:lnTo>
                    <a:pt x="3253937" y="2302420"/>
                  </a:lnTo>
                  <a:lnTo>
                    <a:pt x="3404401" y="2327204"/>
                  </a:lnTo>
                  <a:lnTo>
                    <a:pt x="3554865" y="2349057"/>
                  </a:lnTo>
                  <a:lnTo>
                    <a:pt x="3705329" y="2367361"/>
                  </a:lnTo>
                  <a:lnTo>
                    <a:pt x="3855793" y="2382497"/>
                  </a:lnTo>
                  <a:lnTo>
                    <a:pt x="4006257" y="2395585"/>
                  </a:lnTo>
                  <a:lnTo>
                    <a:pt x="4156721" y="2406589"/>
                  </a:lnTo>
                  <a:lnTo>
                    <a:pt x="4307185" y="2415059"/>
                  </a:lnTo>
                  <a:lnTo>
                    <a:pt x="4457649" y="2421679"/>
                  </a:lnTo>
                  <a:lnTo>
                    <a:pt x="4608114" y="2427137"/>
                  </a:lnTo>
                  <a:lnTo>
                    <a:pt x="4758578" y="2432069"/>
                  </a:lnTo>
                  <a:lnTo>
                    <a:pt x="4909042" y="2436612"/>
                  </a:lnTo>
                  <a:lnTo>
                    <a:pt x="5059506" y="2440761"/>
                  </a:lnTo>
                  <a:lnTo>
                    <a:pt x="5209970" y="2444507"/>
                  </a:lnTo>
                  <a:lnTo>
                    <a:pt x="5360434" y="2447845"/>
                  </a:lnTo>
                  <a:lnTo>
                    <a:pt x="5510898" y="2450765"/>
                  </a:lnTo>
                  <a:lnTo>
                    <a:pt x="5661362" y="2453263"/>
                  </a:lnTo>
                  <a:lnTo>
                    <a:pt x="5811826" y="2455331"/>
                  </a:lnTo>
                  <a:lnTo>
                    <a:pt x="5962290" y="2456961"/>
                  </a:lnTo>
                  <a:lnTo>
                    <a:pt x="6112754" y="2458147"/>
                  </a:lnTo>
                  <a:lnTo>
                    <a:pt x="6145984" y="245830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933849"/>
              <a:ext cx="6145984" cy="3460425"/>
            </a:xfrm>
            <a:custGeom>
              <a:avLst/>
              <a:pathLst>
                <a:path w="6145984" h="3460425">
                  <a:moveTo>
                    <a:pt x="0" y="0"/>
                  </a:moveTo>
                  <a:lnTo>
                    <a:pt x="94192" y="120288"/>
                  </a:lnTo>
                  <a:lnTo>
                    <a:pt x="244656" y="305889"/>
                  </a:lnTo>
                  <a:lnTo>
                    <a:pt x="395120" y="485020"/>
                  </a:lnTo>
                  <a:lnTo>
                    <a:pt x="545584" y="657820"/>
                  </a:lnTo>
                  <a:lnTo>
                    <a:pt x="696048" y="824539"/>
                  </a:lnTo>
                  <a:lnTo>
                    <a:pt x="846512" y="985577"/>
                  </a:lnTo>
                  <a:lnTo>
                    <a:pt x="996976" y="1141510"/>
                  </a:lnTo>
                  <a:lnTo>
                    <a:pt x="1147440" y="1293052"/>
                  </a:lnTo>
                  <a:lnTo>
                    <a:pt x="1297904" y="1440963"/>
                  </a:lnTo>
                  <a:lnTo>
                    <a:pt x="1448369" y="1585923"/>
                  </a:lnTo>
                  <a:lnTo>
                    <a:pt x="1598833" y="1728588"/>
                  </a:lnTo>
                  <a:lnTo>
                    <a:pt x="1749297" y="1866985"/>
                  </a:lnTo>
                  <a:lnTo>
                    <a:pt x="1899761" y="1998461"/>
                  </a:lnTo>
                  <a:lnTo>
                    <a:pt x="2050225" y="2121098"/>
                  </a:lnTo>
                  <a:lnTo>
                    <a:pt x="2200689" y="2235406"/>
                  </a:lnTo>
                  <a:lnTo>
                    <a:pt x="2351153" y="2339213"/>
                  </a:lnTo>
                  <a:lnTo>
                    <a:pt x="2501617" y="2433560"/>
                  </a:lnTo>
                  <a:lnTo>
                    <a:pt x="2652081" y="2514081"/>
                  </a:lnTo>
                  <a:lnTo>
                    <a:pt x="2802545" y="2578617"/>
                  </a:lnTo>
                  <a:lnTo>
                    <a:pt x="2953009" y="2637489"/>
                  </a:lnTo>
                  <a:lnTo>
                    <a:pt x="3103473" y="2700386"/>
                  </a:lnTo>
                  <a:lnTo>
                    <a:pt x="3253937" y="2755629"/>
                  </a:lnTo>
                  <a:lnTo>
                    <a:pt x="3404401" y="2802320"/>
                  </a:lnTo>
                  <a:lnTo>
                    <a:pt x="3554865" y="2846927"/>
                  </a:lnTo>
                  <a:lnTo>
                    <a:pt x="3705329" y="2889068"/>
                  </a:lnTo>
                  <a:lnTo>
                    <a:pt x="3855793" y="2924376"/>
                  </a:lnTo>
                  <a:lnTo>
                    <a:pt x="4006257" y="2955494"/>
                  </a:lnTo>
                  <a:lnTo>
                    <a:pt x="4156721" y="2983767"/>
                  </a:lnTo>
                  <a:lnTo>
                    <a:pt x="4307185" y="3006534"/>
                  </a:lnTo>
                  <a:lnTo>
                    <a:pt x="4457649" y="3024588"/>
                  </a:lnTo>
                  <a:lnTo>
                    <a:pt x="4608114" y="3039419"/>
                  </a:lnTo>
                  <a:lnTo>
                    <a:pt x="4758578" y="3051528"/>
                  </a:lnTo>
                  <a:lnTo>
                    <a:pt x="4909042" y="3061133"/>
                  </a:lnTo>
                  <a:lnTo>
                    <a:pt x="5059506" y="3068702"/>
                  </a:lnTo>
                  <a:lnTo>
                    <a:pt x="5209970" y="3074504"/>
                  </a:lnTo>
                  <a:lnTo>
                    <a:pt x="5360434" y="3078644"/>
                  </a:lnTo>
                  <a:lnTo>
                    <a:pt x="5510898" y="3081105"/>
                  </a:lnTo>
                  <a:lnTo>
                    <a:pt x="5661362" y="3081784"/>
                  </a:lnTo>
                  <a:lnTo>
                    <a:pt x="5811826" y="3080520"/>
                  </a:lnTo>
                  <a:lnTo>
                    <a:pt x="5962290" y="3077113"/>
                  </a:lnTo>
                  <a:lnTo>
                    <a:pt x="6112754" y="3071349"/>
                  </a:lnTo>
                  <a:lnTo>
                    <a:pt x="6145984" y="3069508"/>
                  </a:lnTo>
                  <a:lnTo>
                    <a:pt x="6145984" y="3460425"/>
                  </a:lnTo>
                  <a:lnTo>
                    <a:pt x="5626612" y="3460425"/>
                  </a:lnTo>
                  <a:lnTo>
                    <a:pt x="5510898" y="3442117"/>
                  </a:lnTo>
                  <a:lnTo>
                    <a:pt x="5360434" y="3417966"/>
                  </a:lnTo>
                  <a:lnTo>
                    <a:pt x="5209970" y="3393386"/>
                  </a:lnTo>
                  <a:lnTo>
                    <a:pt x="5059506" y="3368379"/>
                  </a:lnTo>
                  <a:lnTo>
                    <a:pt x="4909042" y="3343067"/>
                  </a:lnTo>
                  <a:lnTo>
                    <a:pt x="4758578" y="3317737"/>
                  </a:lnTo>
                  <a:lnTo>
                    <a:pt x="4608114" y="3292876"/>
                  </a:lnTo>
                  <a:lnTo>
                    <a:pt x="4457649" y="3268427"/>
                  </a:lnTo>
                  <a:lnTo>
                    <a:pt x="4307185" y="3243261"/>
                  </a:lnTo>
                  <a:lnTo>
                    <a:pt x="4156721" y="3216870"/>
                  </a:lnTo>
                  <a:lnTo>
                    <a:pt x="4006257" y="3188056"/>
                  </a:lnTo>
                  <a:lnTo>
                    <a:pt x="3855793" y="3155992"/>
                  </a:lnTo>
                  <a:lnTo>
                    <a:pt x="3705329" y="3121649"/>
                  </a:lnTo>
                  <a:lnTo>
                    <a:pt x="3554865" y="3083055"/>
                  </a:lnTo>
                  <a:lnTo>
                    <a:pt x="3404401" y="3037828"/>
                  </a:lnTo>
                  <a:lnTo>
                    <a:pt x="3253937" y="2990394"/>
                  </a:lnTo>
                  <a:lnTo>
                    <a:pt x="3103473" y="2939793"/>
                  </a:lnTo>
                  <a:lnTo>
                    <a:pt x="2953009" y="2878793"/>
                  </a:lnTo>
                  <a:lnTo>
                    <a:pt x="2802545" y="2814143"/>
                  </a:lnTo>
                  <a:lnTo>
                    <a:pt x="2652081" y="2747870"/>
                  </a:lnTo>
                  <a:lnTo>
                    <a:pt x="2501617" y="2668956"/>
                  </a:lnTo>
                  <a:lnTo>
                    <a:pt x="2351153" y="2571081"/>
                  </a:lnTo>
                  <a:lnTo>
                    <a:pt x="2200689" y="2465535"/>
                  </a:lnTo>
                  <a:lnTo>
                    <a:pt x="2050225" y="2353171"/>
                  </a:lnTo>
                  <a:lnTo>
                    <a:pt x="1899761" y="2231323"/>
                  </a:lnTo>
                  <a:lnTo>
                    <a:pt x="1749297" y="2102380"/>
                  </a:lnTo>
                  <a:lnTo>
                    <a:pt x="1598833" y="1969331"/>
                  </a:lnTo>
                  <a:lnTo>
                    <a:pt x="1448369" y="1834525"/>
                  </a:lnTo>
                  <a:lnTo>
                    <a:pt x="1297904" y="1699990"/>
                  </a:lnTo>
                  <a:lnTo>
                    <a:pt x="1147440" y="1566555"/>
                  </a:lnTo>
                  <a:lnTo>
                    <a:pt x="996976" y="1434577"/>
                  </a:lnTo>
                  <a:lnTo>
                    <a:pt x="846512" y="1304504"/>
                  </a:lnTo>
                  <a:lnTo>
                    <a:pt x="696048" y="1176743"/>
                  </a:lnTo>
                  <a:lnTo>
                    <a:pt x="545584" y="1051559"/>
                  </a:lnTo>
                  <a:lnTo>
                    <a:pt x="395120" y="929043"/>
                  </a:lnTo>
                  <a:lnTo>
                    <a:pt x="244656" y="809136"/>
                  </a:lnTo>
                  <a:lnTo>
                    <a:pt x="94192" y="691669"/>
                  </a:lnTo>
                  <a:lnTo>
                    <a:pt x="0" y="6195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933849"/>
              <a:ext cx="6145984" cy="3081784"/>
            </a:xfrm>
            <a:custGeom>
              <a:avLst/>
              <a:pathLst>
                <a:path w="6145984" h="3081784">
                  <a:moveTo>
                    <a:pt x="0" y="0"/>
                  </a:moveTo>
                  <a:lnTo>
                    <a:pt x="94192" y="120288"/>
                  </a:lnTo>
                  <a:lnTo>
                    <a:pt x="244656" y="305889"/>
                  </a:lnTo>
                  <a:lnTo>
                    <a:pt x="395120" y="485020"/>
                  </a:lnTo>
                  <a:lnTo>
                    <a:pt x="545584" y="657820"/>
                  </a:lnTo>
                  <a:lnTo>
                    <a:pt x="696048" y="824539"/>
                  </a:lnTo>
                  <a:lnTo>
                    <a:pt x="846512" y="985577"/>
                  </a:lnTo>
                  <a:lnTo>
                    <a:pt x="996976" y="1141510"/>
                  </a:lnTo>
                  <a:lnTo>
                    <a:pt x="1147440" y="1293052"/>
                  </a:lnTo>
                  <a:lnTo>
                    <a:pt x="1297904" y="1440963"/>
                  </a:lnTo>
                  <a:lnTo>
                    <a:pt x="1448369" y="1585923"/>
                  </a:lnTo>
                  <a:lnTo>
                    <a:pt x="1598833" y="1728588"/>
                  </a:lnTo>
                  <a:lnTo>
                    <a:pt x="1749297" y="1866985"/>
                  </a:lnTo>
                  <a:lnTo>
                    <a:pt x="1899761" y="1998461"/>
                  </a:lnTo>
                  <a:lnTo>
                    <a:pt x="2050225" y="2121098"/>
                  </a:lnTo>
                  <a:lnTo>
                    <a:pt x="2200689" y="2235406"/>
                  </a:lnTo>
                  <a:lnTo>
                    <a:pt x="2351153" y="2339213"/>
                  </a:lnTo>
                  <a:lnTo>
                    <a:pt x="2501617" y="2433560"/>
                  </a:lnTo>
                  <a:lnTo>
                    <a:pt x="2652081" y="2514081"/>
                  </a:lnTo>
                  <a:lnTo>
                    <a:pt x="2802545" y="2578617"/>
                  </a:lnTo>
                  <a:lnTo>
                    <a:pt x="2953009" y="2637489"/>
                  </a:lnTo>
                  <a:lnTo>
                    <a:pt x="3103473" y="2700386"/>
                  </a:lnTo>
                  <a:lnTo>
                    <a:pt x="3253937" y="2755629"/>
                  </a:lnTo>
                  <a:lnTo>
                    <a:pt x="3404401" y="2802320"/>
                  </a:lnTo>
                  <a:lnTo>
                    <a:pt x="3554865" y="2846927"/>
                  </a:lnTo>
                  <a:lnTo>
                    <a:pt x="3705329" y="2889068"/>
                  </a:lnTo>
                  <a:lnTo>
                    <a:pt x="3855793" y="2924376"/>
                  </a:lnTo>
                  <a:lnTo>
                    <a:pt x="4006257" y="2955494"/>
                  </a:lnTo>
                  <a:lnTo>
                    <a:pt x="4156721" y="2983767"/>
                  </a:lnTo>
                  <a:lnTo>
                    <a:pt x="4307185" y="3006534"/>
                  </a:lnTo>
                  <a:lnTo>
                    <a:pt x="4457649" y="3024588"/>
                  </a:lnTo>
                  <a:lnTo>
                    <a:pt x="4608114" y="3039419"/>
                  </a:lnTo>
                  <a:lnTo>
                    <a:pt x="4758578" y="3051528"/>
                  </a:lnTo>
                  <a:lnTo>
                    <a:pt x="4909042" y="3061133"/>
                  </a:lnTo>
                  <a:lnTo>
                    <a:pt x="5059506" y="3068702"/>
                  </a:lnTo>
                  <a:lnTo>
                    <a:pt x="5209970" y="3074504"/>
                  </a:lnTo>
                  <a:lnTo>
                    <a:pt x="5360434" y="3078644"/>
                  </a:lnTo>
                  <a:lnTo>
                    <a:pt x="5510898" y="3081105"/>
                  </a:lnTo>
                  <a:lnTo>
                    <a:pt x="5661362" y="3081784"/>
                  </a:lnTo>
                  <a:lnTo>
                    <a:pt x="5811826" y="3080520"/>
                  </a:lnTo>
                  <a:lnTo>
                    <a:pt x="5962290" y="3077113"/>
                  </a:lnTo>
                  <a:lnTo>
                    <a:pt x="6112754" y="3071349"/>
                  </a:lnTo>
                  <a:lnTo>
                    <a:pt x="6145984" y="30695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553364"/>
              <a:ext cx="5626612" cy="2840910"/>
            </a:xfrm>
            <a:custGeom>
              <a:avLst/>
              <a:pathLst>
                <a:path w="5626612" h="2840910">
                  <a:moveTo>
                    <a:pt x="5626612" y="2840910"/>
                  </a:moveTo>
                  <a:lnTo>
                    <a:pt x="5510898" y="2822602"/>
                  </a:lnTo>
                  <a:lnTo>
                    <a:pt x="5360434" y="2798451"/>
                  </a:lnTo>
                  <a:lnTo>
                    <a:pt x="5209970" y="2773871"/>
                  </a:lnTo>
                  <a:lnTo>
                    <a:pt x="5059506" y="2748864"/>
                  </a:lnTo>
                  <a:lnTo>
                    <a:pt x="4909042" y="2723552"/>
                  </a:lnTo>
                  <a:lnTo>
                    <a:pt x="4758578" y="2698222"/>
                  </a:lnTo>
                  <a:lnTo>
                    <a:pt x="4608114" y="2673361"/>
                  </a:lnTo>
                  <a:lnTo>
                    <a:pt x="4457649" y="2648912"/>
                  </a:lnTo>
                  <a:lnTo>
                    <a:pt x="4307185" y="2623746"/>
                  </a:lnTo>
                  <a:lnTo>
                    <a:pt x="4156721" y="2597355"/>
                  </a:lnTo>
                  <a:lnTo>
                    <a:pt x="4006257" y="2568541"/>
                  </a:lnTo>
                  <a:lnTo>
                    <a:pt x="3855793" y="2536477"/>
                  </a:lnTo>
                  <a:lnTo>
                    <a:pt x="3705329" y="2502134"/>
                  </a:lnTo>
                  <a:lnTo>
                    <a:pt x="3554865" y="2463540"/>
                  </a:lnTo>
                  <a:lnTo>
                    <a:pt x="3404401" y="2418313"/>
                  </a:lnTo>
                  <a:lnTo>
                    <a:pt x="3253937" y="2370880"/>
                  </a:lnTo>
                  <a:lnTo>
                    <a:pt x="3103473" y="2320279"/>
                  </a:lnTo>
                  <a:lnTo>
                    <a:pt x="2953009" y="2259278"/>
                  </a:lnTo>
                  <a:lnTo>
                    <a:pt x="2802545" y="2194628"/>
                  </a:lnTo>
                  <a:lnTo>
                    <a:pt x="2652081" y="2128355"/>
                  </a:lnTo>
                  <a:lnTo>
                    <a:pt x="2501617" y="2049441"/>
                  </a:lnTo>
                  <a:lnTo>
                    <a:pt x="2351153" y="1951566"/>
                  </a:lnTo>
                  <a:lnTo>
                    <a:pt x="2200689" y="1846020"/>
                  </a:lnTo>
                  <a:lnTo>
                    <a:pt x="2050225" y="1733656"/>
                  </a:lnTo>
                  <a:lnTo>
                    <a:pt x="1899761" y="1611808"/>
                  </a:lnTo>
                  <a:lnTo>
                    <a:pt x="1749297" y="1482865"/>
                  </a:lnTo>
                  <a:lnTo>
                    <a:pt x="1598833" y="1349816"/>
                  </a:lnTo>
                  <a:lnTo>
                    <a:pt x="1448369" y="1215010"/>
                  </a:lnTo>
                  <a:lnTo>
                    <a:pt x="1297904" y="1080475"/>
                  </a:lnTo>
                  <a:lnTo>
                    <a:pt x="1147440" y="947041"/>
                  </a:lnTo>
                  <a:lnTo>
                    <a:pt x="996976" y="815062"/>
                  </a:lnTo>
                  <a:lnTo>
                    <a:pt x="846512" y="684989"/>
                  </a:lnTo>
                  <a:lnTo>
                    <a:pt x="696048" y="557228"/>
                  </a:lnTo>
                  <a:lnTo>
                    <a:pt x="545584" y="432044"/>
                  </a:lnTo>
                  <a:lnTo>
                    <a:pt x="395120" y="309528"/>
                  </a:lnTo>
                  <a:lnTo>
                    <a:pt x="244656" y="189621"/>
                  </a:lnTo>
                  <a:lnTo>
                    <a:pt x="94192" y="721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243607"/>
              <a:ext cx="6145984" cy="2996105"/>
            </a:xfrm>
            <a:custGeom>
              <a:avLst/>
              <a:pathLst>
                <a:path w="6145984" h="2996105">
                  <a:moveTo>
                    <a:pt x="0" y="0"/>
                  </a:moveTo>
                  <a:lnTo>
                    <a:pt x="94192" y="96221"/>
                  </a:lnTo>
                  <a:lnTo>
                    <a:pt x="244656" y="247755"/>
                  </a:lnTo>
                  <a:lnTo>
                    <a:pt x="395120" y="397274"/>
                  </a:lnTo>
                  <a:lnTo>
                    <a:pt x="545584" y="544932"/>
                  </a:lnTo>
                  <a:lnTo>
                    <a:pt x="696048" y="690883"/>
                  </a:lnTo>
                  <a:lnTo>
                    <a:pt x="846512" y="835283"/>
                  </a:lnTo>
                  <a:lnTo>
                    <a:pt x="996976" y="978286"/>
                  </a:lnTo>
                  <a:lnTo>
                    <a:pt x="1147440" y="1120046"/>
                  </a:lnTo>
                  <a:lnTo>
                    <a:pt x="1297904" y="1260719"/>
                  </a:lnTo>
                  <a:lnTo>
                    <a:pt x="1448369" y="1400466"/>
                  </a:lnTo>
                  <a:lnTo>
                    <a:pt x="1598833" y="1539202"/>
                  </a:lnTo>
                  <a:lnTo>
                    <a:pt x="1749297" y="1674925"/>
                  </a:lnTo>
                  <a:lnTo>
                    <a:pt x="1899761" y="1805135"/>
                  </a:lnTo>
                  <a:lnTo>
                    <a:pt x="2050225" y="1927377"/>
                  </a:lnTo>
                  <a:lnTo>
                    <a:pt x="2200689" y="2040713"/>
                  </a:lnTo>
                  <a:lnTo>
                    <a:pt x="2351153" y="2145390"/>
                  </a:lnTo>
                  <a:lnTo>
                    <a:pt x="2501617" y="2241500"/>
                  </a:lnTo>
                  <a:lnTo>
                    <a:pt x="2652081" y="2321218"/>
                  </a:lnTo>
                  <a:lnTo>
                    <a:pt x="2802545" y="2386622"/>
                  </a:lnTo>
                  <a:lnTo>
                    <a:pt x="2953009" y="2448383"/>
                  </a:lnTo>
                  <a:lnTo>
                    <a:pt x="3103473" y="2510332"/>
                  </a:lnTo>
                  <a:lnTo>
                    <a:pt x="3253937" y="2563254"/>
                  </a:lnTo>
                  <a:lnTo>
                    <a:pt x="3404401" y="2610317"/>
                  </a:lnTo>
                  <a:lnTo>
                    <a:pt x="3554865" y="2655234"/>
                  </a:lnTo>
                  <a:lnTo>
                    <a:pt x="3705329" y="2695601"/>
                  </a:lnTo>
                  <a:lnTo>
                    <a:pt x="3855793" y="2730426"/>
                  </a:lnTo>
                  <a:lnTo>
                    <a:pt x="4006257" y="2762018"/>
                  </a:lnTo>
                  <a:lnTo>
                    <a:pt x="4156721" y="2790561"/>
                  </a:lnTo>
                  <a:lnTo>
                    <a:pt x="4307185" y="2815140"/>
                  </a:lnTo>
                  <a:lnTo>
                    <a:pt x="4457649" y="2836750"/>
                  </a:lnTo>
                  <a:lnTo>
                    <a:pt x="4608114" y="2856390"/>
                  </a:lnTo>
                  <a:lnTo>
                    <a:pt x="4758578" y="2874875"/>
                  </a:lnTo>
                  <a:lnTo>
                    <a:pt x="4909042" y="2892342"/>
                  </a:lnTo>
                  <a:lnTo>
                    <a:pt x="5059506" y="2908783"/>
                  </a:lnTo>
                  <a:lnTo>
                    <a:pt x="5209970" y="2924188"/>
                  </a:lnTo>
                  <a:lnTo>
                    <a:pt x="5360434" y="2938547"/>
                  </a:lnTo>
                  <a:lnTo>
                    <a:pt x="5510898" y="2951853"/>
                  </a:lnTo>
                  <a:lnTo>
                    <a:pt x="5661362" y="2964096"/>
                  </a:lnTo>
                  <a:lnTo>
                    <a:pt x="5811826" y="2975268"/>
                  </a:lnTo>
                  <a:lnTo>
                    <a:pt x="5962290" y="2985359"/>
                  </a:lnTo>
                  <a:lnTo>
                    <a:pt x="6112754" y="2994360"/>
                  </a:lnTo>
                  <a:lnTo>
                    <a:pt x="6145984" y="2996105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1833262"/>
              <a:ext cx="6145984" cy="3561012"/>
            </a:xfrm>
            <a:custGeom>
              <a:avLst/>
              <a:pathLst>
                <a:path w="6145984" h="3561012">
                  <a:moveTo>
                    <a:pt x="0" y="0"/>
                  </a:moveTo>
                  <a:lnTo>
                    <a:pt x="94192" y="123487"/>
                  </a:lnTo>
                  <a:lnTo>
                    <a:pt x="244656" y="315276"/>
                  </a:lnTo>
                  <a:lnTo>
                    <a:pt x="395120" y="501778"/>
                  </a:lnTo>
                  <a:lnTo>
                    <a:pt x="545584" y="683238"/>
                  </a:lnTo>
                  <a:lnTo>
                    <a:pt x="696048" y="860006"/>
                  </a:lnTo>
                  <a:lnTo>
                    <a:pt x="846512" y="1032580"/>
                  </a:lnTo>
                  <a:lnTo>
                    <a:pt x="996976" y="1201620"/>
                  </a:lnTo>
                  <a:lnTo>
                    <a:pt x="1147440" y="1367924"/>
                  </a:lnTo>
                  <a:lnTo>
                    <a:pt x="1297904" y="1532332"/>
                  </a:lnTo>
                  <a:lnTo>
                    <a:pt x="1448369" y="1695573"/>
                  </a:lnTo>
                  <a:lnTo>
                    <a:pt x="1598833" y="1856682"/>
                  </a:lnTo>
                  <a:lnTo>
                    <a:pt x="1749297" y="2012449"/>
                  </a:lnTo>
                  <a:lnTo>
                    <a:pt x="1899761" y="2159766"/>
                  </a:lnTo>
                  <a:lnTo>
                    <a:pt x="2050225" y="2296269"/>
                  </a:lnTo>
                  <a:lnTo>
                    <a:pt x="2200689" y="2422548"/>
                  </a:lnTo>
                  <a:lnTo>
                    <a:pt x="2351153" y="2536136"/>
                  </a:lnTo>
                  <a:lnTo>
                    <a:pt x="2501617" y="2637356"/>
                  </a:lnTo>
                  <a:lnTo>
                    <a:pt x="2652081" y="2718884"/>
                  </a:lnTo>
                  <a:lnTo>
                    <a:pt x="2802545" y="2779707"/>
                  </a:lnTo>
                  <a:lnTo>
                    <a:pt x="2953009" y="2833889"/>
                  </a:lnTo>
                  <a:lnTo>
                    <a:pt x="3103473" y="2890267"/>
                  </a:lnTo>
                  <a:lnTo>
                    <a:pt x="3253937" y="2932131"/>
                  </a:lnTo>
                  <a:lnTo>
                    <a:pt x="3404401" y="2964999"/>
                  </a:lnTo>
                  <a:lnTo>
                    <a:pt x="3554865" y="3001827"/>
                  </a:lnTo>
                  <a:lnTo>
                    <a:pt x="3705329" y="3039557"/>
                  </a:lnTo>
                  <a:lnTo>
                    <a:pt x="3855793" y="3070483"/>
                  </a:lnTo>
                  <a:lnTo>
                    <a:pt x="4006257" y="3097707"/>
                  </a:lnTo>
                  <a:lnTo>
                    <a:pt x="4156721" y="3122324"/>
                  </a:lnTo>
                  <a:lnTo>
                    <a:pt x="4307185" y="3141260"/>
                  </a:lnTo>
                  <a:lnTo>
                    <a:pt x="4457649" y="3155483"/>
                  </a:lnTo>
                  <a:lnTo>
                    <a:pt x="4608114" y="3166625"/>
                  </a:lnTo>
                  <a:lnTo>
                    <a:pt x="4758578" y="3175279"/>
                  </a:lnTo>
                  <a:lnTo>
                    <a:pt x="4909042" y="3181649"/>
                  </a:lnTo>
                  <a:lnTo>
                    <a:pt x="5059506" y="3186184"/>
                  </a:lnTo>
                  <a:lnTo>
                    <a:pt x="5209970" y="3189142"/>
                  </a:lnTo>
                  <a:lnTo>
                    <a:pt x="5360434" y="3190621"/>
                  </a:lnTo>
                  <a:lnTo>
                    <a:pt x="5510898" y="3190607"/>
                  </a:lnTo>
                  <a:lnTo>
                    <a:pt x="5661362" y="3188999"/>
                  </a:lnTo>
                  <a:lnTo>
                    <a:pt x="5811826" y="3185641"/>
                  </a:lnTo>
                  <a:lnTo>
                    <a:pt x="5962290" y="3180343"/>
                  </a:lnTo>
                  <a:lnTo>
                    <a:pt x="6112754" y="3172896"/>
                  </a:lnTo>
                  <a:lnTo>
                    <a:pt x="6145984" y="3170732"/>
                  </a:lnTo>
                  <a:lnTo>
                    <a:pt x="6145984" y="3561012"/>
                  </a:lnTo>
                  <a:lnTo>
                    <a:pt x="5685050" y="3561012"/>
                  </a:lnTo>
                  <a:lnTo>
                    <a:pt x="5661362" y="3557782"/>
                  </a:lnTo>
                  <a:lnTo>
                    <a:pt x="5510898" y="3537187"/>
                  </a:lnTo>
                  <a:lnTo>
                    <a:pt x="5360434" y="3516379"/>
                  </a:lnTo>
                  <a:lnTo>
                    <a:pt x="5209970" y="3495276"/>
                  </a:lnTo>
                  <a:lnTo>
                    <a:pt x="5059506" y="3473881"/>
                  </a:lnTo>
                  <a:lnTo>
                    <a:pt x="4909042" y="3452313"/>
                  </a:lnTo>
                  <a:lnTo>
                    <a:pt x="4758578" y="3430846"/>
                  </a:lnTo>
                  <a:lnTo>
                    <a:pt x="4608114" y="3409950"/>
                  </a:lnTo>
                  <a:lnTo>
                    <a:pt x="4457649" y="3389574"/>
                  </a:lnTo>
                  <a:lnTo>
                    <a:pt x="4307185" y="3368524"/>
                  </a:lnTo>
                  <a:lnTo>
                    <a:pt x="4156721" y="3346108"/>
                  </a:lnTo>
                  <a:lnTo>
                    <a:pt x="4006257" y="3320972"/>
                  </a:lnTo>
                  <a:lnTo>
                    <a:pt x="3855793" y="3292840"/>
                  </a:lnTo>
                  <a:lnTo>
                    <a:pt x="3705329" y="3262840"/>
                  </a:lnTo>
                  <a:lnTo>
                    <a:pt x="3554865" y="3228516"/>
                  </a:lnTo>
                  <a:lnTo>
                    <a:pt x="3404401" y="3191091"/>
                  </a:lnTo>
                  <a:lnTo>
                    <a:pt x="3253937" y="3157512"/>
                  </a:lnTo>
                  <a:lnTo>
                    <a:pt x="3103473" y="3120104"/>
                  </a:lnTo>
                  <a:lnTo>
                    <a:pt x="2953009" y="3065546"/>
                  </a:lnTo>
                  <a:lnTo>
                    <a:pt x="2802545" y="3005817"/>
                  </a:lnTo>
                  <a:lnTo>
                    <a:pt x="2652081" y="2943328"/>
                  </a:lnTo>
                  <a:lnTo>
                    <a:pt x="2501617" y="2863342"/>
                  </a:lnTo>
                  <a:lnTo>
                    <a:pt x="2351153" y="2758735"/>
                  </a:lnTo>
                  <a:lnTo>
                    <a:pt x="2200689" y="2643478"/>
                  </a:lnTo>
                  <a:lnTo>
                    <a:pt x="2050225" y="2519064"/>
                  </a:lnTo>
                  <a:lnTo>
                    <a:pt x="1899761" y="2383319"/>
                  </a:lnTo>
                  <a:lnTo>
                    <a:pt x="1749297" y="2238433"/>
                  </a:lnTo>
                  <a:lnTo>
                    <a:pt x="1598833" y="2087802"/>
                  </a:lnTo>
                  <a:lnTo>
                    <a:pt x="1448369" y="1934237"/>
                  </a:lnTo>
                  <a:lnTo>
                    <a:pt x="1297904" y="1781004"/>
                  </a:lnTo>
                  <a:lnTo>
                    <a:pt x="1147440" y="1630493"/>
                  </a:lnTo>
                  <a:lnTo>
                    <a:pt x="996976" y="1482971"/>
                  </a:lnTo>
                  <a:lnTo>
                    <a:pt x="846512" y="1338757"/>
                  </a:lnTo>
                  <a:lnTo>
                    <a:pt x="696048" y="1198131"/>
                  </a:lnTo>
                  <a:lnTo>
                    <a:pt x="545584" y="1061236"/>
                  </a:lnTo>
                  <a:lnTo>
                    <a:pt x="395120" y="928050"/>
                  </a:lnTo>
                  <a:lnTo>
                    <a:pt x="244656" y="798405"/>
                  </a:lnTo>
                  <a:lnTo>
                    <a:pt x="94192" y="672027"/>
                  </a:lnTo>
                  <a:lnTo>
                    <a:pt x="0" y="59474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1833262"/>
              <a:ext cx="6145984" cy="3190621"/>
            </a:xfrm>
            <a:custGeom>
              <a:avLst/>
              <a:pathLst>
                <a:path w="6145984" h="3190621">
                  <a:moveTo>
                    <a:pt x="0" y="0"/>
                  </a:moveTo>
                  <a:lnTo>
                    <a:pt x="94192" y="123487"/>
                  </a:lnTo>
                  <a:lnTo>
                    <a:pt x="244656" y="315276"/>
                  </a:lnTo>
                  <a:lnTo>
                    <a:pt x="395120" y="501778"/>
                  </a:lnTo>
                  <a:lnTo>
                    <a:pt x="545584" y="683238"/>
                  </a:lnTo>
                  <a:lnTo>
                    <a:pt x="696048" y="860006"/>
                  </a:lnTo>
                  <a:lnTo>
                    <a:pt x="846512" y="1032580"/>
                  </a:lnTo>
                  <a:lnTo>
                    <a:pt x="996976" y="1201620"/>
                  </a:lnTo>
                  <a:lnTo>
                    <a:pt x="1147440" y="1367924"/>
                  </a:lnTo>
                  <a:lnTo>
                    <a:pt x="1297904" y="1532332"/>
                  </a:lnTo>
                  <a:lnTo>
                    <a:pt x="1448369" y="1695573"/>
                  </a:lnTo>
                  <a:lnTo>
                    <a:pt x="1598833" y="1856682"/>
                  </a:lnTo>
                  <a:lnTo>
                    <a:pt x="1749297" y="2012449"/>
                  </a:lnTo>
                  <a:lnTo>
                    <a:pt x="1899761" y="2159766"/>
                  </a:lnTo>
                  <a:lnTo>
                    <a:pt x="2050225" y="2296269"/>
                  </a:lnTo>
                  <a:lnTo>
                    <a:pt x="2200689" y="2422548"/>
                  </a:lnTo>
                  <a:lnTo>
                    <a:pt x="2351153" y="2536136"/>
                  </a:lnTo>
                  <a:lnTo>
                    <a:pt x="2501617" y="2637356"/>
                  </a:lnTo>
                  <a:lnTo>
                    <a:pt x="2652081" y="2718884"/>
                  </a:lnTo>
                  <a:lnTo>
                    <a:pt x="2802545" y="2779707"/>
                  </a:lnTo>
                  <a:lnTo>
                    <a:pt x="2953009" y="2833889"/>
                  </a:lnTo>
                  <a:lnTo>
                    <a:pt x="3103473" y="2890267"/>
                  </a:lnTo>
                  <a:lnTo>
                    <a:pt x="3253937" y="2932131"/>
                  </a:lnTo>
                  <a:lnTo>
                    <a:pt x="3404401" y="2964999"/>
                  </a:lnTo>
                  <a:lnTo>
                    <a:pt x="3554865" y="3001827"/>
                  </a:lnTo>
                  <a:lnTo>
                    <a:pt x="3705329" y="3039557"/>
                  </a:lnTo>
                  <a:lnTo>
                    <a:pt x="3855793" y="3070483"/>
                  </a:lnTo>
                  <a:lnTo>
                    <a:pt x="4006257" y="3097707"/>
                  </a:lnTo>
                  <a:lnTo>
                    <a:pt x="4156721" y="3122324"/>
                  </a:lnTo>
                  <a:lnTo>
                    <a:pt x="4307185" y="3141260"/>
                  </a:lnTo>
                  <a:lnTo>
                    <a:pt x="4457649" y="3155483"/>
                  </a:lnTo>
                  <a:lnTo>
                    <a:pt x="4608114" y="3166625"/>
                  </a:lnTo>
                  <a:lnTo>
                    <a:pt x="4758578" y="3175279"/>
                  </a:lnTo>
                  <a:lnTo>
                    <a:pt x="4909042" y="3181649"/>
                  </a:lnTo>
                  <a:lnTo>
                    <a:pt x="5059506" y="3186184"/>
                  </a:lnTo>
                  <a:lnTo>
                    <a:pt x="5209970" y="3189142"/>
                  </a:lnTo>
                  <a:lnTo>
                    <a:pt x="5360434" y="3190621"/>
                  </a:lnTo>
                  <a:lnTo>
                    <a:pt x="5510898" y="3190607"/>
                  </a:lnTo>
                  <a:lnTo>
                    <a:pt x="5661362" y="3188999"/>
                  </a:lnTo>
                  <a:lnTo>
                    <a:pt x="5811826" y="3185641"/>
                  </a:lnTo>
                  <a:lnTo>
                    <a:pt x="5962290" y="3180343"/>
                  </a:lnTo>
                  <a:lnTo>
                    <a:pt x="6112754" y="3172896"/>
                  </a:lnTo>
                  <a:lnTo>
                    <a:pt x="6145984" y="31707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428011"/>
              <a:ext cx="5685050" cy="2966263"/>
            </a:xfrm>
            <a:custGeom>
              <a:avLst/>
              <a:pathLst>
                <a:path w="5685050" h="2966263">
                  <a:moveTo>
                    <a:pt x="5685050" y="2966263"/>
                  </a:moveTo>
                  <a:lnTo>
                    <a:pt x="5661362" y="2963033"/>
                  </a:lnTo>
                  <a:lnTo>
                    <a:pt x="5510898" y="2942438"/>
                  </a:lnTo>
                  <a:lnTo>
                    <a:pt x="5360434" y="2921630"/>
                  </a:lnTo>
                  <a:lnTo>
                    <a:pt x="5209970" y="2900527"/>
                  </a:lnTo>
                  <a:lnTo>
                    <a:pt x="5059506" y="2879132"/>
                  </a:lnTo>
                  <a:lnTo>
                    <a:pt x="4909042" y="2857564"/>
                  </a:lnTo>
                  <a:lnTo>
                    <a:pt x="4758578" y="2836097"/>
                  </a:lnTo>
                  <a:lnTo>
                    <a:pt x="4608114" y="2815200"/>
                  </a:lnTo>
                  <a:lnTo>
                    <a:pt x="4457649" y="2794825"/>
                  </a:lnTo>
                  <a:lnTo>
                    <a:pt x="4307185" y="2773775"/>
                  </a:lnTo>
                  <a:lnTo>
                    <a:pt x="4156721" y="2751359"/>
                  </a:lnTo>
                  <a:lnTo>
                    <a:pt x="4006257" y="2726222"/>
                  </a:lnTo>
                  <a:lnTo>
                    <a:pt x="3855793" y="2698091"/>
                  </a:lnTo>
                  <a:lnTo>
                    <a:pt x="3705329" y="2668091"/>
                  </a:lnTo>
                  <a:lnTo>
                    <a:pt x="3554865" y="2633766"/>
                  </a:lnTo>
                  <a:lnTo>
                    <a:pt x="3404401" y="2596342"/>
                  </a:lnTo>
                  <a:lnTo>
                    <a:pt x="3253937" y="2562763"/>
                  </a:lnTo>
                  <a:lnTo>
                    <a:pt x="3103473" y="2525355"/>
                  </a:lnTo>
                  <a:lnTo>
                    <a:pt x="2953009" y="2470797"/>
                  </a:lnTo>
                  <a:lnTo>
                    <a:pt x="2802545" y="2411068"/>
                  </a:lnTo>
                  <a:lnTo>
                    <a:pt x="2652081" y="2348579"/>
                  </a:lnTo>
                  <a:lnTo>
                    <a:pt x="2501617" y="2268593"/>
                  </a:lnTo>
                  <a:lnTo>
                    <a:pt x="2351153" y="2163986"/>
                  </a:lnTo>
                  <a:lnTo>
                    <a:pt x="2200689" y="2048729"/>
                  </a:lnTo>
                  <a:lnTo>
                    <a:pt x="2050225" y="1924315"/>
                  </a:lnTo>
                  <a:lnTo>
                    <a:pt x="1899761" y="1788570"/>
                  </a:lnTo>
                  <a:lnTo>
                    <a:pt x="1749297" y="1643684"/>
                  </a:lnTo>
                  <a:lnTo>
                    <a:pt x="1598833" y="1493052"/>
                  </a:lnTo>
                  <a:lnTo>
                    <a:pt x="1448369" y="1339488"/>
                  </a:lnTo>
                  <a:lnTo>
                    <a:pt x="1297904" y="1186255"/>
                  </a:lnTo>
                  <a:lnTo>
                    <a:pt x="1147440" y="1035744"/>
                  </a:lnTo>
                  <a:lnTo>
                    <a:pt x="996976" y="888222"/>
                  </a:lnTo>
                  <a:lnTo>
                    <a:pt x="846512" y="744008"/>
                  </a:lnTo>
                  <a:lnTo>
                    <a:pt x="696048" y="603382"/>
                  </a:lnTo>
                  <a:lnTo>
                    <a:pt x="545584" y="466487"/>
                  </a:lnTo>
                  <a:lnTo>
                    <a:pt x="395120" y="333301"/>
                  </a:lnTo>
                  <a:lnTo>
                    <a:pt x="244656" y="203656"/>
                  </a:lnTo>
                  <a:lnTo>
                    <a:pt x="94192" y="772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130637"/>
              <a:ext cx="6145984" cy="3100263"/>
            </a:xfrm>
            <a:custGeom>
              <a:avLst/>
              <a:pathLst>
                <a:path w="6145984" h="3100263">
                  <a:moveTo>
                    <a:pt x="0" y="0"/>
                  </a:moveTo>
                  <a:lnTo>
                    <a:pt x="94192" y="100382"/>
                  </a:lnTo>
                  <a:lnTo>
                    <a:pt x="244656" y="259466"/>
                  </a:lnTo>
                  <a:lnTo>
                    <a:pt x="395120" y="417539"/>
                  </a:lnTo>
                  <a:lnTo>
                    <a:pt x="545584" y="574862"/>
                  </a:lnTo>
                  <a:lnTo>
                    <a:pt x="696048" y="731694"/>
                  </a:lnTo>
                  <a:lnTo>
                    <a:pt x="846512" y="888294"/>
                  </a:lnTo>
                  <a:lnTo>
                    <a:pt x="996976" y="1044921"/>
                  </a:lnTo>
                  <a:lnTo>
                    <a:pt x="1147440" y="1201834"/>
                  </a:lnTo>
                  <a:lnTo>
                    <a:pt x="1297904" y="1359293"/>
                  </a:lnTo>
                  <a:lnTo>
                    <a:pt x="1448369" y="1517531"/>
                  </a:lnTo>
                  <a:lnTo>
                    <a:pt x="1598833" y="1674867"/>
                  </a:lnTo>
                  <a:lnTo>
                    <a:pt x="1749297" y="1828067"/>
                  </a:lnTo>
                  <a:lnTo>
                    <a:pt x="1899761" y="1974168"/>
                  </a:lnTo>
                  <a:lnTo>
                    <a:pt x="2050225" y="2110292"/>
                  </a:lnTo>
                  <a:lnTo>
                    <a:pt x="2200689" y="2235639"/>
                  </a:lnTo>
                  <a:lnTo>
                    <a:pt x="2351153" y="2350061"/>
                  </a:lnTo>
                  <a:lnTo>
                    <a:pt x="2501617" y="2452974"/>
                  </a:lnTo>
                  <a:lnTo>
                    <a:pt x="2652081" y="2533731"/>
                  </a:lnTo>
                  <a:lnTo>
                    <a:pt x="2802545" y="2595387"/>
                  </a:lnTo>
                  <a:lnTo>
                    <a:pt x="2953009" y="2652343"/>
                  </a:lnTo>
                  <a:lnTo>
                    <a:pt x="3103473" y="2707811"/>
                  </a:lnTo>
                  <a:lnTo>
                    <a:pt x="3253937" y="2747447"/>
                  </a:lnTo>
                  <a:lnTo>
                    <a:pt x="3404401" y="2780671"/>
                  </a:lnTo>
                  <a:lnTo>
                    <a:pt x="3554865" y="2817797"/>
                  </a:lnTo>
                  <a:lnTo>
                    <a:pt x="3705329" y="2853824"/>
                  </a:lnTo>
                  <a:lnTo>
                    <a:pt x="3855793" y="2884287"/>
                  </a:lnTo>
                  <a:lnTo>
                    <a:pt x="4006257" y="2911965"/>
                  </a:lnTo>
                  <a:lnTo>
                    <a:pt x="4156721" y="2936841"/>
                  </a:lnTo>
                  <a:lnTo>
                    <a:pt x="4307185" y="2957517"/>
                  </a:lnTo>
                  <a:lnTo>
                    <a:pt x="4457649" y="2975154"/>
                  </a:lnTo>
                  <a:lnTo>
                    <a:pt x="4608114" y="2990913"/>
                  </a:lnTo>
                  <a:lnTo>
                    <a:pt x="4758578" y="3005688"/>
                  </a:lnTo>
                  <a:lnTo>
                    <a:pt x="4909042" y="3019606"/>
                  </a:lnTo>
                  <a:lnTo>
                    <a:pt x="5059506" y="3032658"/>
                  </a:lnTo>
                  <a:lnTo>
                    <a:pt x="5209970" y="3044834"/>
                  </a:lnTo>
                  <a:lnTo>
                    <a:pt x="5360434" y="3056125"/>
                  </a:lnTo>
                  <a:lnTo>
                    <a:pt x="5510898" y="3066522"/>
                  </a:lnTo>
                  <a:lnTo>
                    <a:pt x="5661362" y="3076016"/>
                  </a:lnTo>
                  <a:lnTo>
                    <a:pt x="5811826" y="3084597"/>
                  </a:lnTo>
                  <a:lnTo>
                    <a:pt x="5962290" y="3092256"/>
                  </a:lnTo>
                  <a:lnTo>
                    <a:pt x="6112754" y="3098985"/>
                  </a:lnTo>
                  <a:lnTo>
                    <a:pt x="6145984" y="310026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016966"/>
              <a:ext cx="6145984" cy="3377309"/>
            </a:xfrm>
            <a:custGeom>
              <a:avLst/>
              <a:pathLst>
                <a:path w="6145984" h="3377309">
                  <a:moveTo>
                    <a:pt x="0" y="0"/>
                  </a:moveTo>
                  <a:lnTo>
                    <a:pt x="94192" y="130898"/>
                  </a:lnTo>
                  <a:lnTo>
                    <a:pt x="244656" y="332338"/>
                  </a:lnTo>
                  <a:lnTo>
                    <a:pt x="395120" y="526214"/>
                  </a:lnTo>
                  <a:lnTo>
                    <a:pt x="545584" y="712679"/>
                  </a:lnTo>
                  <a:lnTo>
                    <a:pt x="696048" y="891985"/>
                  </a:lnTo>
                  <a:lnTo>
                    <a:pt x="846512" y="1064524"/>
                  </a:lnTo>
                  <a:lnTo>
                    <a:pt x="996976" y="1230846"/>
                  </a:lnTo>
                  <a:lnTo>
                    <a:pt x="1147440" y="1391629"/>
                  </a:lnTo>
                  <a:lnTo>
                    <a:pt x="1297904" y="1547591"/>
                  </a:lnTo>
                  <a:lnTo>
                    <a:pt x="1448369" y="1699367"/>
                  </a:lnTo>
                  <a:lnTo>
                    <a:pt x="1598833" y="1847058"/>
                  </a:lnTo>
                  <a:lnTo>
                    <a:pt x="1749297" y="1988621"/>
                  </a:lnTo>
                  <a:lnTo>
                    <a:pt x="1899761" y="2121678"/>
                  </a:lnTo>
                  <a:lnTo>
                    <a:pt x="2050225" y="2244416"/>
                  </a:lnTo>
                  <a:lnTo>
                    <a:pt x="2200689" y="2355820"/>
                  </a:lnTo>
                  <a:lnTo>
                    <a:pt x="2351153" y="2454751"/>
                  </a:lnTo>
                  <a:lnTo>
                    <a:pt x="2501617" y="2543851"/>
                  </a:lnTo>
                  <a:lnTo>
                    <a:pt x="2652081" y="2615602"/>
                  </a:lnTo>
                  <a:lnTo>
                    <a:pt x="2802545" y="2668267"/>
                  </a:lnTo>
                  <a:lnTo>
                    <a:pt x="2953009" y="2716112"/>
                  </a:lnTo>
                  <a:lnTo>
                    <a:pt x="3103473" y="2769403"/>
                  </a:lnTo>
                  <a:lnTo>
                    <a:pt x="3253937" y="2813106"/>
                  </a:lnTo>
                  <a:lnTo>
                    <a:pt x="3404401" y="2848935"/>
                  </a:lnTo>
                  <a:lnTo>
                    <a:pt x="3554865" y="2885633"/>
                  </a:lnTo>
                  <a:lnTo>
                    <a:pt x="3705329" y="2922632"/>
                  </a:lnTo>
                  <a:lnTo>
                    <a:pt x="3855793" y="2953613"/>
                  </a:lnTo>
                  <a:lnTo>
                    <a:pt x="4006257" y="2979366"/>
                  </a:lnTo>
                  <a:lnTo>
                    <a:pt x="4156721" y="3000795"/>
                  </a:lnTo>
                  <a:lnTo>
                    <a:pt x="4307185" y="3016461"/>
                  </a:lnTo>
                  <a:lnTo>
                    <a:pt x="4457649" y="3027264"/>
                  </a:lnTo>
                  <a:lnTo>
                    <a:pt x="4608114" y="3034739"/>
                  </a:lnTo>
                  <a:lnTo>
                    <a:pt x="4758578" y="3039752"/>
                  </a:lnTo>
                  <a:lnTo>
                    <a:pt x="4909042" y="3042681"/>
                  </a:lnTo>
                  <a:lnTo>
                    <a:pt x="5059506" y="3043951"/>
                  </a:lnTo>
                  <a:lnTo>
                    <a:pt x="5209970" y="3043805"/>
                  </a:lnTo>
                  <a:lnTo>
                    <a:pt x="5360434" y="3042337"/>
                  </a:lnTo>
                  <a:lnTo>
                    <a:pt x="5510898" y="3039528"/>
                  </a:lnTo>
                  <a:lnTo>
                    <a:pt x="5661362" y="3035283"/>
                  </a:lnTo>
                  <a:lnTo>
                    <a:pt x="5811826" y="3029449"/>
                  </a:lnTo>
                  <a:lnTo>
                    <a:pt x="5962290" y="3021844"/>
                  </a:lnTo>
                  <a:lnTo>
                    <a:pt x="6112754" y="3012268"/>
                  </a:lnTo>
                  <a:lnTo>
                    <a:pt x="6145984" y="3009674"/>
                  </a:lnTo>
                  <a:lnTo>
                    <a:pt x="6145984" y="3377309"/>
                  </a:lnTo>
                  <a:lnTo>
                    <a:pt x="5580353" y="3377309"/>
                  </a:lnTo>
                  <a:lnTo>
                    <a:pt x="5510898" y="3369511"/>
                  </a:lnTo>
                  <a:lnTo>
                    <a:pt x="5360434" y="3352494"/>
                  </a:lnTo>
                  <a:lnTo>
                    <a:pt x="5209970" y="3335279"/>
                  </a:lnTo>
                  <a:lnTo>
                    <a:pt x="5059506" y="3317870"/>
                  </a:lnTo>
                  <a:lnTo>
                    <a:pt x="4909042" y="3300383"/>
                  </a:lnTo>
                  <a:lnTo>
                    <a:pt x="4758578" y="3283080"/>
                  </a:lnTo>
                  <a:lnTo>
                    <a:pt x="4608114" y="3266411"/>
                  </a:lnTo>
                  <a:lnTo>
                    <a:pt x="4457649" y="3250145"/>
                  </a:lnTo>
                  <a:lnTo>
                    <a:pt x="4307185" y="3232842"/>
                  </a:lnTo>
                  <a:lnTo>
                    <a:pt x="4156721" y="3213862"/>
                  </a:lnTo>
                  <a:lnTo>
                    <a:pt x="4006257" y="3191939"/>
                  </a:lnTo>
                  <a:lnTo>
                    <a:pt x="3855793" y="3165322"/>
                  </a:lnTo>
                  <a:lnTo>
                    <a:pt x="3705329" y="3135222"/>
                  </a:lnTo>
                  <a:lnTo>
                    <a:pt x="3554865" y="3101466"/>
                  </a:lnTo>
                  <a:lnTo>
                    <a:pt x="3404401" y="3064200"/>
                  </a:lnTo>
                  <a:lnTo>
                    <a:pt x="3253937" y="3027694"/>
                  </a:lnTo>
                  <a:lnTo>
                    <a:pt x="3103473" y="2988234"/>
                  </a:lnTo>
                  <a:lnTo>
                    <a:pt x="2953009" y="2936676"/>
                  </a:lnTo>
                  <a:lnTo>
                    <a:pt x="2802545" y="2883550"/>
                  </a:lnTo>
                  <a:lnTo>
                    <a:pt x="2652081" y="2829297"/>
                  </a:lnTo>
                  <a:lnTo>
                    <a:pt x="2501617" y="2759015"/>
                  </a:lnTo>
                  <a:lnTo>
                    <a:pt x="2351153" y="2666690"/>
                  </a:lnTo>
                  <a:lnTo>
                    <a:pt x="2200689" y="2566170"/>
                  </a:lnTo>
                  <a:lnTo>
                    <a:pt x="2050225" y="2456542"/>
                  </a:lnTo>
                  <a:lnTo>
                    <a:pt x="1899761" y="2334526"/>
                  </a:lnTo>
                  <a:lnTo>
                    <a:pt x="1749297" y="2203783"/>
                  </a:lnTo>
                  <a:lnTo>
                    <a:pt x="1598833" y="2067110"/>
                  </a:lnTo>
                  <a:lnTo>
                    <a:pt x="1448369" y="1926602"/>
                  </a:lnTo>
                  <a:lnTo>
                    <a:pt x="1297904" y="1784354"/>
                  </a:lnTo>
                  <a:lnTo>
                    <a:pt x="1147440" y="1641624"/>
                  </a:lnTo>
                  <a:lnTo>
                    <a:pt x="996976" y="1498724"/>
                  </a:lnTo>
                  <a:lnTo>
                    <a:pt x="846512" y="1356039"/>
                  </a:lnTo>
                  <a:lnTo>
                    <a:pt x="696048" y="1213917"/>
                  </a:lnTo>
                  <a:lnTo>
                    <a:pt x="545584" y="1072575"/>
                  </a:lnTo>
                  <a:lnTo>
                    <a:pt x="395120" y="932073"/>
                  </a:lnTo>
                  <a:lnTo>
                    <a:pt x="244656" y="792330"/>
                  </a:lnTo>
                  <a:lnTo>
                    <a:pt x="94192" y="653169"/>
                  </a:lnTo>
                  <a:lnTo>
                    <a:pt x="0" y="56626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016966"/>
              <a:ext cx="6145984" cy="3043951"/>
            </a:xfrm>
            <a:custGeom>
              <a:avLst/>
              <a:pathLst>
                <a:path w="6145984" h="3043951">
                  <a:moveTo>
                    <a:pt x="0" y="0"/>
                  </a:moveTo>
                  <a:lnTo>
                    <a:pt x="94192" y="130898"/>
                  </a:lnTo>
                  <a:lnTo>
                    <a:pt x="244656" y="332338"/>
                  </a:lnTo>
                  <a:lnTo>
                    <a:pt x="395120" y="526214"/>
                  </a:lnTo>
                  <a:lnTo>
                    <a:pt x="545584" y="712679"/>
                  </a:lnTo>
                  <a:lnTo>
                    <a:pt x="696048" y="891985"/>
                  </a:lnTo>
                  <a:lnTo>
                    <a:pt x="846512" y="1064524"/>
                  </a:lnTo>
                  <a:lnTo>
                    <a:pt x="996976" y="1230846"/>
                  </a:lnTo>
                  <a:lnTo>
                    <a:pt x="1147440" y="1391629"/>
                  </a:lnTo>
                  <a:lnTo>
                    <a:pt x="1297904" y="1547591"/>
                  </a:lnTo>
                  <a:lnTo>
                    <a:pt x="1448369" y="1699367"/>
                  </a:lnTo>
                  <a:lnTo>
                    <a:pt x="1598833" y="1847058"/>
                  </a:lnTo>
                  <a:lnTo>
                    <a:pt x="1749297" y="1988621"/>
                  </a:lnTo>
                  <a:lnTo>
                    <a:pt x="1899761" y="2121678"/>
                  </a:lnTo>
                  <a:lnTo>
                    <a:pt x="2050225" y="2244416"/>
                  </a:lnTo>
                  <a:lnTo>
                    <a:pt x="2200689" y="2355820"/>
                  </a:lnTo>
                  <a:lnTo>
                    <a:pt x="2351153" y="2454751"/>
                  </a:lnTo>
                  <a:lnTo>
                    <a:pt x="2501617" y="2543851"/>
                  </a:lnTo>
                  <a:lnTo>
                    <a:pt x="2652081" y="2615602"/>
                  </a:lnTo>
                  <a:lnTo>
                    <a:pt x="2802545" y="2668267"/>
                  </a:lnTo>
                  <a:lnTo>
                    <a:pt x="2953009" y="2716112"/>
                  </a:lnTo>
                  <a:lnTo>
                    <a:pt x="3103473" y="2769403"/>
                  </a:lnTo>
                  <a:lnTo>
                    <a:pt x="3253937" y="2813106"/>
                  </a:lnTo>
                  <a:lnTo>
                    <a:pt x="3404401" y="2848935"/>
                  </a:lnTo>
                  <a:lnTo>
                    <a:pt x="3554865" y="2885633"/>
                  </a:lnTo>
                  <a:lnTo>
                    <a:pt x="3705329" y="2922632"/>
                  </a:lnTo>
                  <a:lnTo>
                    <a:pt x="3855793" y="2953613"/>
                  </a:lnTo>
                  <a:lnTo>
                    <a:pt x="4006257" y="2979366"/>
                  </a:lnTo>
                  <a:lnTo>
                    <a:pt x="4156721" y="3000795"/>
                  </a:lnTo>
                  <a:lnTo>
                    <a:pt x="4307185" y="3016461"/>
                  </a:lnTo>
                  <a:lnTo>
                    <a:pt x="4457649" y="3027264"/>
                  </a:lnTo>
                  <a:lnTo>
                    <a:pt x="4608114" y="3034739"/>
                  </a:lnTo>
                  <a:lnTo>
                    <a:pt x="4758578" y="3039752"/>
                  </a:lnTo>
                  <a:lnTo>
                    <a:pt x="4909042" y="3042681"/>
                  </a:lnTo>
                  <a:lnTo>
                    <a:pt x="5059506" y="3043951"/>
                  </a:lnTo>
                  <a:lnTo>
                    <a:pt x="5209970" y="3043805"/>
                  </a:lnTo>
                  <a:lnTo>
                    <a:pt x="5360434" y="3042337"/>
                  </a:lnTo>
                  <a:lnTo>
                    <a:pt x="5510898" y="3039528"/>
                  </a:lnTo>
                  <a:lnTo>
                    <a:pt x="5661362" y="3035283"/>
                  </a:lnTo>
                  <a:lnTo>
                    <a:pt x="5811826" y="3029449"/>
                  </a:lnTo>
                  <a:lnTo>
                    <a:pt x="5962290" y="3021844"/>
                  </a:lnTo>
                  <a:lnTo>
                    <a:pt x="6112754" y="3012268"/>
                  </a:lnTo>
                  <a:lnTo>
                    <a:pt x="6145984" y="30096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2583233"/>
              <a:ext cx="5580353" cy="2811042"/>
            </a:xfrm>
            <a:custGeom>
              <a:avLst/>
              <a:pathLst>
                <a:path w="5580353" h="2811042">
                  <a:moveTo>
                    <a:pt x="5580353" y="2811042"/>
                  </a:moveTo>
                  <a:lnTo>
                    <a:pt x="5510898" y="2803243"/>
                  </a:lnTo>
                  <a:lnTo>
                    <a:pt x="5360434" y="2786227"/>
                  </a:lnTo>
                  <a:lnTo>
                    <a:pt x="5209970" y="2769012"/>
                  </a:lnTo>
                  <a:lnTo>
                    <a:pt x="5059506" y="2751603"/>
                  </a:lnTo>
                  <a:lnTo>
                    <a:pt x="4909042" y="2734115"/>
                  </a:lnTo>
                  <a:lnTo>
                    <a:pt x="4758578" y="2716813"/>
                  </a:lnTo>
                  <a:lnTo>
                    <a:pt x="4608114" y="2700143"/>
                  </a:lnTo>
                  <a:lnTo>
                    <a:pt x="4457649" y="2683877"/>
                  </a:lnTo>
                  <a:lnTo>
                    <a:pt x="4307185" y="2666575"/>
                  </a:lnTo>
                  <a:lnTo>
                    <a:pt x="4156721" y="2647595"/>
                  </a:lnTo>
                  <a:lnTo>
                    <a:pt x="4006257" y="2625672"/>
                  </a:lnTo>
                  <a:lnTo>
                    <a:pt x="3855793" y="2599054"/>
                  </a:lnTo>
                  <a:lnTo>
                    <a:pt x="3705329" y="2568955"/>
                  </a:lnTo>
                  <a:lnTo>
                    <a:pt x="3554865" y="2535199"/>
                  </a:lnTo>
                  <a:lnTo>
                    <a:pt x="3404401" y="2497933"/>
                  </a:lnTo>
                  <a:lnTo>
                    <a:pt x="3253937" y="2461427"/>
                  </a:lnTo>
                  <a:lnTo>
                    <a:pt x="3103473" y="2421966"/>
                  </a:lnTo>
                  <a:lnTo>
                    <a:pt x="2953009" y="2370408"/>
                  </a:lnTo>
                  <a:lnTo>
                    <a:pt x="2802545" y="2317282"/>
                  </a:lnTo>
                  <a:lnTo>
                    <a:pt x="2652081" y="2263030"/>
                  </a:lnTo>
                  <a:lnTo>
                    <a:pt x="2501617" y="2192747"/>
                  </a:lnTo>
                  <a:lnTo>
                    <a:pt x="2351153" y="2100422"/>
                  </a:lnTo>
                  <a:lnTo>
                    <a:pt x="2200689" y="1999903"/>
                  </a:lnTo>
                  <a:lnTo>
                    <a:pt x="2050225" y="1890274"/>
                  </a:lnTo>
                  <a:lnTo>
                    <a:pt x="1899761" y="1768258"/>
                  </a:lnTo>
                  <a:lnTo>
                    <a:pt x="1749297" y="1637516"/>
                  </a:lnTo>
                  <a:lnTo>
                    <a:pt x="1598833" y="1500842"/>
                  </a:lnTo>
                  <a:lnTo>
                    <a:pt x="1448369" y="1360335"/>
                  </a:lnTo>
                  <a:lnTo>
                    <a:pt x="1297904" y="1218087"/>
                  </a:lnTo>
                  <a:lnTo>
                    <a:pt x="1147440" y="1075357"/>
                  </a:lnTo>
                  <a:lnTo>
                    <a:pt x="996976" y="932457"/>
                  </a:lnTo>
                  <a:lnTo>
                    <a:pt x="846512" y="789772"/>
                  </a:lnTo>
                  <a:lnTo>
                    <a:pt x="696048" y="647650"/>
                  </a:lnTo>
                  <a:lnTo>
                    <a:pt x="545584" y="506308"/>
                  </a:lnTo>
                  <a:lnTo>
                    <a:pt x="395120" y="365806"/>
                  </a:lnTo>
                  <a:lnTo>
                    <a:pt x="244656" y="226063"/>
                  </a:lnTo>
                  <a:lnTo>
                    <a:pt x="94192" y="869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300099"/>
              <a:ext cx="6145984" cy="2942580"/>
            </a:xfrm>
            <a:custGeom>
              <a:avLst/>
              <a:pathLst>
                <a:path w="6145984" h="2942580">
                  <a:moveTo>
                    <a:pt x="0" y="0"/>
                  </a:moveTo>
                  <a:lnTo>
                    <a:pt x="94192" y="108900"/>
                  </a:lnTo>
                  <a:lnTo>
                    <a:pt x="244656" y="279201"/>
                  </a:lnTo>
                  <a:lnTo>
                    <a:pt x="395120" y="446010"/>
                  </a:lnTo>
                  <a:lnTo>
                    <a:pt x="545584" y="609493"/>
                  </a:lnTo>
                  <a:lnTo>
                    <a:pt x="696048" y="769818"/>
                  </a:lnTo>
                  <a:lnTo>
                    <a:pt x="846512" y="927148"/>
                  </a:lnTo>
                  <a:lnTo>
                    <a:pt x="996976" y="1081651"/>
                  </a:lnTo>
                  <a:lnTo>
                    <a:pt x="1147440" y="1233493"/>
                  </a:lnTo>
                  <a:lnTo>
                    <a:pt x="1297904" y="1382839"/>
                  </a:lnTo>
                  <a:lnTo>
                    <a:pt x="1448369" y="1529851"/>
                  </a:lnTo>
                  <a:lnTo>
                    <a:pt x="1598833" y="1673950"/>
                  </a:lnTo>
                  <a:lnTo>
                    <a:pt x="1749297" y="1813069"/>
                  </a:lnTo>
                  <a:lnTo>
                    <a:pt x="1899761" y="1944968"/>
                  </a:lnTo>
                  <a:lnTo>
                    <a:pt x="2050225" y="2067345"/>
                  </a:lnTo>
                  <a:lnTo>
                    <a:pt x="2200689" y="2177861"/>
                  </a:lnTo>
                  <a:lnTo>
                    <a:pt x="2351153" y="2277587"/>
                  </a:lnTo>
                  <a:lnTo>
                    <a:pt x="2501617" y="2368299"/>
                  </a:lnTo>
                  <a:lnTo>
                    <a:pt x="2652081" y="2439316"/>
                  </a:lnTo>
                  <a:lnTo>
                    <a:pt x="2802545" y="2492775"/>
                  </a:lnTo>
                  <a:lnTo>
                    <a:pt x="2953009" y="2543260"/>
                  </a:lnTo>
                  <a:lnTo>
                    <a:pt x="3103473" y="2595685"/>
                  </a:lnTo>
                  <a:lnTo>
                    <a:pt x="3253937" y="2637266"/>
                  </a:lnTo>
                  <a:lnTo>
                    <a:pt x="3404401" y="2673434"/>
                  </a:lnTo>
                  <a:lnTo>
                    <a:pt x="3554865" y="2710416"/>
                  </a:lnTo>
                  <a:lnTo>
                    <a:pt x="3705329" y="2745793"/>
                  </a:lnTo>
                  <a:lnTo>
                    <a:pt x="3855793" y="2776333"/>
                  </a:lnTo>
                  <a:lnTo>
                    <a:pt x="4006257" y="2802519"/>
                  </a:lnTo>
                  <a:lnTo>
                    <a:pt x="4156721" y="2824195"/>
                  </a:lnTo>
                  <a:lnTo>
                    <a:pt x="4307185" y="2841518"/>
                  </a:lnTo>
                  <a:lnTo>
                    <a:pt x="4457649" y="2855571"/>
                  </a:lnTo>
                  <a:lnTo>
                    <a:pt x="4608114" y="2867441"/>
                  </a:lnTo>
                  <a:lnTo>
                    <a:pt x="4758578" y="2878282"/>
                  </a:lnTo>
                  <a:lnTo>
                    <a:pt x="4909042" y="2888398"/>
                  </a:lnTo>
                  <a:lnTo>
                    <a:pt x="5059506" y="2897777"/>
                  </a:lnTo>
                  <a:lnTo>
                    <a:pt x="5209970" y="2906408"/>
                  </a:lnTo>
                  <a:lnTo>
                    <a:pt x="5360434" y="2914282"/>
                  </a:lnTo>
                  <a:lnTo>
                    <a:pt x="5510898" y="2921386"/>
                  </a:lnTo>
                  <a:lnTo>
                    <a:pt x="5661362" y="2927710"/>
                  </a:lnTo>
                  <a:lnTo>
                    <a:pt x="5811826" y="2933244"/>
                  </a:lnTo>
                  <a:lnTo>
                    <a:pt x="5962290" y="2937976"/>
                  </a:lnTo>
                  <a:lnTo>
                    <a:pt x="6112754" y="2941896"/>
                  </a:lnTo>
                  <a:lnTo>
                    <a:pt x="6145984" y="294258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362479"/>
              <a:ext cx="6145984" cy="3031795"/>
            </a:xfrm>
            <a:custGeom>
              <a:avLst/>
              <a:pathLst>
                <a:path w="6145984" h="3031795">
                  <a:moveTo>
                    <a:pt x="0" y="0"/>
                  </a:moveTo>
                  <a:lnTo>
                    <a:pt x="94192" y="126712"/>
                  </a:lnTo>
                  <a:lnTo>
                    <a:pt x="244656" y="320658"/>
                  </a:lnTo>
                  <a:lnTo>
                    <a:pt x="395120" y="506178"/>
                  </a:lnTo>
                  <a:lnTo>
                    <a:pt x="545584" y="683371"/>
                  </a:lnTo>
                  <a:lnTo>
                    <a:pt x="696048" y="852427"/>
                  </a:lnTo>
                  <a:lnTo>
                    <a:pt x="846512" y="1013667"/>
                  </a:lnTo>
                  <a:lnTo>
                    <a:pt x="996976" y="1167561"/>
                  </a:lnTo>
                  <a:lnTo>
                    <a:pt x="1147440" y="1314703"/>
                  </a:lnTo>
                  <a:lnTo>
                    <a:pt x="1297904" y="1455720"/>
                  </a:lnTo>
                  <a:lnTo>
                    <a:pt x="1448369" y="1591168"/>
                  </a:lnTo>
                  <a:lnTo>
                    <a:pt x="1598833" y="1721350"/>
                  </a:lnTo>
                  <a:lnTo>
                    <a:pt x="1749297" y="1844957"/>
                  </a:lnTo>
                  <a:lnTo>
                    <a:pt x="1899761" y="1960382"/>
                  </a:lnTo>
                  <a:lnTo>
                    <a:pt x="2050225" y="2066540"/>
                  </a:lnTo>
                  <a:lnTo>
                    <a:pt x="2200689" y="2162677"/>
                  </a:lnTo>
                  <a:lnTo>
                    <a:pt x="2351153" y="2247496"/>
                  </a:lnTo>
                  <a:lnTo>
                    <a:pt x="2501617" y="2323272"/>
                  </a:lnTo>
                  <a:lnTo>
                    <a:pt x="2652081" y="2382940"/>
                  </a:lnTo>
                  <a:lnTo>
                    <a:pt x="2802545" y="2424953"/>
                  </a:lnTo>
                  <a:lnTo>
                    <a:pt x="2953009" y="2462729"/>
                  </a:lnTo>
                  <a:lnTo>
                    <a:pt x="3103473" y="2505508"/>
                  </a:lnTo>
                  <a:lnTo>
                    <a:pt x="3253937" y="2538674"/>
                  </a:lnTo>
                  <a:lnTo>
                    <a:pt x="3404401" y="2564864"/>
                  </a:lnTo>
                  <a:lnTo>
                    <a:pt x="3554865" y="2593376"/>
                  </a:lnTo>
                  <a:lnTo>
                    <a:pt x="3705329" y="2623410"/>
                  </a:lnTo>
                  <a:lnTo>
                    <a:pt x="3855793" y="2648323"/>
                  </a:lnTo>
                  <a:lnTo>
                    <a:pt x="4006257" y="2668629"/>
                  </a:lnTo>
                  <a:lnTo>
                    <a:pt x="4156721" y="2685103"/>
                  </a:lnTo>
                  <a:lnTo>
                    <a:pt x="4307185" y="2696490"/>
                  </a:lnTo>
                  <a:lnTo>
                    <a:pt x="4457649" y="2703645"/>
                  </a:lnTo>
                  <a:lnTo>
                    <a:pt x="4608114" y="2708021"/>
                  </a:lnTo>
                  <a:lnTo>
                    <a:pt x="4758578" y="2710300"/>
                  </a:lnTo>
                  <a:lnTo>
                    <a:pt x="4909042" y="2710758"/>
                  </a:lnTo>
                  <a:lnTo>
                    <a:pt x="5059506" y="2709797"/>
                  </a:lnTo>
                  <a:lnTo>
                    <a:pt x="5209970" y="2707647"/>
                  </a:lnTo>
                  <a:lnTo>
                    <a:pt x="5360434" y="2704395"/>
                  </a:lnTo>
                  <a:lnTo>
                    <a:pt x="5510898" y="2700027"/>
                  </a:lnTo>
                  <a:lnTo>
                    <a:pt x="5661362" y="2694452"/>
                  </a:lnTo>
                  <a:lnTo>
                    <a:pt x="5811826" y="2687527"/>
                  </a:lnTo>
                  <a:lnTo>
                    <a:pt x="5962290" y="2679082"/>
                  </a:lnTo>
                  <a:lnTo>
                    <a:pt x="6112754" y="2668929"/>
                  </a:lnTo>
                  <a:lnTo>
                    <a:pt x="6145984" y="2666268"/>
                  </a:lnTo>
                  <a:lnTo>
                    <a:pt x="6145984" y="3031795"/>
                  </a:lnTo>
                  <a:lnTo>
                    <a:pt x="5728622" y="3031795"/>
                  </a:lnTo>
                  <a:lnTo>
                    <a:pt x="5661362" y="3025314"/>
                  </a:lnTo>
                  <a:lnTo>
                    <a:pt x="5510898" y="3010970"/>
                  </a:lnTo>
                  <a:lnTo>
                    <a:pt x="5360434" y="2996657"/>
                  </a:lnTo>
                  <a:lnTo>
                    <a:pt x="5209970" y="2982303"/>
                  </a:lnTo>
                  <a:lnTo>
                    <a:pt x="5059506" y="2967912"/>
                  </a:lnTo>
                  <a:lnTo>
                    <a:pt x="4909042" y="2953591"/>
                  </a:lnTo>
                  <a:lnTo>
                    <a:pt x="4758578" y="2939588"/>
                  </a:lnTo>
                  <a:lnTo>
                    <a:pt x="4608114" y="2926325"/>
                  </a:lnTo>
                  <a:lnTo>
                    <a:pt x="4457649" y="2913666"/>
                  </a:lnTo>
                  <a:lnTo>
                    <a:pt x="4307185" y="2900386"/>
                  </a:lnTo>
                  <a:lnTo>
                    <a:pt x="4156721" y="2885876"/>
                  </a:lnTo>
                  <a:lnTo>
                    <a:pt x="4006257" y="2868936"/>
                  </a:lnTo>
                  <a:lnTo>
                    <a:pt x="3855793" y="2847817"/>
                  </a:lnTo>
                  <a:lnTo>
                    <a:pt x="3705329" y="2823735"/>
                  </a:lnTo>
                  <a:lnTo>
                    <a:pt x="3554865" y="2796755"/>
                  </a:lnTo>
                  <a:lnTo>
                    <a:pt x="3404401" y="2767709"/>
                  </a:lnTo>
                  <a:lnTo>
                    <a:pt x="3253937" y="2740880"/>
                  </a:lnTo>
                  <a:lnTo>
                    <a:pt x="3103473" y="2711712"/>
                  </a:lnTo>
                  <a:lnTo>
                    <a:pt x="2953009" y="2670567"/>
                  </a:lnTo>
                  <a:lnTo>
                    <a:pt x="2802545" y="2627814"/>
                  </a:lnTo>
                  <a:lnTo>
                    <a:pt x="2652081" y="2584305"/>
                  </a:lnTo>
                  <a:lnTo>
                    <a:pt x="2501617" y="2526021"/>
                  </a:lnTo>
                  <a:lnTo>
                    <a:pt x="2351153" y="2447206"/>
                  </a:lnTo>
                  <a:lnTo>
                    <a:pt x="2200689" y="2360890"/>
                  </a:lnTo>
                  <a:lnTo>
                    <a:pt x="2050225" y="2266427"/>
                  </a:lnTo>
                  <a:lnTo>
                    <a:pt x="1899761" y="2160948"/>
                  </a:lnTo>
                  <a:lnTo>
                    <a:pt x="1749297" y="2047704"/>
                  </a:lnTo>
                  <a:lnTo>
                    <a:pt x="1598833" y="1928705"/>
                  </a:lnTo>
                  <a:lnTo>
                    <a:pt x="1448369" y="1805291"/>
                  </a:lnTo>
                  <a:lnTo>
                    <a:pt x="1297904" y="1678823"/>
                  </a:lnTo>
                  <a:lnTo>
                    <a:pt x="1147440" y="1550274"/>
                  </a:lnTo>
                  <a:lnTo>
                    <a:pt x="996976" y="1419983"/>
                  </a:lnTo>
                  <a:lnTo>
                    <a:pt x="846512" y="1288361"/>
                  </a:lnTo>
                  <a:lnTo>
                    <a:pt x="696048" y="1155784"/>
                  </a:lnTo>
                  <a:lnTo>
                    <a:pt x="545584" y="1022502"/>
                  </a:lnTo>
                  <a:lnTo>
                    <a:pt x="395120" y="888619"/>
                  </a:lnTo>
                  <a:lnTo>
                    <a:pt x="244656" y="754108"/>
                  </a:lnTo>
                  <a:lnTo>
                    <a:pt x="94192" y="618848"/>
                  </a:lnTo>
                  <a:lnTo>
                    <a:pt x="0" y="53359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362479"/>
              <a:ext cx="6145984" cy="2710758"/>
            </a:xfrm>
            <a:custGeom>
              <a:avLst/>
              <a:pathLst>
                <a:path w="6145984" h="2710758">
                  <a:moveTo>
                    <a:pt x="0" y="0"/>
                  </a:moveTo>
                  <a:lnTo>
                    <a:pt x="94192" y="126712"/>
                  </a:lnTo>
                  <a:lnTo>
                    <a:pt x="244656" y="320658"/>
                  </a:lnTo>
                  <a:lnTo>
                    <a:pt x="395120" y="506178"/>
                  </a:lnTo>
                  <a:lnTo>
                    <a:pt x="545584" y="683371"/>
                  </a:lnTo>
                  <a:lnTo>
                    <a:pt x="696048" y="852427"/>
                  </a:lnTo>
                  <a:lnTo>
                    <a:pt x="846512" y="1013667"/>
                  </a:lnTo>
                  <a:lnTo>
                    <a:pt x="996976" y="1167561"/>
                  </a:lnTo>
                  <a:lnTo>
                    <a:pt x="1147440" y="1314703"/>
                  </a:lnTo>
                  <a:lnTo>
                    <a:pt x="1297904" y="1455720"/>
                  </a:lnTo>
                  <a:lnTo>
                    <a:pt x="1448369" y="1591168"/>
                  </a:lnTo>
                  <a:lnTo>
                    <a:pt x="1598833" y="1721350"/>
                  </a:lnTo>
                  <a:lnTo>
                    <a:pt x="1749297" y="1844957"/>
                  </a:lnTo>
                  <a:lnTo>
                    <a:pt x="1899761" y="1960382"/>
                  </a:lnTo>
                  <a:lnTo>
                    <a:pt x="2050225" y="2066540"/>
                  </a:lnTo>
                  <a:lnTo>
                    <a:pt x="2200689" y="2162677"/>
                  </a:lnTo>
                  <a:lnTo>
                    <a:pt x="2351153" y="2247496"/>
                  </a:lnTo>
                  <a:lnTo>
                    <a:pt x="2501617" y="2323272"/>
                  </a:lnTo>
                  <a:lnTo>
                    <a:pt x="2652081" y="2382940"/>
                  </a:lnTo>
                  <a:lnTo>
                    <a:pt x="2802545" y="2424953"/>
                  </a:lnTo>
                  <a:lnTo>
                    <a:pt x="2953009" y="2462729"/>
                  </a:lnTo>
                  <a:lnTo>
                    <a:pt x="3103473" y="2505508"/>
                  </a:lnTo>
                  <a:lnTo>
                    <a:pt x="3253937" y="2538674"/>
                  </a:lnTo>
                  <a:lnTo>
                    <a:pt x="3404401" y="2564864"/>
                  </a:lnTo>
                  <a:lnTo>
                    <a:pt x="3554865" y="2593376"/>
                  </a:lnTo>
                  <a:lnTo>
                    <a:pt x="3705329" y="2623410"/>
                  </a:lnTo>
                  <a:lnTo>
                    <a:pt x="3855793" y="2648323"/>
                  </a:lnTo>
                  <a:lnTo>
                    <a:pt x="4006257" y="2668629"/>
                  </a:lnTo>
                  <a:lnTo>
                    <a:pt x="4156721" y="2685103"/>
                  </a:lnTo>
                  <a:lnTo>
                    <a:pt x="4307185" y="2696490"/>
                  </a:lnTo>
                  <a:lnTo>
                    <a:pt x="4457649" y="2703645"/>
                  </a:lnTo>
                  <a:lnTo>
                    <a:pt x="4608114" y="2708021"/>
                  </a:lnTo>
                  <a:lnTo>
                    <a:pt x="4758578" y="2710300"/>
                  </a:lnTo>
                  <a:lnTo>
                    <a:pt x="4909042" y="2710758"/>
                  </a:lnTo>
                  <a:lnTo>
                    <a:pt x="5059506" y="2709797"/>
                  </a:lnTo>
                  <a:lnTo>
                    <a:pt x="5209970" y="2707647"/>
                  </a:lnTo>
                  <a:lnTo>
                    <a:pt x="5360434" y="2704395"/>
                  </a:lnTo>
                  <a:lnTo>
                    <a:pt x="5510898" y="2700027"/>
                  </a:lnTo>
                  <a:lnTo>
                    <a:pt x="5661362" y="2694452"/>
                  </a:lnTo>
                  <a:lnTo>
                    <a:pt x="5811826" y="2687527"/>
                  </a:lnTo>
                  <a:lnTo>
                    <a:pt x="5962290" y="2679082"/>
                  </a:lnTo>
                  <a:lnTo>
                    <a:pt x="6112754" y="2668929"/>
                  </a:lnTo>
                  <a:lnTo>
                    <a:pt x="6145984" y="26662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2896073"/>
              <a:ext cx="5728622" cy="2498201"/>
            </a:xfrm>
            <a:custGeom>
              <a:avLst/>
              <a:pathLst>
                <a:path w="5728622" h="2498201">
                  <a:moveTo>
                    <a:pt x="5728622" y="2498201"/>
                  </a:moveTo>
                  <a:lnTo>
                    <a:pt x="5661362" y="2491720"/>
                  </a:lnTo>
                  <a:lnTo>
                    <a:pt x="5510898" y="2477376"/>
                  </a:lnTo>
                  <a:lnTo>
                    <a:pt x="5360434" y="2463063"/>
                  </a:lnTo>
                  <a:lnTo>
                    <a:pt x="5209970" y="2448709"/>
                  </a:lnTo>
                  <a:lnTo>
                    <a:pt x="5059506" y="2434318"/>
                  </a:lnTo>
                  <a:lnTo>
                    <a:pt x="4909042" y="2419997"/>
                  </a:lnTo>
                  <a:lnTo>
                    <a:pt x="4758578" y="2405994"/>
                  </a:lnTo>
                  <a:lnTo>
                    <a:pt x="4608114" y="2392731"/>
                  </a:lnTo>
                  <a:lnTo>
                    <a:pt x="4457649" y="2380072"/>
                  </a:lnTo>
                  <a:lnTo>
                    <a:pt x="4307185" y="2366792"/>
                  </a:lnTo>
                  <a:lnTo>
                    <a:pt x="4156721" y="2352282"/>
                  </a:lnTo>
                  <a:lnTo>
                    <a:pt x="4006257" y="2335342"/>
                  </a:lnTo>
                  <a:lnTo>
                    <a:pt x="3855793" y="2314223"/>
                  </a:lnTo>
                  <a:lnTo>
                    <a:pt x="3705329" y="2290141"/>
                  </a:lnTo>
                  <a:lnTo>
                    <a:pt x="3554865" y="2263161"/>
                  </a:lnTo>
                  <a:lnTo>
                    <a:pt x="3404401" y="2234115"/>
                  </a:lnTo>
                  <a:lnTo>
                    <a:pt x="3253937" y="2207286"/>
                  </a:lnTo>
                  <a:lnTo>
                    <a:pt x="3103473" y="2178118"/>
                  </a:lnTo>
                  <a:lnTo>
                    <a:pt x="2953009" y="2136973"/>
                  </a:lnTo>
                  <a:lnTo>
                    <a:pt x="2802545" y="2094220"/>
                  </a:lnTo>
                  <a:lnTo>
                    <a:pt x="2652081" y="2050711"/>
                  </a:lnTo>
                  <a:lnTo>
                    <a:pt x="2501617" y="1992427"/>
                  </a:lnTo>
                  <a:lnTo>
                    <a:pt x="2351153" y="1913612"/>
                  </a:lnTo>
                  <a:lnTo>
                    <a:pt x="2200689" y="1827296"/>
                  </a:lnTo>
                  <a:lnTo>
                    <a:pt x="2050225" y="1732833"/>
                  </a:lnTo>
                  <a:lnTo>
                    <a:pt x="1899761" y="1627354"/>
                  </a:lnTo>
                  <a:lnTo>
                    <a:pt x="1749297" y="1514110"/>
                  </a:lnTo>
                  <a:lnTo>
                    <a:pt x="1598833" y="1395111"/>
                  </a:lnTo>
                  <a:lnTo>
                    <a:pt x="1448369" y="1271697"/>
                  </a:lnTo>
                  <a:lnTo>
                    <a:pt x="1297904" y="1145229"/>
                  </a:lnTo>
                  <a:lnTo>
                    <a:pt x="1147440" y="1016680"/>
                  </a:lnTo>
                  <a:lnTo>
                    <a:pt x="996976" y="886389"/>
                  </a:lnTo>
                  <a:lnTo>
                    <a:pt x="846512" y="754767"/>
                  </a:lnTo>
                  <a:lnTo>
                    <a:pt x="696048" y="622190"/>
                  </a:lnTo>
                  <a:lnTo>
                    <a:pt x="545584" y="488908"/>
                  </a:lnTo>
                  <a:lnTo>
                    <a:pt x="395120" y="355025"/>
                  </a:lnTo>
                  <a:lnTo>
                    <a:pt x="244656" y="220514"/>
                  </a:lnTo>
                  <a:lnTo>
                    <a:pt x="94192" y="852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2629276"/>
              <a:ext cx="6145984" cy="2603045"/>
            </a:xfrm>
            <a:custGeom>
              <a:avLst/>
              <a:pathLst>
                <a:path w="6145984" h="2603045">
                  <a:moveTo>
                    <a:pt x="0" y="0"/>
                  </a:moveTo>
                  <a:lnTo>
                    <a:pt x="94192" y="105983"/>
                  </a:lnTo>
                  <a:lnTo>
                    <a:pt x="244656" y="270586"/>
                  </a:lnTo>
                  <a:lnTo>
                    <a:pt x="395120" y="430602"/>
                  </a:lnTo>
                  <a:lnTo>
                    <a:pt x="545584" y="586140"/>
                  </a:lnTo>
                  <a:lnTo>
                    <a:pt x="696048" y="737308"/>
                  </a:lnTo>
                  <a:lnTo>
                    <a:pt x="846512" y="884217"/>
                  </a:lnTo>
                  <a:lnTo>
                    <a:pt x="996976" y="1026975"/>
                  </a:lnTo>
                  <a:lnTo>
                    <a:pt x="1147440" y="1165691"/>
                  </a:lnTo>
                  <a:lnTo>
                    <a:pt x="1297904" y="1300475"/>
                  </a:lnTo>
                  <a:lnTo>
                    <a:pt x="1448369" y="1431432"/>
                  </a:lnTo>
                  <a:lnTo>
                    <a:pt x="1598833" y="1558231"/>
                  </a:lnTo>
                  <a:lnTo>
                    <a:pt x="1749297" y="1679533"/>
                  </a:lnTo>
                  <a:lnTo>
                    <a:pt x="1899761" y="1793868"/>
                  </a:lnTo>
                  <a:lnTo>
                    <a:pt x="2050225" y="1899687"/>
                  </a:lnTo>
                  <a:lnTo>
                    <a:pt x="2200689" y="1994986"/>
                  </a:lnTo>
                  <a:lnTo>
                    <a:pt x="2351153" y="2080554"/>
                  </a:lnTo>
                  <a:lnTo>
                    <a:pt x="2501617" y="2157850"/>
                  </a:lnTo>
                  <a:lnTo>
                    <a:pt x="2652081" y="2216826"/>
                  </a:lnTo>
                  <a:lnTo>
                    <a:pt x="2802545" y="2259587"/>
                  </a:lnTo>
                  <a:lnTo>
                    <a:pt x="2953009" y="2299851"/>
                  </a:lnTo>
                  <a:lnTo>
                    <a:pt x="3103473" y="2341813"/>
                  </a:lnTo>
                  <a:lnTo>
                    <a:pt x="3253937" y="2372980"/>
                  </a:lnTo>
                  <a:lnTo>
                    <a:pt x="3404401" y="2399490"/>
                  </a:lnTo>
                  <a:lnTo>
                    <a:pt x="3554865" y="2428268"/>
                  </a:lnTo>
                  <a:lnTo>
                    <a:pt x="3705329" y="2456776"/>
                  </a:lnTo>
                  <a:lnTo>
                    <a:pt x="3855793" y="2481273"/>
                  </a:lnTo>
                  <a:lnTo>
                    <a:pt x="4006257" y="2501985"/>
                  </a:lnTo>
                  <a:lnTo>
                    <a:pt x="4156721" y="2518693"/>
                  </a:lnTo>
                  <a:lnTo>
                    <a:pt x="4307185" y="2531641"/>
                  </a:lnTo>
                  <a:lnTo>
                    <a:pt x="4457649" y="2541858"/>
                  </a:lnTo>
                  <a:lnTo>
                    <a:pt x="4608114" y="2550376"/>
                  </a:lnTo>
                  <a:lnTo>
                    <a:pt x="4758578" y="2558147"/>
                  </a:lnTo>
                  <a:lnTo>
                    <a:pt x="4909042" y="2565377"/>
                  </a:lnTo>
                  <a:lnTo>
                    <a:pt x="5059506" y="2572057"/>
                  </a:lnTo>
                  <a:lnTo>
                    <a:pt x="5209970" y="2578178"/>
                  </a:lnTo>
                  <a:lnTo>
                    <a:pt x="5360434" y="2583729"/>
                  </a:lnTo>
                  <a:lnTo>
                    <a:pt x="5510898" y="2588701"/>
                  </a:lnTo>
                  <a:lnTo>
                    <a:pt x="5661362" y="2593086"/>
                  </a:lnTo>
                  <a:lnTo>
                    <a:pt x="5811826" y="2596873"/>
                  </a:lnTo>
                  <a:lnTo>
                    <a:pt x="5962290" y="2600053"/>
                  </a:lnTo>
                  <a:lnTo>
                    <a:pt x="6112754" y="2602617"/>
                  </a:lnTo>
                  <a:lnTo>
                    <a:pt x="6145984" y="260304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996151"/>
              <a:ext cx="6145984" cy="2340548"/>
            </a:xfrm>
            <a:custGeom>
              <a:avLst/>
              <a:pathLst>
                <a:path w="6145984" h="2340548">
                  <a:moveTo>
                    <a:pt x="0" y="0"/>
                  </a:moveTo>
                  <a:lnTo>
                    <a:pt x="94192" y="133100"/>
                  </a:lnTo>
                  <a:lnTo>
                    <a:pt x="244656" y="333524"/>
                  </a:lnTo>
                  <a:lnTo>
                    <a:pt x="395120" y="521797"/>
                  </a:lnTo>
                  <a:lnTo>
                    <a:pt x="545584" y="698003"/>
                  </a:lnTo>
                  <a:lnTo>
                    <a:pt x="696048" y="862305"/>
                  </a:lnTo>
                  <a:lnTo>
                    <a:pt x="846512" y="1014975"/>
                  </a:lnTo>
                  <a:lnTo>
                    <a:pt x="996976" y="1156408"/>
                  </a:lnTo>
                  <a:lnTo>
                    <a:pt x="1147440" y="1287100"/>
                  </a:lnTo>
                  <a:lnTo>
                    <a:pt x="1297904" y="1407578"/>
                  </a:lnTo>
                  <a:lnTo>
                    <a:pt x="1448369" y="1518206"/>
                  </a:lnTo>
                  <a:lnTo>
                    <a:pt x="1598833" y="1615579"/>
                  </a:lnTo>
                  <a:lnTo>
                    <a:pt x="1749297" y="1698958"/>
                  </a:lnTo>
                  <a:lnTo>
                    <a:pt x="1899761" y="1770039"/>
                  </a:lnTo>
                  <a:lnTo>
                    <a:pt x="2050225" y="1830028"/>
                  </a:lnTo>
                  <a:lnTo>
                    <a:pt x="2200689" y="1867631"/>
                  </a:lnTo>
                  <a:lnTo>
                    <a:pt x="2351153" y="1889554"/>
                  </a:lnTo>
                  <a:lnTo>
                    <a:pt x="2501617" y="1912847"/>
                  </a:lnTo>
                  <a:lnTo>
                    <a:pt x="2652081" y="1935182"/>
                  </a:lnTo>
                  <a:lnTo>
                    <a:pt x="2802545" y="1948507"/>
                  </a:lnTo>
                  <a:lnTo>
                    <a:pt x="2953009" y="1960181"/>
                  </a:lnTo>
                  <a:lnTo>
                    <a:pt x="3103473" y="1978368"/>
                  </a:lnTo>
                  <a:lnTo>
                    <a:pt x="3253937" y="1996103"/>
                  </a:lnTo>
                  <a:lnTo>
                    <a:pt x="3404401" y="2009756"/>
                  </a:lnTo>
                  <a:lnTo>
                    <a:pt x="3554865" y="2020844"/>
                  </a:lnTo>
                  <a:lnTo>
                    <a:pt x="3705329" y="2030065"/>
                  </a:lnTo>
                  <a:lnTo>
                    <a:pt x="3855793" y="2036019"/>
                  </a:lnTo>
                  <a:lnTo>
                    <a:pt x="4006257" y="2040690"/>
                  </a:lnTo>
                  <a:lnTo>
                    <a:pt x="4156721" y="2045002"/>
                  </a:lnTo>
                  <a:lnTo>
                    <a:pt x="4307185" y="2046977"/>
                  </a:lnTo>
                  <a:lnTo>
                    <a:pt x="4457649" y="2047248"/>
                  </a:lnTo>
                  <a:lnTo>
                    <a:pt x="4608114" y="2046929"/>
                  </a:lnTo>
                  <a:lnTo>
                    <a:pt x="4758578" y="2045776"/>
                  </a:lnTo>
                  <a:lnTo>
                    <a:pt x="4909042" y="2043569"/>
                  </a:lnTo>
                  <a:lnTo>
                    <a:pt x="5059506" y="2040643"/>
                  </a:lnTo>
                  <a:lnTo>
                    <a:pt x="5209970" y="2037188"/>
                  </a:lnTo>
                  <a:lnTo>
                    <a:pt x="5360434" y="2033282"/>
                  </a:lnTo>
                  <a:lnTo>
                    <a:pt x="5510898" y="2028911"/>
                  </a:lnTo>
                  <a:lnTo>
                    <a:pt x="5661362" y="2024003"/>
                  </a:lnTo>
                  <a:lnTo>
                    <a:pt x="5811826" y="2018442"/>
                  </a:lnTo>
                  <a:lnTo>
                    <a:pt x="5962290" y="2012086"/>
                  </a:lnTo>
                  <a:lnTo>
                    <a:pt x="6112754" y="2004782"/>
                  </a:lnTo>
                  <a:lnTo>
                    <a:pt x="6145984" y="2002926"/>
                  </a:lnTo>
                  <a:lnTo>
                    <a:pt x="6145984" y="2340548"/>
                  </a:lnTo>
                  <a:lnTo>
                    <a:pt x="6112754" y="2337282"/>
                  </a:lnTo>
                  <a:lnTo>
                    <a:pt x="5962290" y="2323494"/>
                  </a:lnTo>
                  <a:lnTo>
                    <a:pt x="5811826" y="2310570"/>
                  </a:lnTo>
                  <a:lnTo>
                    <a:pt x="5661362" y="2298367"/>
                  </a:lnTo>
                  <a:lnTo>
                    <a:pt x="5510898" y="2286756"/>
                  </a:lnTo>
                  <a:lnTo>
                    <a:pt x="5360434" y="2275636"/>
                  </a:lnTo>
                  <a:lnTo>
                    <a:pt x="5209970" y="2264943"/>
                  </a:lnTo>
                  <a:lnTo>
                    <a:pt x="5059506" y="2254680"/>
                  </a:lnTo>
                  <a:lnTo>
                    <a:pt x="4909042" y="2244935"/>
                  </a:lnTo>
                  <a:lnTo>
                    <a:pt x="4758578" y="2235911"/>
                  </a:lnTo>
                  <a:lnTo>
                    <a:pt x="4608114" y="2227956"/>
                  </a:lnTo>
                  <a:lnTo>
                    <a:pt x="4457649" y="2221405"/>
                  </a:lnTo>
                  <a:lnTo>
                    <a:pt x="4307185" y="2216055"/>
                  </a:lnTo>
                  <a:lnTo>
                    <a:pt x="4156721" y="2211490"/>
                  </a:lnTo>
                  <a:lnTo>
                    <a:pt x="4006257" y="2206793"/>
                  </a:lnTo>
                  <a:lnTo>
                    <a:pt x="3855793" y="2201446"/>
                  </a:lnTo>
                  <a:lnTo>
                    <a:pt x="3705329" y="2196182"/>
                  </a:lnTo>
                  <a:lnTo>
                    <a:pt x="3554865" y="2189494"/>
                  </a:lnTo>
                  <a:lnTo>
                    <a:pt x="3404401" y="2177962"/>
                  </a:lnTo>
                  <a:lnTo>
                    <a:pt x="3253937" y="2163780"/>
                  </a:lnTo>
                  <a:lnTo>
                    <a:pt x="3103473" y="2149360"/>
                  </a:lnTo>
                  <a:lnTo>
                    <a:pt x="2953009" y="2132527"/>
                  </a:lnTo>
                  <a:lnTo>
                    <a:pt x="2802545" y="2116726"/>
                  </a:lnTo>
                  <a:lnTo>
                    <a:pt x="2652081" y="2102161"/>
                  </a:lnTo>
                  <a:lnTo>
                    <a:pt x="2501617" y="2080974"/>
                  </a:lnTo>
                  <a:lnTo>
                    <a:pt x="2351153" y="2055161"/>
                  </a:lnTo>
                  <a:lnTo>
                    <a:pt x="2200689" y="2031996"/>
                  </a:lnTo>
                  <a:lnTo>
                    <a:pt x="2050225" y="1995781"/>
                  </a:lnTo>
                  <a:lnTo>
                    <a:pt x="1899761" y="1936355"/>
                  </a:lnTo>
                  <a:lnTo>
                    <a:pt x="1749297" y="1867084"/>
                  </a:lnTo>
                  <a:lnTo>
                    <a:pt x="1598833" y="1787526"/>
                  </a:lnTo>
                  <a:lnTo>
                    <a:pt x="1448369" y="1695765"/>
                  </a:lnTo>
                  <a:lnTo>
                    <a:pt x="1297904" y="1592582"/>
                  </a:lnTo>
                  <a:lnTo>
                    <a:pt x="1147440" y="1482444"/>
                  </a:lnTo>
                  <a:lnTo>
                    <a:pt x="996976" y="1365725"/>
                  </a:lnTo>
                  <a:lnTo>
                    <a:pt x="846512" y="1242762"/>
                  </a:lnTo>
                  <a:lnTo>
                    <a:pt x="696048" y="1113860"/>
                  </a:lnTo>
                  <a:lnTo>
                    <a:pt x="545584" y="979222"/>
                  </a:lnTo>
                  <a:lnTo>
                    <a:pt x="395120" y="838931"/>
                  </a:lnTo>
                  <a:lnTo>
                    <a:pt x="244656" y="692958"/>
                  </a:lnTo>
                  <a:lnTo>
                    <a:pt x="94192" y="541197"/>
                  </a:lnTo>
                  <a:lnTo>
                    <a:pt x="0" y="44247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996151"/>
              <a:ext cx="6145984" cy="2047248"/>
            </a:xfrm>
            <a:custGeom>
              <a:avLst/>
              <a:pathLst>
                <a:path w="6145984" h="2047248">
                  <a:moveTo>
                    <a:pt x="0" y="0"/>
                  </a:moveTo>
                  <a:lnTo>
                    <a:pt x="94192" y="133100"/>
                  </a:lnTo>
                  <a:lnTo>
                    <a:pt x="244656" y="333524"/>
                  </a:lnTo>
                  <a:lnTo>
                    <a:pt x="395120" y="521797"/>
                  </a:lnTo>
                  <a:lnTo>
                    <a:pt x="545584" y="698003"/>
                  </a:lnTo>
                  <a:lnTo>
                    <a:pt x="696048" y="862305"/>
                  </a:lnTo>
                  <a:lnTo>
                    <a:pt x="846512" y="1014975"/>
                  </a:lnTo>
                  <a:lnTo>
                    <a:pt x="996976" y="1156408"/>
                  </a:lnTo>
                  <a:lnTo>
                    <a:pt x="1147440" y="1287100"/>
                  </a:lnTo>
                  <a:lnTo>
                    <a:pt x="1297904" y="1407578"/>
                  </a:lnTo>
                  <a:lnTo>
                    <a:pt x="1448369" y="1518206"/>
                  </a:lnTo>
                  <a:lnTo>
                    <a:pt x="1598833" y="1615579"/>
                  </a:lnTo>
                  <a:lnTo>
                    <a:pt x="1749297" y="1698958"/>
                  </a:lnTo>
                  <a:lnTo>
                    <a:pt x="1899761" y="1770039"/>
                  </a:lnTo>
                  <a:lnTo>
                    <a:pt x="2050225" y="1830028"/>
                  </a:lnTo>
                  <a:lnTo>
                    <a:pt x="2200689" y="1867631"/>
                  </a:lnTo>
                  <a:lnTo>
                    <a:pt x="2351153" y="1889554"/>
                  </a:lnTo>
                  <a:lnTo>
                    <a:pt x="2501617" y="1912847"/>
                  </a:lnTo>
                  <a:lnTo>
                    <a:pt x="2652081" y="1935182"/>
                  </a:lnTo>
                  <a:lnTo>
                    <a:pt x="2802545" y="1948507"/>
                  </a:lnTo>
                  <a:lnTo>
                    <a:pt x="2953009" y="1960181"/>
                  </a:lnTo>
                  <a:lnTo>
                    <a:pt x="3103473" y="1978368"/>
                  </a:lnTo>
                  <a:lnTo>
                    <a:pt x="3253937" y="1996103"/>
                  </a:lnTo>
                  <a:lnTo>
                    <a:pt x="3404401" y="2009756"/>
                  </a:lnTo>
                  <a:lnTo>
                    <a:pt x="3554865" y="2020844"/>
                  </a:lnTo>
                  <a:lnTo>
                    <a:pt x="3705329" y="2030065"/>
                  </a:lnTo>
                  <a:lnTo>
                    <a:pt x="3855793" y="2036019"/>
                  </a:lnTo>
                  <a:lnTo>
                    <a:pt x="4006257" y="2040690"/>
                  </a:lnTo>
                  <a:lnTo>
                    <a:pt x="4156721" y="2045002"/>
                  </a:lnTo>
                  <a:lnTo>
                    <a:pt x="4307185" y="2046977"/>
                  </a:lnTo>
                  <a:lnTo>
                    <a:pt x="4457649" y="2047248"/>
                  </a:lnTo>
                  <a:lnTo>
                    <a:pt x="4608114" y="2046929"/>
                  </a:lnTo>
                  <a:lnTo>
                    <a:pt x="4758578" y="2045776"/>
                  </a:lnTo>
                  <a:lnTo>
                    <a:pt x="4909042" y="2043569"/>
                  </a:lnTo>
                  <a:lnTo>
                    <a:pt x="5059506" y="2040643"/>
                  </a:lnTo>
                  <a:lnTo>
                    <a:pt x="5209970" y="2037188"/>
                  </a:lnTo>
                  <a:lnTo>
                    <a:pt x="5360434" y="2033282"/>
                  </a:lnTo>
                  <a:lnTo>
                    <a:pt x="5510898" y="2028911"/>
                  </a:lnTo>
                  <a:lnTo>
                    <a:pt x="5661362" y="2024003"/>
                  </a:lnTo>
                  <a:lnTo>
                    <a:pt x="5811826" y="2018442"/>
                  </a:lnTo>
                  <a:lnTo>
                    <a:pt x="5962290" y="2012086"/>
                  </a:lnTo>
                  <a:lnTo>
                    <a:pt x="6112754" y="2004782"/>
                  </a:lnTo>
                  <a:lnTo>
                    <a:pt x="6145984" y="2002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438627"/>
              <a:ext cx="6145984" cy="1898072"/>
            </a:xfrm>
            <a:custGeom>
              <a:avLst/>
              <a:pathLst>
                <a:path w="6145984" h="1898072">
                  <a:moveTo>
                    <a:pt x="6145984" y="1898072"/>
                  </a:moveTo>
                  <a:lnTo>
                    <a:pt x="6112754" y="1894806"/>
                  </a:lnTo>
                  <a:lnTo>
                    <a:pt x="5962290" y="1881019"/>
                  </a:lnTo>
                  <a:lnTo>
                    <a:pt x="5811826" y="1868094"/>
                  </a:lnTo>
                  <a:lnTo>
                    <a:pt x="5661362" y="1855891"/>
                  </a:lnTo>
                  <a:lnTo>
                    <a:pt x="5510898" y="1844281"/>
                  </a:lnTo>
                  <a:lnTo>
                    <a:pt x="5360434" y="1833160"/>
                  </a:lnTo>
                  <a:lnTo>
                    <a:pt x="5209970" y="1822467"/>
                  </a:lnTo>
                  <a:lnTo>
                    <a:pt x="5059506" y="1812205"/>
                  </a:lnTo>
                  <a:lnTo>
                    <a:pt x="4909042" y="1802459"/>
                  </a:lnTo>
                  <a:lnTo>
                    <a:pt x="4758578" y="1793435"/>
                  </a:lnTo>
                  <a:lnTo>
                    <a:pt x="4608114" y="1785480"/>
                  </a:lnTo>
                  <a:lnTo>
                    <a:pt x="4457649" y="1778929"/>
                  </a:lnTo>
                  <a:lnTo>
                    <a:pt x="4307185" y="1773579"/>
                  </a:lnTo>
                  <a:lnTo>
                    <a:pt x="4156721" y="1769015"/>
                  </a:lnTo>
                  <a:lnTo>
                    <a:pt x="4006257" y="1764317"/>
                  </a:lnTo>
                  <a:lnTo>
                    <a:pt x="3855793" y="1758970"/>
                  </a:lnTo>
                  <a:lnTo>
                    <a:pt x="3705329" y="1753706"/>
                  </a:lnTo>
                  <a:lnTo>
                    <a:pt x="3554865" y="1747018"/>
                  </a:lnTo>
                  <a:lnTo>
                    <a:pt x="3404401" y="1735486"/>
                  </a:lnTo>
                  <a:lnTo>
                    <a:pt x="3253937" y="1721304"/>
                  </a:lnTo>
                  <a:lnTo>
                    <a:pt x="3103473" y="1706884"/>
                  </a:lnTo>
                  <a:lnTo>
                    <a:pt x="2953009" y="1690051"/>
                  </a:lnTo>
                  <a:lnTo>
                    <a:pt x="2802545" y="1674251"/>
                  </a:lnTo>
                  <a:lnTo>
                    <a:pt x="2652081" y="1659685"/>
                  </a:lnTo>
                  <a:lnTo>
                    <a:pt x="2501617" y="1638498"/>
                  </a:lnTo>
                  <a:lnTo>
                    <a:pt x="2351153" y="1612685"/>
                  </a:lnTo>
                  <a:lnTo>
                    <a:pt x="2200689" y="1589520"/>
                  </a:lnTo>
                  <a:lnTo>
                    <a:pt x="2050225" y="1553305"/>
                  </a:lnTo>
                  <a:lnTo>
                    <a:pt x="1899761" y="1493880"/>
                  </a:lnTo>
                  <a:lnTo>
                    <a:pt x="1749297" y="1424608"/>
                  </a:lnTo>
                  <a:lnTo>
                    <a:pt x="1598833" y="1345050"/>
                  </a:lnTo>
                  <a:lnTo>
                    <a:pt x="1448369" y="1253289"/>
                  </a:lnTo>
                  <a:lnTo>
                    <a:pt x="1297904" y="1150107"/>
                  </a:lnTo>
                  <a:lnTo>
                    <a:pt x="1147440" y="1039968"/>
                  </a:lnTo>
                  <a:lnTo>
                    <a:pt x="996976" y="923250"/>
                  </a:lnTo>
                  <a:lnTo>
                    <a:pt x="846512" y="800286"/>
                  </a:lnTo>
                  <a:lnTo>
                    <a:pt x="696048" y="671384"/>
                  </a:lnTo>
                  <a:lnTo>
                    <a:pt x="545584" y="536747"/>
                  </a:lnTo>
                  <a:lnTo>
                    <a:pt x="395120" y="396455"/>
                  </a:lnTo>
                  <a:lnTo>
                    <a:pt x="244656" y="250482"/>
                  </a:lnTo>
                  <a:lnTo>
                    <a:pt x="94192" y="987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217389"/>
              <a:ext cx="6145984" cy="1950499"/>
            </a:xfrm>
            <a:custGeom>
              <a:avLst/>
              <a:pathLst>
                <a:path w="6145984" h="1950499">
                  <a:moveTo>
                    <a:pt x="0" y="0"/>
                  </a:moveTo>
                  <a:lnTo>
                    <a:pt x="94192" y="115911"/>
                  </a:lnTo>
                  <a:lnTo>
                    <a:pt x="244656" y="292003"/>
                  </a:lnTo>
                  <a:lnTo>
                    <a:pt x="395120" y="459126"/>
                  </a:lnTo>
                  <a:lnTo>
                    <a:pt x="545584" y="617375"/>
                  </a:lnTo>
                  <a:lnTo>
                    <a:pt x="696048" y="766844"/>
                  </a:lnTo>
                  <a:lnTo>
                    <a:pt x="846512" y="907631"/>
                  </a:lnTo>
                  <a:lnTo>
                    <a:pt x="996976" y="1039829"/>
                  </a:lnTo>
                  <a:lnTo>
                    <a:pt x="1147440" y="1163534"/>
                  </a:lnTo>
                  <a:lnTo>
                    <a:pt x="1297904" y="1278842"/>
                  </a:lnTo>
                  <a:lnTo>
                    <a:pt x="1448369" y="1385748"/>
                  </a:lnTo>
                  <a:lnTo>
                    <a:pt x="1598833" y="1480315"/>
                  </a:lnTo>
                  <a:lnTo>
                    <a:pt x="1749297" y="1561783"/>
                  </a:lnTo>
                  <a:lnTo>
                    <a:pt x="1899761" y="1631959"/>
                  </a:lnTo>
                  <a:lnTo>
                    <a:pt x="2050225" y="1691666"/>
                  </a:lnTo>
                  <a:lnTo>
                    <a:pt x="2200689" y="1728576"/>
                  </a:lnTo>
                  <a:lnTo>
                    <a:pt x="2351153" y="1751119"/>
                  </a:lnTo>
                  <a:lnTo>
                    <a:pt x="2501617" y="1775673"/>
                  </a:lnTo>
                  <a:lnTo>
                    <a:pt x="2652081" y="1797434"/>
                  </a:lnTo>
                  <a:lnTo>
                    <a:pt x="2802545" y="1811379"/>
                  </a:lnTo>
                  <a:lnTo>
                    <a:pt x="2953009" y="1825116"/>
                  </a:lnTo>
                  <a:lnTo>
                    <a:pt x="3103473" y="1842626"/>
                  </a:lnTo>
                  <a:lnTo>
                    <a:pt x="3253937" y="1858704"/>
                  </a:lnTo>
                  <a:lnTo>
                    <a:pt x="3404401" y="1872621"/>
                  </a:lnTo>
                  <a:lnTo>
                    <a:pt x="3554865" y="1883931"/>
                  </a:lnTo>
                  <a:lnTo>
                    <a:pt x="3705329" y="1891886"/>
                  </a:lnTo>
                  <a:lnTo>
                    <a:pt x="3855793" y="1897495"/>
                  </a:lnTo>
                  <a:lnTo>
                    <a:pt x="4006257" y="1902504"/>
                  </a:lnTo>
                  <a:lnTo>
                    <a:pt x="4156721" y="1907008"/>
                  </a:lnTo>
                  <a:lnTo>
                    <a:pt x="4307185" y="1910278"/>
                  </a:lnTo>
                  <a:lnTo>
                    <a:pt x="4457649" y="1913088"/>
                  </a:lnTo>
                  <a:lnTo>
                    <a:pt x="4608114" y="1916205"/>
                  </a:lnTo>
                  <a:lnTo>
                    <a:pt x="4758578" y="1919606"/>
                  </a:lnTo>
                  <a:lnTo>
                    <a:pt x="4909042" y="1923014"/>
                  </a:lnTo>
                  <a:lnTo>
                    <a:pt x="5059506" y="1926424"/>
                  </a:lnTo>
                  <a:lnTo>
                    <a:pt x="5209970" y="1929828"/>
                  </a:lnTo>
                  <a:lnTo>
                    <a:pt x="5360434" y="1933221"/>
                  </a:lnTo>
                  <a:lnTo>
                    <a:pt x="5510898" y="1936596"/>
                  </a:lnTo>
                  <a:lnTo>
                    <a:pt x="5661362" y="1939947"/>
                  </a:lnTo>
                  <a:lnTo>
                    <a:pt x="5811826" y="1943268"/>
                  </a:lnTo>
                  <a:lnTo>
                    <a:pt x="5962290" y="1946552"/>
                  </a:lnTo>
                  <a:lnTo>
                    <a:pt x="6112754" y="1949794"/>
                  </a:lnTo>
                  <a:lnTo>
                    <a:pt x="6145984" y="195049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357148"/>
              <a:ext cx="6145984" cy="3037126"/>
            </a:xfrm>
            <a:custGeom>
              <a:avLst/>
              <a:pathLst>
                <a:path w="6145984" h="3037126">
                  <a:moveTo>
                    <a:pt x="0" y="0"/>
                  </a:moveTo>
                  <a:lnTo>
                    <a:pt x="94192" y="135408"/>
                  </a:lnTo>
                  <a:lnTo>
                    <a:pt x="244656" y="340248"/>
                  </a:lnTo>
                  <a:lnTo>
                    <a:pt x="395120" y="533617"/>
                  </a:lnTo>
                  <a:lnTo>
                    <a:pt x="545584" y="715568"/>
                  </a:lnTo>
                  <a:lnTo>
                    <a:pt x="696048" y="886264"/>
                  </a:lnTo>
                  <a:lnTo>
                    <a:pt x="846512" y="1046012"/>
                  </a:lnTo>
                  <a:lnTo>
                    <a:pt x="996976" y="1195293"/>
                  </a:lnTo>
                  <a:lnTo>
                    <a:pt x="1147440" y="1334721"/>
                  </a:lnTo>
                  <a:lnTo>
                    <a:pt x="1297904" y="1464957"/>
                  </a:lnTo>
                  <a:lnTo>
                    <a:pt x="1448369" y="1586531"/>
                  </a:lnTo>
                  <a:lnTo>
                    <a:pt x="1598833" y="1698384"/>
                  </a:lnTo>
                  <a:lnTo>
                    <a:pt x="1749297" y="1799808"/>
                  </a:lnTo>
                  <a:lnTo>
                    <a:pt x="1899761" y="1890974"/>
                  </a:lnTo>
                  <a:lnTo>
                    <a:pt x="2050225" y="1972124"/>
                  </a:lnTo>
                  <a:lnTo>
                    <a:pt x="2200689" y="2036773"/>
                  </a:lnTo>
                  <a:lnTo>
                    <a:pt x="2351153" y="2088342"/>
                  </a:lnTo>
                  <a:lnTo>
                    <a:pt x="2501617" y="2138530"/>
                  </a:lnTo>
                  <a:lnTo>
                    <a:pt x="2652081" y="2188211"/>
                  </a:lnTo>
                  <a:lnTo>
                    <a:pt x="2802545" y="2229793"/>
                  </a:lnTo>
                  <a:lnTo>
                    <a:pt x="2953009" y="2267099"/>
                  </a:lnTo>
                  <a:lnTo>
                    <a:pt x="3103473" y="2306489"/>
                  </a:lnTo>
                  <a:lnTo>
                    <a:pt x="3253937" y="2340915"/>
                  </a:lnTo>
                  <a:lnTo>
                    <a:pt x="3404401" y="2369516"/>
                  </a:lnTo>
                  <a:lnTo>
                    <a:pt x="3554865" y="2398344"/>
                  </a:lnTo>
                  <a:lnTo>
                    <a:pt x="3705329" y="2426280"/>
                  </a:lnTo>
                  <a:lnTo>
                    <a:pt x="3855793" y="2449617"/>
                  </a:lnTo>
                  <a:lnTo>
                    <a:pt x="4006257" y="2472162"/>
                  </a:lnTo>
                  <a:lnTo>
                    <a:pt x="4156721" y="2495055"/>
                  </a:lnTo>
                  <a:lnTo>
                    <a:pt x="4307185" y="2514531"/>
                  </a:lnTo>
                  <a:lnTo>
                    <a:pt x="4457649" y="2531318"/>
                  </a:lnTo>
                  <a:lnTo>
                    <a:pt x="4608114" y="2546805"/>
                  </a:lnTo>
                  <a:lnTo>
                    <a:pt x="4758578" y="2560385"/>
                  </a:lnTo>
                  <a:lnTo>
                    <a:pt x="4909042" y="2571651"/>
                  </a:lnTo>
                  <a:lnTo>
                    <a:pt x="5059506" y="2581068"/>
                  </a:lnTo>
                  <a:lnTo>
                    <a:pt x="5209970" y="2588906"/>
                  </a:lnTo>
                  <a:lnTo>
                    <a:pt x="5360434" y="2595274"/>
                  </a:lnTo>
                  <a:lnTo>
                    <a:pt x="5510898" y="2600165"/>
                  </a:lnTo>
                  <a:lnTo>
                    <a:pt x="5661362" y="2603485"/>
                  </a:lnTo>
                  <a:lnTo>
                    <a:pt x="5811826" y="2605082"/>
                  </a:lnTo>
                  <a:lnTo>
                    <a:pt x="5962290" y="2604770"/>
                  </a:lnTo>
                  <a:lnTo>
                    <a:pt x="6112754" y="2602347"/>
                  </a:lnTo>
                  <a:lnTo>
                    <a:pt x="6145984" y="2601301"/>
                  </a:lnTo>
                  <a:lnTo>
                    <a:pt x="6145984" y="3037126"/>
                  </a:lnTo>
                  <a:lnTo>
                    <a:pt x="5997077" y="3037126"/>
                  </a:lnTo>
                  <a:lnTo>
                    <a:pt x="5962290" y="3031012"/>
                  </a:lnTo>
                  <a:lnTo>
                    <a:pt x="5811826" y="3004934"/>
                  </a:lnTo>
                  <a:lnTo>
                    <a:pt x="5661362" y="2979022"/>
                  </a:lnTo>
                  <a:lnTo>
                    <a:pt x="5510898" y="2953092"/>
                  </a:lnTo>
                  <a:lnTo>
                    <a:pt x="5360434" y="2926998"/>
                  </a:lnTo>
                  <a:lnTo>
                    <a:pt x="5209970" y="2900647"/>
                  </a:lnTo>
                  <a:lnTo>
                    <a:pt x="5059506" y="2874034"/>
                  </a:lnTo>
                  <a:lnTo>
                    <a:pt x="4909042" y="2847272"/>
                  </a:lnTo>
                  <a:lnTo>
                    <a:pt x="4758578" y="2820633"/>
                  </a:lnTo>
                  <a:lnTo>
                    <a:pt x="4608114" y="2794585"/>
                  </a:lnTo>
                  <a:lnTo>
                    <a:pt x="4457649" y="2769695"/>
                  </a:lnTo>
                  <a:lnTo>
                    <a:pt x="4307185" y="2745957"/>
                  </a:lnTo>
                  <a:lnTo>
                    <a:pt x="4156721" y="2722938"/>
                  </a:lnTo>
                  <a:lnTo>
                    <a:pt x="4006257" y="2699515"/>
                  </a:lnTo>
                  <a:lnTo>
                    <a:pt x="3855793" y="2676046"/>
                  </a:lnTo>
                  <a:lnTo>
                    <a:pt x="3705329" y="2653653"/>
                  </a:lnTo>
                  <a:lnTo>
                    <a:pt x="3554865" y="2629184"/>
                  </a:lnTo>
                  <a:lnTo>
                    <a:pt x="3404401" y="2599750"/>
                  </a:lnTo>
                  <a:lnTo>
                    <a:pt x="3253937" y="2570424"/>
                  </a:lnTo>
                  <a:lnTo>
                    <a:pt x="3103473" y="2540535"/>
                  </a:lnTo>
                  <a:lnTo>
                    <a:pt x="2953009" y="2502999"/>
                  </a:lnTo>
                  <a:lnTo>
                    <a:pt x="2802545" y="2460045"/>
                  </a:lnTo>
                  <a:lnTo>
                    <a:pt x="2652081" y="2416765"/>
                  </a:lnTo>
                  <a:lnTo>
                    <a:pt x="2501617" y="2368654"/>
                  </a:lnTo>
                  <a:lnTo>
                    <a:pt x="2351153" y="2315018"/>
                  </a:lnTo>
                  <a:lnTo>
                    <a:pt x="2200689" y="2261749"/>
                  </a:lnTo>
                  <a:lnTo>
                    <a:pt x="2050225" y="2198999"/>
                  </a:lnTo>
                  <a:lnTo>
                    <a:pt x="1899761" y="2118621"/>
                  </a:lnTo>
                  <a:lnTo>
                    <a:pt x="1749297" y="2029931"/>
                  </a:lnTo>
                  <a:lnTo>
                    <a:pt x="1598833" y="1933736"/>
                  </a:lnTo>
                  <a:lnTo>
                    <a:pt x="1448369" y="1829566"/>
                  </a:lnTo>
                  <a:lnTo>
                    <a:pt x="1297904" y="1718183"/>
                  </a:lnTo>
                  <a:lnTo>
                    <a:pt x="1147440" y="1602099"/>
                  </a:lnTo>
                  <a:lnTo>
                    <a:pt x="996976" y="1481796"/>
                  </a:lnTo>
                  <a:lnTo>
                    <a:pt x="846512" y="1357797"/>
                  </a:lnTo>
                  <a:lnTo>
                    <a:pt x="696048" y="1230580"/>
                  </a:lnTo>
                  <a:lnTo>
                    <a:pt x="545584" y="1100489"/>
                  </a:lnTo>
                  <a:lnTo>
                    <a:pt x="395120" y="967696"/>
                  </a:lnTo>
                  <a:lnTo>
                    <a:pt x="244656" y="832225"/>
                  </a:lnTo>
                  <a:lnTo>
                    <a:pt x="94192" y="693994"/>
                  </a:lnTo>
                  <a:lnTo>
                    <a:pt x="0" y="60564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357148"/>
              <a:ext cx="6145984" cy="2605082"/>
            </a:xfrm>
            <a:custGeom>
              <a:avLst/>
              <a:pathLst>
                <a:path w="6145984" h="2605082">
                  <a:moveTo>
                    <a:pt x="0" y="0"/>
                  </a:moveTo>
                  <a:lnTo>
                    <a:pt x="94192" y="135408"/>
                  </a:lnTo>
                  <a:lnTo>
                    <a:pt x="244656" y="340248"/>
                  </a:lnTo>
                  <a:lnTo>
                    <a:pt x="395120" y="533617"/>
                  </a:lnTo>
                  <a:lnTo>
                    <a:pt x="545584" y="715568"/>
                  </a:lnTo>
                  <a:lnTo>
                    <a:pt x="696048" y="886264"/>
                  </a:lnTo>
                  <a:lnTo>
                    <a:pt x="846512" y="1046012"/>
                  </a:lnTo>
                  <a:lnTo>
                    <a:pt x="996976" y="1195293"/>
                  </a:lnTo>
                  <a:lnTo>
                    <a:pt x="1147440" y="1334721"/>
                  </a:lnTo>
                  <a:lnTo>
                    <a:pt x="1297904" y="1464957"/>
                  </a:lnTo>
                  <a:lnTo>
                    <a:pt x="1448369" y="1586531"/>
                  </a:lnTo>
                  <a:lnTo>
                    <a:pt x="1598833" y="1698384"/>
                  </a:lnTo>
                  <a:lnTo>
                    <a:pt x="1749297" y="1799808"/>
                  </a:lnTo>
                  <a:lnTo>
                    <a:pt x="1899761" y="1890974"/>
                  </a:lnTo>
                  <a:lnTo>
                    <a:pt x="2050225" y="1972124"/>
                  </a:lnTo>
                  <a:lnTo>
                    <a:pt x="2200689" y="2036773"/>
                  </a:lnTo>
                  <a:lnTo>
                    <a:pt x="2351153" y="2088342"/>
                  </a:lnTo>
                  <a:lnTo>
                    <a:pt x="2501617" y="2138530"/>
                  </a:lnTo>
                  <a:lnTo>
                    <a:pt x="2652081" y="2188211"/>
                  </a:lnTo>
                  <a:lnTo>
                    <a:pt x="2802545" y="2229793"/>
                  </a:lnTo>
                  <a:lnTo>
                    <a:pt x="2953009" y="2267099"/>
                  </a:lnTo>
                  <a:lnTo>
                    <a:pt x="3103473" y="2306489"/>
                  </a:lnTo>
                  <a:lnTo>
                    <a:pt x="3253937" y="2340915"/>
                  </a:lnTo>
                  <a:lnTo>
                    <a:pt x="3404401" y="2369516"/>
                  </a:lnTo>
                  <a:lnTo>
                    <a:pt x="3554865" y="2398344"/>
                  </a:lnTo>
                  <a:lnTo>
                    <a:pt x="3705329" y="2426280"/>
                  </a:lnTo>
                  <a:lnTo>
                    <a:pt x="3855793" y="2449617"/>
                  </a:lnTo>
                  <a:lnTo>
                    <a:pt x="4006257" y="2472162"/>
                  </a:lnTo>
                  <a:lnTo>
                    <a:pt x="4156721" y="2495055"/>
                  </a:lnTo>
                  <a:lnTo>
                    <a:pt x="4307185" y="2514531"/>
                  </a:lnTo>
                  <a:lnTo>
                    <a:pt x="4457649" y="2531318"/>
                  </a:lnTo>
                  <a:lnTo>
                    <a:pt x="4608114" y="2546805"/>
                  </a:lnTo>
                  <a:lnTo>
                    <a:pt x="4758578" y="2560385"/>
                  </a:lnTo>
                  <a:lnTo>
                    <a:pt x="4909042" y="2571651"/>
                  </a:lnTo>
                  <a:lnTo>
                    <a:pt x="5059506" y="2581068"/>
                  </a:lnTo>
                  <a:lnTo>
                    <a:pt x="5209970" y="2588906"/>
                  </a:lnTo>
                  <a:lnTo>
                    <a:pt x="5360434" y="2595274"/>
                  </a:lnTo>
                  <a:lnTo>
                    <a:pt x="5510898" y="2600165"/>
                  </a:lnTo>
                  <a:lnTo>
                    <a:pt x="5661362" y="2603485"/>
                  </a:lnTo>
                  <a:lnTo>
                    <a:pt x="5811826" y="2605082"/>
                  </a:lnTo>
                  <a:lnTo>
                    <a:pt x="5962290" y="2604770"/>
                  </a:lnTo>
                  <a:lnTo>
                    <a:pt x="6112754" y="2602347"/>
                  </a:lnTo>
                  <a:lnTo>
                    <a:pt x="6145984" y="26013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962790"/>
              <a:ext cx="5997077" cy="2431485"/>
            </a:xfrm>
            <a:custGeom>
              <a:avLst/>
              <a:pathLst>
                <a:path w="5997077" h="2431485">
                  <a:moveTo>
                    <a:pt x="5997077" y="2431485"/>
                  </a:moveTo>
                  <a:lnTo>
                    <a:pt x="5962290" y="2425371"/>
                  </a:lnTo>
                  <a:lnTo>
                    <a:pt x="5811826" y="2399292"/>
                  </a:lnTo>
                  <a:lnTo>
                    <a:pt x="5661362" y="2373380"/>
                  </a:lnTo>
                  <a:lnTo>
                    <a:pt x="5510898" y="2347451"/>
                  </a:lnTo>
                  <a:lnTo>
                    <a:pt x="5360434" y="2321356"/>
                  </a:lnTo>
                  <a:lnTo>
                    <a:pt x="5209970" y="2295005"/>
                  </a:lnTo>
                  <a:lnTo>
                    <a:pt x="5059506" y="2268392"/>
                  </a:lnTo>
                  <a:lnTo>
                    <a:pt x="4909042" y="2241630"/>
                  </a:lnTo>
                  <a:lnTo>
                    <a:pt x="4758578" y="2214991"/>
                  </a:lnTo>
                  <a:lnTo>
                    <a:pt x="4608114" y="2188944"/>
                  </a:lnTo>
                  <a:lnTo>
                    <a:pt x="4457649" y="2164054"/>
                  </a:lnTo>
                  <a:lnTo>
                    <a:pt x="4307185" y="2140316"/>
                  </a:lnTo>
                  <a:lnTo>
                    <a:pt x="4156721" y="2117296"/>
                  </a:lnTo>
                  <a:lnTo>
                    <a:pt x="4006257" y="2093874"/>
                  </a:lnTo>
                  <a:lnTo>
                    <a:pt x="3855793" y="2070405"/>
                  </a:lnTo>
                  <a:lnTo>
                    <a:pt x="3705329" y="2048011"/>
                  </a:lnTo>
                  <a:lnTo>
                    <a:pt x="3554865" y="2023543"/>
                  </a:lnTo>
                  <a:lnTo>
                    <a:pt x="3404401" y="1994108"/>
                  </a:lnTo>
                  <a:lnTo>
                    <a:pt x="3253937" y="1964783"/>
                  </a:lnTo>
                  <a:lnTo>
                    <a:pt x="3103473" y="1934893"/>
                  </a:lnTo>
                  <a:lnTo>
                    <a:pt x="2953009" y="1897358"/>
                  </a:lnTo>
                  <a:lnTo>
                    <a:pt x="2802545" y="1854404"/>
                  </a:lnTo>
                  <a:lnTo>
                    <a:pt x="2652081" y="1811124"/>
                  </a:lnTo>
                  <a:lnTo>
                    <a:pt x="2501617" y="1763013"/>
                  </a:lnTo>
                  <a:lnTo>
                    <a:pt x="2351153" y="1709377"/>
                  </a:lnTo>
                  <a:lnTo>
                    <a:pt x="2200689" y="1656108"/>
                  </a:lnTo>
                  <a:lnTo>
                    <a:pt x="2050225" y="1593358"/>
                  </a:lnTo>
                  <a:lnTo>
                    <a:pt x="1899761" y="1512980"/>
                  </a:lnTo>
                  <a:lnTo>
                    <a:pt x="1749297" y="1424290"/>
                  </a:lnTo>
                  <a:lnTo>
                    <a:pt x="1598833" y="1328095"/>
                  </a:lnTo>
                  <a:lnTo>
                    <a:pt x="1448369" y="1223925"/>
                  </a:lnTo>
                  <a:lnTo>
                    <a:pt x="1297904" y="1112542"/>
                  </a:lnTo>
                  <a:lnTo>
                    <a:pt x="1147440" y="996458"/>
                  </a:lnTo>
                  <a:lnTo>
                    <a:pt x="996976" y="876155"/>
                  </a:lnTo>
                  <a:lnTo>
                    <a:pt x="846512" y="752156"/>
                  </a:lnTo>
                  <a:lnTo>
                    <a:pt x="696048" y="624939"/>
                  </a:lnTo>
                  <a:lnTo>
                    <a:pt x="545584" y="494848"/>
                  </a:lnTo>
                  <a:lnTo>
                    <a:pt x="395120" y="362055"/>
                  </a:lnTo>
                  <a:lnTo>
                    <a:pt x="244656" y="226584"/>
                  </a:lnTo>
                  <a:lnTo>
                    <a:pt x="94192" y="8835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659969"/>
              <a:ext cx="6145984" cy="2529541"/>
            </a:xfrm>
            <a:custGeom>
              <a:avLst/>
              <a:pathLst>
                <a:path w="6145984" h="2529541">
                  <a:moveTo>
                    <a:pt x="0" y="0"/>
                  </a:moveTo>
                  <a:lnTo>
                    <a:pt x="94192" y="111880"/>
                  </a:lnTo>
                  <a:lnTo>
                    <a:pt x="244656" y="283416"/>
                  </a:lnTo>
                  <a:lnTo>
                    <a:pt x="395120" y="447836"/>
                  </a:lnTo>
                  <a:lnTo>
                    <a:pt x="545584" y="605208"/>
                  </a:lnTo>
                  <a:lnTo>
                    <a:pt x="696048" y="755601"/>
                  </a:lnTo>
                  <a:lnTo>
                    <a:pt x="846512" y="899084"/>
                  </a:lnTo>
                  <a:lnTo>
                    <a:pt x="996976" y="1035724"/>
                  </a:lnTo>
                  <a:lnTo>
                    <a:pt x="1147440" y="1165590"/>
                  </a:lnTo>
                  <a:lnTo>
                    <a:pt x="1297904" y="1288750"/>
                  </a:lnTo>
                  <a:lnTo>
                    <a:pt x="1448369" y="1405228"/>
                  </a:lnTo>
                  <a:lnTo>
                    <a:pt x="1598833" y="1513240"/>
                  </a:lnTo>
                  <a:lnTo>
                    <a:pt x="1749297" y="1612049"/>
                  </a:lnTo>
                  <a:lnTo>
                    <a:pt x="1899761" y="1701977"/>
                  </a:lnTo>
                  <a:lnTo>
                    <a:pt x="2050225" y="1782741"/>
                  </a:lnTo>
                  <a:lnTo>
                    <a:pt x="2200689" y="1846440"/>
                  </a:lnTo>
                  <a:lnTo>
                    <a:pt x="2351153" y="1898859"/>
                  </a:lnTo>
                  <a:lnTo>
                    <a:pt x="2501617" y="1950771"/>
                  </a:lnTo>
                  <a:lnTo>
                    <a:pt x="2652081" y="1999667"/>
                  </a:lnTo>
                  <a:lnTo>
                    <a:pt x="2802545" y="2042098"/>
                  </a:lnTo>
                  <a:lnTo>
                    <a:pt x="2953009" y="2082228"/>
                  </a:lnTo>
                  <a:lnTo>
                    <a:pt x="3103473" y="2120691"/>
                  </a:lnTo>
                  <a:lnTo>
                    <a:pt x="3253937" y="2152849"/>
                  </a:lnTo>
                  <a:lnTo>
                    <a:pt x="3404401" y="2181812"/>
                  </a:lnTo>
                  <a:lnTo>
                    <a:pt x="3554865" y="2210943"/>
                  </a:lnTo>
                  <a:lnTo>
                    <a:pt x="3705329" y="2237146"/>
                  </a:lnTo>
                  <a:lnTo>
                    <a:pt x="3855793" y="2260011"/>
                  </a:lnTo>
                  <a:lnTo>
                    <a:pt x="4006257" y="2283018"/>
                  </a:lnTo>
                  <a:lnTo>
                    <a:pt x="4156721" y="2306176"/>
                  </a:lnTo>
                  <a:lnTo>
                    <a:pt x="4307185" y="2327423"/>
                  </a:lnTo>
                  <a:lnTo>
                    <a:pt x="4457649" y="2347686"/>
                  </a:lnTo>
                  <a:lnTo>
                    <a:pt x="4608114" y="2367874"/>
                  </a:lnTo>
                  <a:lnTo>
                    <a:pt x="4758578" y="2387688"/>
                  </a:lnTo>
                  <a:lnTo>
                    <a:pt x="4909042" y="2406641"/>
                  </a:lnTo>
                  <a:lnTo>
                    <a:pt x="5059506" y="2424730"/>
                  </a:lnTo>
                  <a:lnTo>
                    <a:pt x="5209970" y="2441956"/>
                  </a:lnTo>
                  <a:lnTo>
                    <a:pt x="5360434" y="2458315"/>
                  </a:lnTo>
                  <a:lnTo>
                    <a:pt x="5510898" y="2473808"/>
                  </a:lnTo>
                  <a:lnTo>
                    <a:pt x="5661362" y="2488433"/>
                  </a:lnTo>
                  <a:lnTo>
                    <a:pt x="5811826" y="2502187"/>
                  </a:lnTo>
                  <a:lnTo>
                    <a:pt x="5962290" y="2515071"/>
                  </a:lnTo>
                  <a:lnTo>
                    <a:pt x="6112754" y="2527082"/>
                  </a:lnTo>
                  <a:lnTo>
                    <a:pt x="6145984" y="252954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129691"/>
              <a:ext cx="6145984" cy="3264583"/>
            </a:xfrm>
            <a:custGeom>
              <a:avLst/>
              <a:pathLst>
                <a:path w="6145984" h="3264583">
                  <a:moveTo>
                    <a:pt x="0" y="0"/>
                  </a:moveTo>
                  <a:lnTo>
                    <a:pt x="94192" y="139835"/>
                  </a:lnTo>
                  <a:lnTo>
                    <a:pt x="244656" y="354142"/>
                  </a:lnTo>
                  <a:lnTo>
                    <a:pt x="395120" y="559532"/>
                  </a:lnTo>
                  <a:lnTo>
                    <a:pt x="545584" y="756215"/>
                  </a:lnTo>
                  <a:lnTo>
                    <a:pt x="696048" y="944493"/>
                  </a:lnTo>
                  <a:lnTo>
                    <a:pt x="846512" y="1124801"/>
                  </a:lnTo>
                  <a:lnTo>
                    <a:pt x="996976" y="1297727"/>
                  </a:lnTo>
                  <a:lnTo>
                    <a:pt x="1147440" y="1463980"/>
                  </a:lnTo>
                  <a:lnTo>
                    <a:pt x="1297904" y="1624308"/>
                  </a:lnTo>
                  <a:lnTo>
                    <a:pt x="1448369" y="1779305"/>
                  </a:lnTo>
                  <a:lnTo>
                    <a:pt x="1598833" y="1926132"/>
                  </a:lnTo>
                  <a:lnTo>
                    <a:pt x="1749297" y="2062397"/>
                  </a:lnTo>
                  <a:lnTo>
                    <a:pt x="1899761" y="2187332"/>
                  </a:lnTo>
                  <a:lnTo>
                    <a:pt x="2050225" y="2300280"/>
                  </a:lnTo>
                  <a:lnTo>
                    <a:pt x="2200689" y="2395225"/>
                  </a:lnTo>
                  <a:lnTo>
                    <a:pt x="2351153" y="2474046"/>
                  </a:lnTo>
                  <a:lnTo>
                    <a:pt x="2501617" y="2545533"/>
                  </a:lnTo>
                  <a:lnTo>
                    <a:pt x="2652081" y="2598196"/>
                  </a:lnTo>
                  <a:lnTo>
                    <a:pt x="2802545" y="2629047"/>
                  </a:lnTo>
                  <a:lnTo>
                    <a:pt x="2953009" y="2657884"/>
                  </a:lnTo>
                  <a:lnTo>
                    <a:pt x="3103473" y="2696345"/>
                  </a:lnTo>
                  <a:lnTo>
                    <a:pt x="3253937" y="2724353"/>
                  </a:lnTo>
                  <a:lnTo>
                    <a:pt x="3404401" y="2746347"/>
                  </a:lnTo>
                  <a:lnTo>
                    <a:pt x="3554865" y="2773868"/>
                  </a:lnTo>
                  <a:lnTo>
                    <a:pt x="3705329" y="2806409"/>
                  </a:lnTo>
                  <a:lnTo>
                    <a:pt x="3855793" y="2835428"/>
                  </a:lnTo>
                  <a:lnTo>
                    <a:pt x="4006257" y="2859761"/>
                  </a:lnTo>
                  <a:lnTo>
                    <a:pt x="4156721" y="2880339"/>
                  </a:lnTo>
                  <a:lnTo>
                    <a:pt x="4307185" y="2896798"/>
                  </a:lnTo>
                  <a:lnTo>
                    <a:pt x="4457649" y="2909157"/>
                  </a:lnTo>
                  <a:lnTo>
                    <a:pt x="4608114" y="2918052"/>
                  </a:lnTo>
                  <a:lnTo>
                    <a:pt x="4758578" y="2924248"/>
                  </a:lnTo>
                  <a:lnTo>
                    <a:pt x="4909042" y="2928351"/>
                  </a:lnTo>
                  <a:lnTo>
                    <a:pt x="5059506" y="2930775"/>
                  </a:lnTo>
                  <a:lnTo>
                    <a:pt x="5209970" y="2931757"/>
                  </a:lnTo>
                  <a:lnTo>
                    <a:pt x="5360434" y="2931393"/>
                  </a:lnTo>
                  <a:lnTo>
                    <a:pt x="5510898" y="2929672"/>
                  </a:lnTo>
                  <a:lnTo>
                    <a:pt x="5661362" y="2926507"/>
                  </a:lnTo>
                  <a:lnTo>
                    <a:pt x="5811826" y="2921761"/>
                  </a:lnTo>
                  <a:lnTo>
                    <a:pt x="5962290" y="2915264"/>
                  </a:lnTo>
                  <a:lnTo>
                    <a:pt x="6112754" y="2906832"/>
                  </a:lnTo>
                  <a:lnTo>
                    <a:pt x="6145984" y="2904502"/>
                  </a:lnTo>
                  <a:lnTo>
                    <a:pt x="6145984" y="3264583"/>
                  </a:lnTo>
                  <a:lnTo>
                    <a:pt x="5686650" y="3264583"/>
                  </a:lnTo>
                  <a:lnTo>
                    <a:pt x="5661362" y="3261733"/>
                  </a:lnTo>
                  <a:lnTo>
                    <a:pt x="5510898" y="3244715"/>
                  </a:lnTo>
                  <a:lnTo>
                    <a:pt x="5360434" y="3227508"/>
                  </a:lnTo>
                  <a:lnTo>
                    <a:pt x="5209970" y="3210035"/>
                  </a:lnTo>
                  <a:lnTo>
                    <a:pt x="5059506" y="3192293"/>
                  </a:lnTo>
                  <a:lnTo>
                    <a:pt x="4909042" y="3174386"/>
                  </a:lnTo>
                  <a:lnTo>
                    <a:pt x="4758578" y="3156560"/>
                  </a:lnTo>
                  <a:lnTo>
                    <a:pt x="4608114" y="3139235"/>
                  </a:lnTo>
                  <a:lnTo>
                    <a:pt x="4457649" y="3121946"/>
                  </a:lnTo>
                  <a:lnTo>
                    <a:pt x="4307185" y="3103382"/>
                  </a:lnTo>
                  <a:lnTo>
                    <a:pt x="4156721" y="3083760"/>
                  </a:lnTo>
                  <a:lnTo>
                    <a:pt x="4006257" y="3062710"/>
                  </a:lnTo>
                  <a:lnTo>
                    <a:pt x="3855793" y="3037552"/>
                  </a:lnTo>
                  <a:lnTo>
                    <a:pt x="3705329" y="3009375"/>
                  </a:lnTo>
                  <a:lnTo>
                    <a:pt x="3554865" y="2979929"/>
                  </a:lnTo>
                  <a:lnTo>
                    <a:pt x="3404401" y="2951866"/>
                  </a:lnTo>
                  <a:lnTo>
                    <a:pt x="3253937" y="2929225"/>
                  </a:lnTo>
                  <a:lnTo>
                    <a:pt x="3103473" y="2905268"/>
                  </a:lnTo>
                  <a:lnTo>
                    <a:pt x="2953009" y="2868462"/>
                  </a:lnTo>
                  <a:lnTo>
                    <a:pt x="2802545" y="2834583"/>
                  </a:lnTo>
                  <a:lnTo>
                    <a:pt x="2652081" y="2802216"/>
                  </a:lnTo>
                  <a:lnTo>
                    <a:pt x="2501617" y="2750956"/>
                  </a:lnTo>
                  <a:lnTo>
                    <a:pt x="2351153" y="2676390"/>
                  </a:lnTo>
                  <a:lnTo>
                    <a:pt x="2200689" y="2596051"/>
                  </a:lnTo>
                  <a:lnTo>
                    <a:pt x="2050225" y="2502802"/>
                  </a:lnTo>
                  <a:lnTo>
                    <a:pt x="1899761" y="2390542"/>
                  </a:lnTo>
                  <a:lnTo>
                    <a:pt x="1749297" y="2267818"/>
                  </a:lnTo>
                  <a:lnTo>
                    <a:pt x="1598833" y="2136221"/>
                  </a:lnTo>
                  <a:lnTo>
                    <a:pt x="1448369" y="1996252"/>
                  </a:lnTo>
                  <a:lnTo>
                    <a:pt x="1297904" y="1850353"/>
                  </a:lnTo>
                  <a:lnTo>
                    <a:pt x="1147440" y="1702657"/>
                  </a:lnTo>
                  <a:lnTo>
                    <a:pt x="996976" y="1553477"/>
                  </a:lnTo>
                  <a:lnTo>
                    <a:pt x="846512" y="1403118"/>
                  </a:lnTo>
                  <a:lnTo>
                    <a:pt x="696048" y="1251849"/>
                  </a:lnTo>
                  <a:lnTo>
                    <a:pt x="545584" y="1099817"/>
                  </a:lnTo>
                  <a:lnTo>
                    <a:pt x="395120" y="947016"/>
                  </a:lnTo>
                  <a:lnTo>
                    <a:pt x="244656" y="793308"/>
                  </a:lnTo>
                  <a:lnTo>
                    <a:pt x="94192" y="638461"/>
                  </a:lnTo>
                  <a:lnTo>
                    <a:pt x="0" y="54063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129691"/>
              <a:ext cx="6145984" cy="2931757"/>
            </a:xfrm>
            <a:custGeom>
              <a:avLst/>
              <a:pathLst>
                <a:path w="6145984" h="2931757">
                  <a:moveTo>
                    <a:pt x="0" y="0"/>
                  </a:moveTo>
                  <a:lnTo>
                    <a:pt x="94192" y="139835"/>
                  </a:lnTo>
                  <a:lnTo>
                    <a:pt x="244656" y="354142"/>
                  </a:lnTo>
                  <a:lnTo>
                    <a:pt x="395120" y="559532"/>
                  </a:lnTo>
                  <a:lnTo>
                    <a:pt x="545584" y="756215"/>
                  </a:lnTo>
                  <a:lnTo>
                    <a:pt x="696048" y="944493"/>
                  </a:lnTo>
                  <a:lnTo>
                    <a:pt x="846512" y="1124801"/>
                  </a:lnTo>
                  <a:lnTo>
                    <a:pt x="996976" y="1297727"/>
                  </a:lnTo>
                  <a:lnTo>
                    <a:pt x="1147440" y="1463980"/>
                  </a:lnTo>
                  <a:lnTo>
                    <a:pt x="1297904" y="1624308"/>
                  </a:lnTo>
                  <a:lnTo>
                    <a:pt x="1448369" y="1779305"/>
                  </a:lnTo>
                  <a:lnTo>
                    <a:pt x="1598833" y="1926132"/>
                  </a:lnTo>
                  <a:lnTo>
                    <a:pt x="1749297" y="2062397"/>
                  </a:lnTo>
                  <a:lnTo>
                    <a:pt x="1899761" y="2187332"/>
                  </a:lnTo>
                  <a:lnTo>
                    <a:pt x="2050225" y="2300280"/>
                  </a:lnTo>
                  <a:lnTo>
                    <a:pt x="2200689" y="2395225"/>
                  </a:lnTo>
                  <a:lnTo>
                    <a:pt x="2351153" y="2474046"/>
                  </a:lnTo>
                  <a:lnTo>
                    <a:pt x="2501617" y="2545533"/>
                  </a:lnTo>
                  <a:lnTo>
                    <a:pt x="2652081" y="2598196"/>
                  </a:lnTo>
                  <a:lnTo>
                    <a:pt x="2802545" y="2629047"/>
                  </a:lnTo>
                  <a:lnTo>
                    <a:pt x="2953009" y="2657884"/>
                  </a:lnTo>
                  <a:lnTo>
                    <a:pt x="3103473" y="2696345"/>
                  </a:lnTo>
                  <a:lnTo>
                    <a:pt x="3253937" y="2724353"/>
                  </a:lnTo>
                  <a:lnTo>
                    <a:pt x="3404401" y="2746347"/>
                  </a:lnTo>
                  <a:lnTo>
                    <a:pt x="3554865" y="2773868"/>
                  </a:lnTo>
                  <a:lnTo>
                    <a:pt x="3705329" y="2806409"/>
                  </a:lnTo>
                  <a:lnTo>
                    <a:pt x="3855793" y="2835428"/>
                  </a:lnTo>
                  <a:lnTo>
                    <a:pt x="4006257" y="2859761"/>
                  </a:lnTo>
                  <a:lnTo>
                    <a:pt x="4156721" y="2880339"/>
                  </a:lnTo>
                  <a:lnTo>
                    <a:pt x="4307185" y="2896798"/>
                  </a:lnTo>
                  <a:lnTo>
                    <a:pt x="4457649" y="2909157"/>
                  </a:lnTo>
                  <a:lnTo>
                    <a:pt x="4608114" y="2918052"/>
                  </a:lnTo>
                  <a:lnTo>
                    <a:pt x="4758578" y="2924248"/>
                  </a:lnTo>
                  <a:lnTo>
                    <a:pt x="4909042" y="2928351"/>
                  </a:lnTo>
                  <a:lnTo>
                    <a:pt x="5059506" y="2930775"/>
                  </a:lnTo>
                  <a:lnTo>
                    <a:pt x="5209970" y="2931757"/>
                  </a:lnTo>
                  <a:lnTo>
                    <a:pt x="5360434" y="2931393"/>
                  </a:lnTo>
                  <a:lnTo>
                    <a:pt x="5510898" y="2929672"/>
                  </a:lnTo>
                  <a:lnTo>
                    <a:pt x="5661362" y="2926507"/>
                  </a:lnTo>
                  <a:lnTo>
                    <a:pt x="5811826" y="2921761"/>
                  </a:lnTo>
                  <a:lnTo>
                    <a:pt x="5962290" y="2915264"/>
                  </a:lnTo>
                  <a:lnTo>
                    <a:pt x="6112754" y="2906832"/>
                  </a:lnTo>
                  <a:lnTo>
                    <a:pt x="6145984" y="29045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670322"/>
              <a:ext cx="5686650" cy="2723953"/>
            </a:xfrm>
            <a:custGeom>
              <a:avLst/>
              <a:pathLst>
                <a:path w="5686650" h="2723953">
                  <a:moveTo>
                    <a:pt x="5686650" y="2723953"/>
                  </a:moveTo>
                  <a:lnTo>
                    <a:pt x="5661362" y="2721103"/>
                  </a:lnTo>
                  <a:lnTo>
                    <a:pt x="5510898" y="2704085"/>
                  </a:lnTo>
                  <a:lnTo>
                    <a:pt x="5360434" y="2686878"/>
                  </a:lnTo>
                  <a:lnTo>
                    <a:pt x="5209970" y="2669405"/>
                  </a:lnTo>
                  <a:lnTo>
                    <a:pt x="5059506" y="2651663"/>
                  </a:lnTo>
                  <a:lnTo>
                    <a:pt x="4909042" y="2633756"/>
                  </a:lnTo>
                  <a:lnTo>
                    <a:pt x="4758578" y="2615930"/>
                  </a:lnTo>
                  <a:lnTo>
                    <a:pt x="4608114" y="2598605"/>
                  </a:lnTo>
                  <a:lnTo>
                    <a:pt x="4457649" y="2581316"/>
                  </a:lnTo>
                  <a:lnTo>
                    <a:pt x="4307185" y="2562752"/>
                  </a:lnTo>
                  <a:lnTo>
                    <a:pt x="4156721" y="2543130"/>
                  </a:lnTo>
                  <a:lnTo>
                    <a:pt x="4006257" y="2522080"/>
                  </a:lnTo>
                  <a:lnTo>
                    <a:pt x="3855793" y="2496922"/>
                  </a:lnTo>
                  <a:lnTo>
                    <a:pt x="3705329" y="2468745"/>
                  </a:lnTo>
                  <a:lnTo>
                    <a:pt x="3554865" y="2439299"/>
                  </a:lnTo>
                  <a:lnTo>
                    <a:pt x="3404401" y="2411236"/>
                  </a:lnTo>
                  <a:lnTo>
                    <a:pt x="3253937" y="2388595"/>
                  </a:lnTo>
                  <a:lnTo>
                    <a:pt x="3103473" y="2364638"/>
                  </a:lnTo>
                  <a:lnTo>
                    <a:pt x="2953009" y="2327832"/>
                  </a:lnTo>
                  <a:lnTo>
                    <a:pt x="2802545" y="2293953"/>
                  </a:lnTo>
                  <a:lnTo>
                    <a:pt x="2652081" y="2261586"/>
                  </a:lnTo>
                  <a:lnTo>
                    <a:pt x="2501617" y="2210326"/>
                  </a:lnTo>
                  <a:lnTo>
                    <a:pt x="2351153" y="2135760"/>
                  </a:lnTo>
                  <a:lnTo>
                    <a:pt x="2200689" y="2055421"/>
                  </a:lnTo>
                  <a:lnTo>
                    <a:pt x="2050225" y="1962172"/>
                  </a:lnTo>
                  <a:lnTo>
                    <a:pt x="1899761" y="1849912"/>
                  </a:lnTo>
                  <a:lnTo>
                    <a:pt x="1749297" y="1727188"/>
                  </a:lnTo>
                  <a:lnTo>
                    <a:pt x="1598833" y="1595591"/>
                  </a:lnTo>
                  <a:lnTo>
                    <a:pt x="1448369" y="1455622"/>
                  </a:lnTo>
                  <a:lnTo>
                    <a:pt x="1297904" y="1309722"/>
                  </a:lnTo>
                  <a:lnTo>
                    <a:pt x="1147440" y="1162027"/>
                  </a:lnTo>
                  <a:lnTo>
                    <a:pt x="996976" y="1012847"/>
                  </a:lnTo>
                  <a:lnTo>
                    <a:pt x="846512" y="862488"/>
                  </a:lnTo>
                  <a:lnTo>
                    <a:pt x="696048" y="711219"/>
                  </a:lnTo>
                  <a:lnTo>
                    <a:pt x="545584" y="559187"/>
                  </a:lnTo>
                  <a:lnTo>
                    <a:pt x="395120" y="406386"/>
                  </a:lnTo>
                  <a:lnTo>
                    <a:pt x="244656" y="252678"/>
                  </a:lnTo>
                  <a:lnTo>
                    <a:pt x="94192" y="978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400007"/>
              <a:ext cx="6145984" cy="2840446"/>
            </a:xfrm>
            <a:custGeom>
              <a:avLst/>
              <a:pathLst>
                <a:path w="6145984" h="2840446">
                  <a:moveTo>
                    <a:pt x="0" y="0"/>
                  </a:moveTo>
                  <a:lnTo>
                    <a:pt x="94192" y="118833"/>
                  </a:lnTo>
                  <a:lnTo>
                    <a:pt x="244656" y="303410"/>
                  </a:lnTo>
                  <a:lnTo>
                    <a:pt x="395120" y="482959"/>
                  </a:lnTo>
                  <a:lnTo>
                    <a:pt x="545584" y="657701"/>
                  </a:lnTo>
                  <a:lnTo>
                    <a:pt x="696048" y="827856"/>
                  </a:lnTo>
                  <a:lnTo>
                    <a:pt x="846512" y="993644"/>
                  </a:lnTo>
                  <a:lnTo>
                    <a:pt x="996976" y="1155287"/>
                  </a:lnTo>
                  <a:lnTo>
                    <a:pt x="1147440" y="1313004"/>
                  </a:lnTo>
                  <a:lnTo>
                    <a:pt x="1297904" y="1467015"/>
                  </a:lnTo>
                  <a:lnTo>
                    <a:pt x="1448369" y="1617463"/>
                  </a:lnTo>
                  <a:lnTo>
                    <a:pt x="1598833" y="1760862"/>
                  </a:lnTo>
                  <a:lnTo>
                    <a:pt x="1749297" y="1894792"/>
                  </a:lnTo>
                  <a:lnTo>
                    <a:pt x="1899761" y="2018622"/>
                  </a:lnTo>
                  <a:lnTo>
                    <a:pt x="2050225" y="2131226"/>
                  </a:lnTo>
                  <a:lnTo>
                    <a:pt x="2200689" y="2225323"/>
                  </a:lnTo>
                  <a:lnTo>
                    <a:pt x="2351153" y="2304903"/>
                  </a:lnTo>
                  <a:lnTo>
                    <a:pt x="2501617" y="2377930"/>
                  </a:lnTo>
                  <a:lnTo>
                    <a:pt x="2652081" y="2429891"/>
                  </a:lnTo>
                  <a:lnTo>
                    <a:pt x="2802545" y="2461500"/>
                  </a:lnTo>
                  <a:lnTo>
                    <a:pt x="2953009" y="2492858"/>
                  </a:lnTo>
                  <a:lnTo>
                    <a:pt x="3103473" y="2530492"/>
                  </a:lnTo>
                  <a:lnTo>
                    <a:pt x="3253937" y="2556474"/>
                  </a:lnTo>
                  <a:lnTo>
                    <a:pt x="3404401" y="2578791"/>
                  </a:lnTo>
                  <a:lnTo>
                    <a:pt x="3554865" y="2606583"/>
                  </a:lnTo>
                  <a:lnTo>
                    <a:pt x="3705329" y="2637577"/>
                  </a:lnTo>
                  <a:lnTo>
                    <a:pt x="3855793" y="2666175"/>
                  </a:lnTo>
                  <a:lnTo>
                    <a:pt x="4006257" y="2690920"/>
                  </a:lnTo>
                  <a:lnTo>
                    <a:pt x="4156721" y="2711735"/>
                  </a:lnTo>
                  <a:lnTo>
                    <a:pt x="4307185" y="2729775"/>
                  </a:lnTo>
                  <a:lnTo>
                    <a:pt x="4457649" y="2745236"/>
                  </a:lnTo>
                  <a:lnTo>
                    <a:pt x="4608114" y="2758329"/>
                  </a:lnTo>
                  <a:lnTo>
                    <a:pt x="4758578" y="2770089"/>
                  </a:lnTo>
                  <a:lnTo>
                    <a:pt x="4909042" y="2781053"/>
                  </a:lnTo>
                  <a:lnTo>
                    <a:pt x="5059506" y="2791219"/>
                  </a:lnTo>
                  <a:lnTo>
                    <a:pt x="5209970" y="2800581"/>
                  </a:lnTo>
                  <a:lnTo>
                    <a:pt x="5360434" y="2809136"/>
                  </a:lnTo>
                  <a:lnTo>
                    <a:pt x="5510898" y="2816879"/>
                  </a:lnTo>
                  <a:lnTo>
                    <a:pt x="5661362" y="2823805"/>
                  </a:lnTo>
                  <a:lnTo>
                    <a:pt x="5811826" y="2829911"/>
                  </a:lnTo>
                  <a:lnTo>
                    <a:pt x="5962290" y="2835193"/>
                  </a:lnTo>
                  <a:lnTo>
                    <a:pt x="6112754" y="2839646"/>
                  </a:lnTo>
                  <a:lnTo>
                    <a:pt x="6145984" y="284044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238045"/>
              <a:ext cx="6145984" cy="3156230"/>
            </a:xfrm>
            <a:custGeom>
              <a:avLst/>
              <a:pathLst>
                <a:path w="6145984" h="3156230">
                  <a:moveTo>
                    <a:pt x="0" y="0"/>
                  </a:moveTo>
                  <a:lnTo>
                    <a:pt x="94192" y="145638"/>
                  </a:lnTo>
                  <a:lnTo>
                    <a:pt x="244656" y="367602"/>
                  </a:lnTo>
                  <a:lnTo>
                    <a:pt x="395120" y="578968"/>
                  </a:lnTo>
                  <a:lnTo>
                    <a:pt x="545584" y="779873"/>
                  </a:lnTo>
                  <a:lnTo>
                    <a:pt x="696048" y="970542"/>
                  </a:lnTo>
                  <a:lnTo>
                    <a:pt x="846512" y="1151332"/>
                  </a:lnTo>
                  <a:lnTo>
                    <a:pt x="996976" y="1322742"/>
                  </a:lnTo>
                  <a:lnTo>
                    <a:pt x="1147440" y="1485392"/>
                  </a:lnTo>
                  <a:lnTo>
                    <a:pt x="1297904" y="1639939"/>
                  </a:lnTo>
                  <a:lnTo>
                    <a:pt x="1448369" y="1786919"/>
                  </a:lnTo>
                  <a:lnTo>
                    <a:pt x="1598833" y="1924932"/>
                  </a:lnTo>
                  <a:lnTo>
                    <a:pt x="1749297" y="2052478"/>
                  </a:lnTo>
                  <a:lnTo>
                    <a:pt x="1899761" y="2168911"/>
                  </a:lnTo>
                  <a:lnTo>
                    <a:pt x="2050225" y="2273558"/>
                  </a:lnTo>
                  <a:lnTo>
                    <a:pt x="2200689" y="2358824"/>
                  </a:lnTo>
                  <a:lnTo>
                    <a:pt x="2351153" y="2427603"/>
                  </a:lnTo>
                  <a:lnTo>
                    <a:pt x="2501617" y="2490535"/>
                  </a:lnTo>
                  <a:lnTo>
                    <a:pt x="2652081" y="2536078"/>
                  </a:lnTo>
                  <a:lnTo>
                    <a:pt x="2802545" y="2560673"/>
                  </a:lnTo>
                  <a:lnTo>
                    <a:pt x="2953009" y="2584225"/>
                  </a:lnTo>
                  <a:lnTo>
                    <a:pt x="3103473" y="2619281"/>
                  </a:lnTo>
                  <a:lnTo>
                    <a:pt x="3253937" y="2646910"/>
                  </a:lnTo>
                  <a:lnTo>
                    <a:pt x="3404401" y="2669193"/>
                  </a:lnTo>
                  <a:lnTo>
                    <a:pt x="3554865" y="2695020"/>
                  </a:lnTo>
                  <a:lnTo>
                    <a:pt x="3705329" y="2725060"/>
                  </a:lnTo>
                  <a:lnTo>
                    <a:pt x="3855793" y="2751994"/>
                  </a:lnTo>
                  <a:lnTo>
                    <a:pt x="4006257" y="2773971"/>
                  </a:lnTo>
                  <a:lnTo>
                    <a:pt x="4156721" y="2791866"/>
                  </a:lnTo>
                  <a:lnTo>
                    <a:pt x="4307185" y="2805845"/>
                  </a:lnTo>
                  <a:lnTo>
                    <a:pt x="4457649" y="2815899"/>
                  </a:lnTo>
                  <a:lnTo>
                    <a:pt x="4608114" y="2822614"/>
                  </a:lnTo>
                  <a:lnTo>
                    <a:pt x="4758578" y="2826791"/>
                  </a:lnTo>
                  <a:lnTo>
                    <a:pt x="4909042" y="2829060"/>
                  </a:lnTo>
                  <a:lnTo>
                    <a:pt x="5059506" y="2829819"/>
                  </a:lnTo>
                  <a:lnTo>
                    <a:pt x="5209970" y="2829296"/>
                  </a:lnTo>
                  <a:lnTo>
                    <a:pt x="5360434" y="2827581"/>
                  </a:lnTo>
                  <a:lnTo>
                    <a:pt x="5510898" y="2824664"/>
                  </a:lnTo>
                  <a:lnTo>
                    <a:pt x="5661362" y="2820459"/>
                  </a:lnTo>
                  <a:lnTo>
                    <a:pt x="5811826" y="2814832"/>
                  </a:lnTo>
                  <a:lnTo>
                    <a:pt x="5962290" y="2807620"/>
                  </a:lnTo>
                  <a:lnTo>
                    <a:pt x="6112754" y="2798644"/>
                  </a:lnTo>
                  <a:lnTo>
                    <a:pt x="6145984" y="2796232"/>
                  </a:lnTo>
                  <a:lnTo>
                    <a:pt x="6145984" y="3156230"/>
                  </a:lnTo>
                  <a:lnTo>
                    <a:pt x="5785918" y="3156230"/>
                  </a:lnTo>
                  <a:lnTo>
                    <a:pt x="5661362" y="3143569"/>
                  </a:lnTo>
                  <a:lnTo>
                    <a:pt x="5510898" y="3128321"/>
                  </a:lnTo>
                  <a:lnTo>
                    <a:pt x="5360434" y="3112995"/>
                  </a:lnTo>
                  <a:lnTo>
                    <a:pt x="5209970" y="3097517"/>
                  </a:lnTo>
                  <a:lnTo>
                    <a:pt x="5059506" y="3081886"/>
                  </a:lnTo>
                  <a:lnTo>
                    <a:pt x="4909042" y="3066203"/>
                  </a:lnTo>
                  <a:lnTo>
                    <a:pt x="4758578" y="3050707"/>
                  </a:lnTo>
                  <a:lnTo>
                    <a:pt x="4608114" y="3035804"/>
                  </a:lnTo>
                  <a:lnTo>
                    <a:pt x="4457649" y="3020998"/>
                  </a:lnTo>
                  <a:lnTo>
                    <a:pt x="4307185" y="3004963"/>
                  </a:lnTo>
                  <a:lnTo>
                    <a:pt x="4156721" y="2987935"/>
                  </a:lnTo>
                  <a:lnTo>
                    <a:pt x="4006257" y="2969585"/>
                  </a:lnTo>
                  <a:lnTo>
                    <a:pt x="3855793" y="2946814"/>
                  </a:lnTo>
                  <a:lnTo>
                    <a:pt x="3705329" y="2920691"/>
                  </a:lnTo>
                  <a:lnTo>
                    <a:pt x="3554865" y="2893635"/>
                  </a:lnTo>
                  <a:lnTo>
                    <a:pt x="3404401" y="2867285"/>
                  </a:lnTo>
                  <a:lnTo>
                    <a:pt x="3253937" y="2844378"/>
                  </a:lnTo>
                  <a:lnTo>
                    <a:pt x="3103473" y="2820653"/>
                  </a:lnTo>
                  <a:lnTo>
                    <a:pt x="2953009" y="2787193"/>
                  </a:lnTo>
                  <a:lnTo>
                    <a:pt x="2802545" y="2758780"/>
                  </a:lnTo>
                  <a:lnTo>
                    <a:pt x="2652081" y="2732725"/>
                  </a:lnTo>
                  <a:lnTo>
                    <a:pt x="2501617" y="2688534"/>
                  </a:lnTo>
                  <a:lnTo>
                    <a:pt x="2351153" y="2622634"/>
                  </a:lnTo>
                  <a:lnTo>
                    <a:pt x="2200689" y="2552393"/>
                  </a:lnTo>
                  <a:lnTo>
                    <a:pt x="2050225" y="2468761"/>
                  </a:lnTo>
                  <a:lnTo>
                    <a:pt x="1899761" y="2364778"/>
                  </a:lnTo>
                  <a:lnTo>
                    <a:pt x="1749297" y="2250475"/>
                  </a:lnTo>
                  <a:lnTo>
                    <a:pt x="1598833" y="2127429"/>
                  </a:lnTo>
                  <a:lnTo>
                    <a:pt x="1448369" y="1996025"/>
                  </a:lnTo>
                  <a:lnTo>
                    <a:pt x="1297904" y="1857814"/>
                  </a:lnTo>
                  <a:lnTo>
                    <a:pt x="1147440" y="1715444"/>
                  </a:lnTo>
                  <a:lnTo>
                    <a:pt x="996976" y="1569249"/>
                  </a:lnTo>
                  <a:lnTo>
                    <a:pt x="846512" y="1419590"/>
                  </a:lnTo>
                  <a:lnTo>
                    <a:pt x="696048" y="1266791"/>
                  </a:lnTo>
                  <a:lnTo>
                    <a:pt x="545584" y="1111057"/>
                  </a:lnTo>
                  <a:lnTo>
                    <a:pt x="395120" y="952449"/>
                  </a:lnTo>
                  <a:lnTo>
                    <a:pt x="244656" y="790897"/>
                  </a:lnTo>
                  <a:lnTo>
                    <a:pt x="94192" y="626243"/>
                  </a:lnTo>
                  <a:lnTo>
                    <a:pt x="0" y="52109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238045"/>
              <a:ext cx="6145984" cy="2829819"/>
            </a:xfrm>
            <a:custGeom>
              <a:avLst/>
              <a:pathLst>
                <a:path w="6145984" h="2829819">
                  <a:moveTo>
                    <a:pt x="0" y="0"/>
                  </a:moveTo>
                  <a:lnTo>
                    <a:pt x="94192" y="145638"/>
                  </a:lnTo>
                  <a:lnTo>
                    <a:pt x="244656" y="367602"/>
                  </a:lnTo>
                  <a:lnTo>
                    <a:pt x="395120" y="578968"/>
                  </a:lnTo>
                  <a:lnTo>
                    <a:pt x="545584" y="779873"/>
                  </a:lnTo>
                  <a:lnTo>
                    <a:pt x="696048" y="970542"/>
                  </a:lnTo>
                  <a:lnTo>
                    <a:pt x="846512" y="1151332"/>
                  </a:lnTo>
                  <a:lnTo>
                    <a:pt x="996976" y="1322742"/>
                  </a:lnTo>
                  <a:lnTo>
                    <a:pt x="1147440" y="1485392"/>
                  </a:lnTo>
                  <a:lnTo>
                    <a:pt x="1297904" y="1639939"/>
                  </a:lnTo>
                  <a:lnTo>
                    <a:pt x="1448369" y="1786919"/>
                  </a:lnTo>
                  <a:lnTo>
                    <a:pt x="1598833" y="1924932"/>
                  </a:lnTo>
                  <a:lnTo>
                    <a:pt x="1749297" y="2052478"/>
                  </a:lnTo>
                  <a:lnTo>
                    <a:pt x="1899761" y="2168911"/>
                  </a:lnTo>
                  <a:lnTo>
                    <a:pt x="2050225" y="2273558"/>
                  </a:lnTo>
                  <a:lnTo>
                    <a:pt x="2200689" y="2358824"/>
                  </a:lnTo>
                  <a:lnTo>
                    <a:pt x="2351153" y="2427603"/>
                  </a:lnTo>
                  <a:lnTo>
                    <a:pt x="2501617" y="2490535"/>
                  </a:lnTo>
                  <a:lnTo>
                    <a:pt x="2652081" y="2536078"/>
                  </a:lnTo>
                  <a:lnTo>
                    <a:pt x="2802545" y="2560673"/>
                  </a:lnTo>
                  <a:lnTo>
                    <a:pt x="2953009" y="2584225"/>
                  </a:lnTo>
                  <a:lnTo>
                    <a:pt x="3103473" y="2619281"/>
                  </a:lnTo>
                  <a:lnTo>
                    <a:pt x="3253937" y="2646910"/>
                  </a:lnTo>
                  <a:lnTo>
                    <a:pt x="3404401" y="2669193"/>
                  </a:lnTo>
                  <a:lnTo>
                    <a:pt x="3554865" y="2695020"/>
                  </a:lnTo>
                  <a:lnTo>
                    <a:pt x="3705329" y="2725060"/>
                  </a:lnTo>
                  <a:lnTo>
                    <a:pt x="3855793" y="2751994"/>
                  </a:lnTo>
                  <a:lnTo>
                    <a:pt x="4006257" y="2773971"/>
                  </a:lnTo>
                  <a:lnTo>
                    <a:pt x="4156721" y="2791866"/>
                  </a:lnTo>
                  <a:lnTo>
                    <a:pt x="4307185" y="2805845"/>
                  </a:lnTo>
                  <a:lnTo>
                    <a:pt x="4457649" y="2815899"/>
                  </a:lnTo>
                  <a:lnTo>
                    <a:pt x="4608114" y="2822614"/>
                  </a:lnTo>
                  <a:lnTo>
                    <a:pt x="4758578" y="2826791"/>
                  </a:lnTo>
                  <a:lnTo>
                    <a:pt x="4909042" y="2829060"/>
                  </a:lnTo>
                  <a:lnTo>
                    <a:pt x="5059506" y="2829819"/>
                  </a:lnTo>
                  <a:lnTo>
                    <a:pt x="5209970" y="2829296"/>
                  </a:lnTo>
                  <a:lnTo>
                    <a:pt x="5360434" y="2827581"/>
                  </a:lnTo>
                  <a:lnTo>
                    <a:pt x="5510898" y="2824664"/>
                  </a:lnTo>
                  <a:lnTo>
                    <a:pt x="5661362" y="2820459"/>
                  </a:lnTo>
                  <a:lnTo>
                    <a:pt x="5811826" y="2814832"/>
                  </a:lnTo>
                  <a:lnTo>
                    <a:pt x="5962290" y="2807620"/>
                  </a:lnTo>
                  <a:lnTo>
                    <a:pt x="6112754" y="2798644"/>
                  </a:lnTo>
                  <a:lnTo>
                    <a:pt x="6145984" y="27962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2759137"/>
              <a:ext cx="5785918" cy="2635138"/>
            </a:xfrm>
            <a:custGeom>
              <a:avLst/>
              <a:pathLst>
                <a:path w="5785918" h="2635138">
                  <a:moveTo>
                    <a:pt x="5785918" y="2635138"/>
                  </a:moveTo>
                  <a:lnTo>
                    <a:pt x="5661362" y="2622477"/>
                  </a:lnTo>
                  <a:lnTo>
                    <a:pt x="5510898" y="2607229"/>
                  </a:lnTo>
                  <a:lnTo>
                    <a:pt x="5360434" y="2591903"/>
                  </a:lnTo>
                  <a:lnTo>
                    <a:pt x="5209970" y="2576425"/>
                  </a:lnTo>
                  <a:lnTo>
                    <a:pt x="5059506" y="2560794"/>
                  </a:lnTo>
                  <a:lnTo>
                    <a:pt x="4909042" y="2545112"/>
                  </a:lnTo>
                  <a:lnTo>
                    <a:pt x="4758578" y="2529615"/>
                  </a:lnTo>
                  <a:lnTo>
                    <a:pt x="4608114" y="2514712"/>
                  </a:lnTo>
                  <a:lnTo>
                    <a:pt x="4457649" y="2499906"/>
                  </a:lnTo>
                  <a:lnTo>
                    <a:pt x="4307185" y="2483871"/>
                  </a:lnTo>
                  <a:lnTo>
                    <a:pt x="4156721" y="2466844"/>
                  </a:lnTo>
                  <a:lnTo>
                    <a:pt x="4006257" y="2448493"/>
                  </a:lnTo>
                  <a:lnTo>
                    <a:pt x="3855793" y="2425722"/>
                  </a:lnTo>
                  <a:lnTo>
                    <a:pt x="3705329" y="2399599"/>
                  </a:lnTo>
                  <a:lnTo>
                    <a:pt x="3554865" y="2372543"/>
                  </a:lnTo>
                  <a:lnTo>
                    <a:pt x="3404401" y="2346193"/>
                  </a:lnTo>
                  <a:lnTo>
                    <a:pt x="3253937" y="2323287"/>
                  </a:lnTo>
                  <a:lnTo>
                    <a:pt x="3103473" y="2299561"/>
                  </a:lnTo>
                  <a:lnTo>
                    <a:pt x="2953009" y="2266101"/>
                  </a:lnTo>
                  <a:lnTo>
                    <a:pt x="2802545" y="2237688"/>
                  </a:lnTo>
                  <a:lnTo>
                    <a:pt x="2652081" y="2211633"/>
                  </a:lnTo>
                  <a:lnTo>
                    <a:pt x="2501617" y="2167442"/>
                  </a:lnTo>
                  <a:lnTo>
                    <a:pt x="2351153" y="2101542"/>
                  </a:lnTo>
                  <a:lnTo>
                    <a:pt x="2200689" y="2031301"/>
                  </a:lnTo>
                  <a:lnTo>
                    <a:pt x="2050225" y="1947670"/>
                  </a:lnTo>
                  <a:lnTo>
                    <a:pt x="1899761" y="1843686"/>
                  </a:lnTo>
                  <a:lnTo>
                    <a:pt x="1749297" y="1729384"/>
                  </a:lnTo>
                  <a:lnTo>
                    <a:pt x="1598833" y="1606337"/>
                  </a:lnTo>
                  <a:lnTo>
                    <a:pt x="1448369" y="1474934"/>
                  </a:lnTo>
                  <a:lnTo>
                    <a:pt x="1297904" y="1336722"/>
                  </a:lnTo>
                  <a:lnTo>
                    <a:pt x="1147440" y="1194352"/>
                  </a:lnTo>
                  <a:lnTo>
                    <a:pt x="996976" y="1048157"/>
                  </a:lnTo>
                  <a:lnTo>
                    <a:pt x="846512" y="898498"/>
                  </a:lnTo>
                  <a:lnTo>
                    <a:pt x="696048" y="745699"/>
                  </a:lnTo>
                  <a:lnTo>
                    <a:pt x="545584" y="589966"/>
                  </a:lnTo>
                  <a:lnTo>
                    <a:pt x="395120" y="431357"/>
                  </a:lnTo>
                  <a:lnTo>
                    <a:pt x="244656" y="269805"/>
                  </a:lnTo>
                  <a:lnTo>
                    <a:pt x="94192" y="1051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498591"/>
              <a:ext cx="6145984" cy="2734491"/>
            </a:xfrm>
            <a:custGeom>
              <a:avLst/>
              <a:pathLst>
                <a:path w="6145984" h="2734491">
                  <a:moveTo>
                    <a:pt x="0" y="0"/>
                  </a:moveTo>
                  <a:lnTo>
                    <a:pt x="94192" y="125395"/>
                  </a:lnTo>
                  <a:lnTo>
                    <a:pt x="244656" y="318704"/>
                  </a:lnTo>
                  <a:lnTo>
                    <a:pt x="395120" y="505163"/>
                  </a:lnTo>
                  <a:lnTo>
                    <a:pt x="545584" y="684919"/>
                  </a:lnTo>
                  <a:lnTo>
                    <a:pt x="696048" y="858121"/>
                  </a:lnTo>
                  <a:lnTo>
                    <a:pt x="846512" y="1024915"/>
                  </a:lnTo>
                  <a:lnTo>
                    <a:pt x="996976" y="1185449"/>
                  </a:lnTo>
                  <a:lnTo>
                    <a:pt x="1147440" y="1339872"/>
                  </a:lnTo>
                  <a:lnTo>
                    <a:pt x="1297904" y="1488330"/>
                  </a:lnTo>
                  <a:lnTo>
                    <a:pt x="1448369" y="1630926"/>
                  </a:lnTo>
                  <a:lnTo>
                    <a:pt x="1598833" y="1765635"/>
                  </a:lnTo>
                  <a:lnTo>
                    <a:pt x="1749297" y="1890931"/>
                  </a:lnTo>
                  <a:lnTo>
                    <a:pt x="1899761" y="2006299"/>
                  </a:lnTo>
                  <a:lnTo>
                    <a:pt x="2050225" y="2110614"/>
                  </a:lnTo>
                  <a:lnTo>
                    <a:pt x="2200689" y="2195063"/>
                  </a:lnTo>
                  <a:lnTo>
                    <a:pt x="2351153" y="2264572"/>
                  </a:lnTo>
                  <a:lnTo>
                    <a:pt x="2501617" y="2328989"/>
                  </a:lnTo>
                  <a:lnTo>
                    <a:pt x="2652081" y="2373855"/>
                  </a:lnTo>
                  <a:lnTo>
                    <a:pt x="2802545" y="2399180"/>
                  </a:lnTo>
                  <a:lnTo>
                    <a:pt x="2953009" y="2425163"/>
                  </a:lnTo>
                  <a:lnTo>
                    <a:pt x="3103473" y="2459421"/>
                  </a:lnTo>
                  <a:lnTo>
                    <a:pt x="3253937" y="2485098"/>
                  </a:lnTo>
                  <a:lnTo>
                    <a:pt x="3404401" y="2507693"/>
                  </a:lnTo>
                  <a:lnTo>
                    <a:pt x="3554865" y="2533782"/>
                  </a:lnTo>
                  <a:lnTo>
                    <a:pt x="3705329" y="2562330"/>
                  </a:lnTo>
                  <a:lnTo>
                    <a:pt x="3855793" y="2588858"/>
                  </a:lnTo>
                  <a:lnTo>
                    <a:pt x="4006257" y="2611232"/>
                  </a:lnTo>
                  <a:lnTo>
                    <a:pt x="4156721" y="2629355"/>
                  </a:lnTo>
                  <a:lnTo>
                    <a:pt x="4307185" y="2644858"/>
                  </a:lnTo>
                  <a:lnTo>
                    <a:pt x="4457649" y="2657902"/>
                  </a:lnTo>
                  <a:lnTo>
                    <a:pt x="4608114" y="2668663"/>
                  </a:lnTo>
                  <a:lnTo>
                    <a:pt x="4758578" y="2678203"/>
                  </a:lnTo>
                  <a:lnTo>
                    <a:pt x="4909042" y="2687086"/>
                  </a:lnTo>
                  <a:lnTo>
                    <a:pt x="5059506" y="2695307"/>
                  </a:lnTo>
                  <a:lnTo>
                    <a:pt x="5209970" y="2702861"/>
                  </a:lnTo>
                  <a:lnTo>
                    <a:pt x="5360434" y="2709742"/>
                  </a:lnTo>
                  <a:lnTo>
                    <a:pt x="5510898" y="2715946"/>
                  </a:lnTo>
                  <a:lnTo>
                    <a:pt x="5661362" y="2721468"/>
                  </a:lnTo>
                  <a:lnTo>
                    <a:pt x="5811826" y="2726302"/>
                  </a:lnTo>
                  <a:lnTo>
                    <a:pt x="5962290" y="2730443"/>
                  </a:lnTo>
                  <a:lnTo>
                    <a:pt x="6112754" y="2733886"/>
                  </a:lnTo>
                  <a:lnTo>
                    <a:pt x="6145984" y="273449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908499"/>
              <a:ext cx="6145984" cy="2485776"/>
            </a:xfrm>
            <a:custGeom>
              <a:avLst/>
              <a:pathLst>
                <a:path w="6145984" h="2485776">
                  <a:moveTo>
                    <a:pt x="0" y="0"/>
                  </a:moveTo>
                  <a:lnTo>
                    <a:pt x="94192" y="103846"/>
                  </a:lnTo>
                  <a:lnTo>
                    <a:pt x="244656" y="262705"/>
                  </a:lnTo>
                  <a:lnTo>
                    <a:pt x="395120" y="414623"/>
                  </a:lnTo>
                  <a:lnTo>
                    <a:pt x="545584" y="559736"/>
                  </a:lnTo>
                  <a:lnTo>
                    <a:pt x="696048" y="698271"/>
                  </a:lnTo>
                  <a:lnTo>
                    <a:pt x="846512" y="830575"/>
                  </a:lnTo>
                  <a:lnTo>
                    <a:pt x="996976" y="957136"/>
                  </a:lnTo>
                  <a:lnTo>
                    <a:pt x="1147440" y="1078556"/>
                  </a:lnTo>
                  <a:lnTo>
                    <a:pt x="1297904" y="1195473"/>
                  </a:lnTo>
                  <a:lnTo>
                    <a:pt x="1448369" y="1308430"/>
                  </a:lnTo>
                  <a:lnTo>
                    <a:pt x="1598833" y="1416823"/>
                  </a:lnTo>
                  <a:lnTo>
                    <a:pt x="1749297" y="1518957"/>
                  </a:lnTo>
                  <a:lnTo>
                    <a:pt x="1899761" y="1613362"/>
                  </a:lnTo>
                  <a:lnTo>
                    <a:pt x="2050225" y="1698875"/>
                  </a:lnTo>
                  <a:lnTo>
                    <a:pt x="2200689" y="1772274"/>
                  </a:lnTo>
                  <a:lnTo>
                    <a:pt x="2351153" y="1833914"/>
                  </a:lnTo>
                  <a:lnTo>
                    <a:pt x="2501617" y="1888999"/>
                  </a:lnTo>
                  <a:lnTo>
                    <a:pt x="2652081" y="1928241"/>
                  </a:lnTo>
                  <a:lnTo>
                    <a:pt x="2802545" y="1949676"/>
                  </a:lnTo>
                  <a:lnTo>
                    <a:pt x="2953009" y="1969655"/>
                  </a:lnTo>
                  <a:lnTo>
                    <a:pt x="3103473" y="1998900"/>
                  </a:lnTo>
                  <a:lnTo>
                    <a:pt x="3253937" y="2021240"/>
                  </a:lnTo>
                  <a:lnTo>
                    <a:pt x="3404401" y="2038631"/>
                  </a:lnTo>
                  <a:lnTo>
                    <a:pt x="3554865" y="2059446"/>
                  </a:lnTo>
                  <a:lnTo>
                    <a:pt x="3705329" y="2084137"/>
                  </a:lnTo>
                  <a:lnTo>
                    <a:pt x="3855793" y="2105894"/>
                  </a:lnTo>
                  <a:lnTo>
                    <a:pt x="4006257" y="2123317"/>
                  </a:lnTo>
                  <a:lnTo>
                    <a:pt x="4156721" y="2137205"/>
                  </a:lnTo>
                  <a:lnTo>
                    <a:pt x="4307185" y="2147478"/>
                  </a:lnTo>
                  <a:lnTo>
                    <a:pt x="4457649" y="2154280"/>
                  </a:lnTo>
                  <a:lnTo>
                    <a:pt x="4608114" y="2158324"/>
                  </a:lnTo>
                  <a:lnTo>
                    <a:pt x="4758578" y="2160224"/>
                  </a:lnTo>
                  <a:lnTo>
                    <a:pt x="4909042" y="2160448"/>
                  </a:lnTo>
                  <a:lnTo>
                    <a:pt x="5059506" y="2159377"/>
                  </a:lnTo>
                  <a:lnTo>
                    <a:pt x="5209970" y="2157230"/>
                  </a:lnTo>
                  <a:lnTo>
                    <a:pt x="5360434" y="2154093"/>
                  </a:lnTo>
                  <a:lnTo>
                    <a:pt x="5510898" y="2149956"/>
                  </a:lnTo>
                  <a:lnTo>
                    <a:pt x="5661362" y="2144736"/>
                  </a:lnTo>
                  <a:lnTo>
                    <a:pt x="5811826" y="2138305"/>
                  </a:lnTo>
                  <a:lnTo>
                    <a:pt x="5962290" y="2130505"/>
                  </a:lnTo>
                  <a:lnTo>
                    <a:pt x="6112754" y="2121162"/>
                  </a:lnTo>
                  <a:lnTo>
                    <a:pt x="6145984" y="2118720"/>
                  </a:lnTo>
                  <a:lnTo>
                    <a:pt x="6145984" y="2485776"/>
                  </a:lnTo>
                  <a:lnTo>
                    <a:pt x="5989197" y="2485776"/>
                  </a:lnTo>
                  <a:lnTo>
                    <a:pt x="5962290" y="2483175"/>
                  </a:lnTo>
                  <a:lnTo>
                    <a:pt x="5811826" y="2469141"/>
                  </a:lnTo>
                  <a:lnTo>
                    <a:pt x="5661362" y="2455453"/>
                  </a:lnTo>
                  <a:lnTo>
                    <a:pt x="5510898" y="2441966"/>
                  </a:lnTo>
                  <a:lnTo>
                    <a:pt x="5360434" y="2428559"/>
                  </a:lnTo>
                  <a:lnTo>
                    <a:pt x="5209970" y="2415163"/>
                  </a:lnTo>
                  <a:lnTo>
                    <a:pt x="5059506" y="2401775"/>
                  </a:lnTo>
                  <a:lnTo>
                    <a:pt x="4909042" y="2388495"/>
                  </a:lnTo>
                  <a:lnTo>
                    <a:pt x="4758578" y="2375552"/>
                  </a:lnTo>
                  <a:lnTo>
                    <a:pt x="4608114" y="2363336"/>
                  </a:lnTo>
                  <a:lnTo>
                    <a:pt x="4457649" y="2351513"/>
                  </a:lnTo>
                  <a:lnTo>
                    <a:pt x="4307185" y="2338959"/>
                  </a:lnTo>
                  <a:lnTo>
                    <a:pt x="4156721" y="2325754"/>
                  </a:lnTo>
                  <a:lnTo>
                    <a:pt x="4006257" y="2311428"/>
                  </a:lnTo>
                  <a:lnTo>
                    <a:pt x="3855793" y="2293241"/>
                  </a:lnTo>
                  <a:lnTo>
                    <a:pt x="3705329" y="2272264"/>
                  </a:lnTo>
                  <a:lnTo>
                    <a:pt x="3554865" y="2250442"/>
                  </a:lnTo>
                  <a:lnTo>
                    <a:pt x="3404401" y="2229124"/>
                  </a:lnTo>
                  <a:lnTo>
                    <a:pt x="3253937" y="2211135"/>
                  </a:lnTo>
                  <a:lnTo>
                    <a:pt x="3103473" y="2192548"/>
                  </a:lnTo>
                  <a:lnTo>
                    <a:pt x="2953009" y="2164837"/>
                  </a:lnTo>
                  <a:lnTo>
                    <a:pt x="2802545" y="2140185"/>
                  </a:lnTo>
                  <a:lnTo>
                    <a:pt x="2652081" y="2117345"/>
                  </a:lnTo>
                  <a:lnTo>
                    <a:pt x="2501617" y="2079403"/>
                  </a:lnTo>
                  <a:lnTo>
                    <a:pt x="2351153" y="2021465"/>
                  </a:lnTo>
                  <a:lnTo>
                    <a:pt x="2200689" y="1958418"/>
                  </a:lnTo>
                  <a:lnTo>
                    <a:pt x="2050225" y="1886591"/>
                  </a:lnTo>
                  <a:lnTo>
                    <a:pt x="1899761" y="1801716"/>
                  </a:lnTo>
                  <a:lnTo>
                    <a:pt x="1749297" y="1709359"/>
                  </a:lnTo>
                  <a:lnTo>
                    <a:pt x="1598833" y="1611552"/>
                  </a:lnTo>
                  <a:lnTo>
                    <a:pt x="1448369" y="1509516"/>
                  </a:lnTo>
                  <a:lnTo>
                    <a:pt x="1297904" y="1404991"/>
                  </a:lnTo>
                  <a:lnTo>
                    <a:pt x="1147440" y="1299784"/>
                  </a:lnTo>
                  <a:lnTo>
                    <a:pt x="996976" y="1194188"/>
                  </a:lnTo>
                  <a:lnTo>
                    <a:pt x="846512" y="1088544"/>
                  </a:lnTo>
                  <a:lnTo>
                    <a:pt x="696048" y="983157"/>
                  </a:lnTo>
                  <a:lnTo>
                    <a:pt x="545584" y="878218"/>
                  </a:lnTo>
                  <a:lnTo>
                    <a:pt x="395120" y="773778"/>
                  </a:lnTo>
                  <a:lnTo>
                    <a:pt x="244656" y="669764"/>
                  </a:lnTo>
                  <a:lnTo>
                    <a:pt x="94192" y="566017"/>
                  </a:lnTo>
                  <a:lnTo>
                    <a:pt x="0" y="50110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908499"/>
              <a:ext cx="6145984" cy="2160448"/>
            </a:xfrm>
            <a:custGeom>
              <a:avLst/>
              <a:pathLst>
                <a:path w="6145984" h="2160448">
                  <a:moveTo>
                    <a:pt x="0" y="0"/>
                  </a:moveTo>
                  <a:lnTo>
                    <a:pt x="94192" y="103846"/>
                  </a:lnTo>
                  <a:lnTo>
                    <a:pt x="244656" y="262705"/>
                  </a:lnTo>
                  <a:lnTo>
                    <a:pt x="395120" y="414623"/>
                  </a:lnTo>
                  <a:lnTo>
                    <a:pt x="545584" y="559736"/>
                  </a:lnTo>
                  <a:lnTo>
                    <a:pt x="696048" y="698271"/>
                  </a:lnTo>
                  <a:lnTo>
                    <a:pt x="846512" y="830575"/>
                  </a:lnTo>
                  <a:lnTo>
                    <a:pt x="996976" y="957136"/>
                  </a:lnTo>
                  <a:lnTo>
                    <a:pt x="1147440" y="1078556"/>
                  </a:lnTo>
                  <a:lnTo>
                    <a:pt x="1297904" y="1195473"/>
                  </a:lnTo>
                  <a:lnTo>
                    <a:pt x="1448369" y="1308430"/>
                  </a:lnTo>
                  <a:lnTo>
                    <a:pt x="1598833" y="1416823"/>
                  </a:lnTo>
                  <a:lnTo>
                    <a:pt x="1749297" y="1518957"/>
                  </a:lnTo>
                  <a:lnTo>
                    <a:pt x="1899761" y="1613362"/>
                  </a:lnTo>
                  <a:lnTo>
                    <a:pt x="2050225" y="1698875"/>
                  </a:lnTo>
                  <a:lnTo>
                    <a:pt x="2200689" y="1772274"/>
                  </a:lnTo>
                  <a:lnTo>
                    <a:pt x="2351153" y="1833914"/>
                  </a:lnTo>
                  <a:lnTo>
                    <a:pt x="2501617" y="1888999"/>
                  </a:lnTo>
                  <a:lnTo>
                    <a:pt x="2652081" y="1928241"/>
                  </a:lnTo>
                  <a:lnTo>
                    <a:pt x="2802545" y="1949676"/>
                  </a:lnTo>
                  <a:lnTo>
                    <a:pt x="2953009" y="1969655"/>
                  </a:lnTo>
                  <a:lnTo>
                    <a:pt x="3103473" y="1998900"/>
                  </a:lnTo>
                  <a:lnTo>
                    <a:pt x="3253937" y="2021240"/>
                  </a:lnTo>
                  <a:lnTo>
                    <a:pt x="3404401" y="2038631"/>
                  </a:lnTo>
                  <a:lnTo>
                    <a:pt x="3554865" y="2059446"/>
                  </a:lnTo>
                  <a:lnTo>
                    <a:pt x="3705329" y="2084137"/>
                  </a:lnTo>
                  <a:lnTo>
                    <a:pt x="3855793" y="2105894"/>
                  </a:lnTo>
                  <a:lnTo>
                    <a:pt x="4006257" y="2123317"/>
                  </a:lnTo>
                  <a:lnTo>
                    <a:pt x="4156721" y="2137205"/>
                  </a:lnTo>
                  <a:lnTo>
                    <a:pt x="4307185" y="2147478"/>
                  </a:lnTo>
                  <a:lnTo>
                    <a:pt x="4457649" y="2154280"/>
                  </a:lnTo>
                  <a:lnTo>
                    <a:pt x="4608114" y="2158324"/>
                  </a:lnTo>
                  <a:lnTo>
                    <a:pt x="4758578" y="2160224"/>
                  </a:lnTo>
                  <a:lnTo>
                    <a:pt x="4909042" y="2160448"/>
                  </a:lnTo>
                  <a:lnTo>
                    <a:pt x="5059506" y="2159377"/>
                  </a:lnTo>
                  <a:lnTo>
                    <a:pt x="5209970" y="2157230"/>
                  </a:lnTo>
                  <a:lnTo>
                    <a:pt x="5360434" y="2154093"/>
                  </a:lnTo>
                  <a:lnTo>
                    <a:pt x="5510898" y="2149956"/>
                  </a:lnTo>
                  <a:lnTo>
                    <a:pt x="5661362" y="2144736"/>
                  </a:lnTo>
                  <a:lnTo>
                    <a:pt x="5811826" y="2138305"/>
                  </a:lnTo>
                  <a:lnTo>
                    <a:pt x="5962290" y="2130505"/>
                  </a:lnTo>
                  <a:lnTo>
                    <a:pt x="6112754" y="2121162"/>
                  </a:lnTo>
                  <a:lnTo>
                    <a:pt x="6145984" y="21187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409604"/>
              <a:ext cx="5989197" cy="1984671"/>
            </a:xfrm>
            <a:custGeom>
              <a:avLst/>
              <a:pathLst>
                <a:path w="5989197" h="1984671">
                  <a:moveTo>
                    <a:pt x="5989197" y="1984671"/>
                  </a:moveTo>
                  <a:lnTo>
                    <a:pt x="5962290" y="1982070"/>
                  </a:lnTo>
                  <a:lnTo>
                    <a:pt x="5811826" y="1968036"/>
                  </a:lnTo>
                  <a:lnTo>
                    <a:pt x="5661362" y="1954349"/>
                  </a:lnTo>
                  <a:lnTo>
                    <a:pt x="5510898" y="1940861"/>
                  </a:lnTo>
                  <a:lnTo>
                    <a:pt x="5360434" y="1927455"/>
                  </a:lnTo>
                  <a:lnTo>
                    <a:pt x="5209970" y="1914058"/>
                  </a:lnTo>
                  <a:lnTo>
                    <a:pt x="5059506" y="1900671"/>
                  </a:lnTo>
                  <a:lnTo>
                    <a:pt x="4909042" y="1887391"/>
                  </a:lnTo>
                  <a:lnTo>
                    <a:pt x="4758578" y="1874447"/>
                  </a:lnTo>
                  <a:lnTo>
                    <a:pt x="4608114" y="1862231"/>
                  </a:lnTo>
                  <a:lnTo>
                    <a:pt x="4457649" y="1850408"/>
                  </a:lnTo>
                  <a:lnTo>
                    <a:pt x="4307185" y="1837854"/>
                  </a:lnTo>
                  <a:lnTo>
                    <a:pt x="4156721" y="1824649"/>
                  </a:lnTo>
                  <a:lnTo>
                    <a:pt x="4006257" y="1810323"/>
                  </a:lnTo>
                  <a:lnTo>
                    <a:pt x="3855793" y="1792136"/>
                  </a:lnTo>
                  <a:lnTo>
                    <a:pt x="3705329" y="1771159"/>
                  </a:lnTo>
                  <a:lnTo>
                    <a:pt x="3554865" y="1749337"/>
                  </a:lnTo>
                  <a:lnTo>
                    <a:pt x="3404401" y="1728020"/>
                  </a:lnTo>
                  <a:lnTo>
                    <a:pt x="3253937" y="1710030"/>
                  </a:lnTo>
                  <a:lnTo>
                    <a:pt x="3103473" y="1691444"/>
                  </a:lnTo>
                  <a:lnTo>
                    <a:pt x="2953009" y="1663733"/>
                  </a:lnTo>
                  <a:lnTo>
                    <a:pt x="2802545" y="1639081"/>
                  </a:lnTo>
                  <a:lnTo>
                    <a:pt x="2652081" y="1616241"/>
                  </a:lnTo>
                  <a:lnTo>
                    <a:pt x="2501617" y="1578298"/>
                  </a:lnTo>
                  <a:lnTo>
                    <a:pt x="2351153" y="1520360"/>
                  </a:lnTo>
                  <a:lnTo>
                    <a:pt x="2200689" y="1457314"/>
                  </a:lnTo>
                  <a:lnTo>
                    <a:pt x="2050225" y="1385486"/>
                  </a:lnTo>
                  <a:lnTo>
                    <a:pt x="1899761" y="1300611"/>
                  </a:lnTo>
                  <a:lnTo>
                    <a:pt x="1749297" y="1208255"/>
                  </a:lnTo>
                  <a:lnTo>
                    <a:pt x="1598833" y="1110448"/>
                  </a:lnTo>
                  <a:lnTo>
                    <a:pt x="1448369" y="1008411"/>
                  </a:lnTo>
                  <a:lnTo>
                    <a:pt x="1297904" y="903886"/>
                  </a:lnTo>
                  <a:lnTo>
                    <a:pt x="1147440" y="798679"/>
                  </a:lnTo>
                  <a:lnTo>
                    <a:pt x="996976" y="693083"/>
                  </a:lnTo>
                  <a:lnTo>
                    <a:pt x="846512" y="587439"/>
                  </a:lnTo>
                  <a:lnTo>
                    <a:pt x="696048" y="482053"/>
                  </a:lnTo>
                  <a:lnTo>
                    <a:pt x="545584" y="377113"/>
                  </a:lnTo>
                  <a:lnTo>
                    <a:pt x="395120" y="272673"/>
                  </a:lnTo>
                  <a:lnTo>
                    <a:pt x="244656" y="168659"/>
                  </a:lnTo>
                  <a:lnTo>
                    <a:pt x="94192" y="6491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3159051"/>
              <a:ext cx="6145984" cy="2059347"/>
            </a:xfrm>
            <a:custGeom>
              <a:avLst/>
              <a:pathLst>
                <a:path w="6145984" h="2059347">
                  <a:moveTo>
                    <a:pt x="0" y="0"/>
                  </a:moveTo>
                  <a:lnTo>
                    <a:pt x="94192" y="84379"/>
                  </a:lnTo>
                  <a:lnTo>
                    <a:pt x="244656" y="215682"/>
                  </a:lnTo>
                  <a:lnTo>
                    <a:pt x="395120" y="343648"/>
                  </a:lnTo>
                  <a:lnTo>
                    <a:pt x="545584" y="468425"/>
                  </a:lnTo>
                  <a:lnTo>
                    <a:pt x="696048" y="590162"/>
                  </a:lnTo>
                  <a:lnTo>
                    <a:pt x="846512" y="709007"/>
                  </a:lnTo>
                  <a:lnTo>
                    <a:pt x="996976" y="825110"/>
                  </a:lnTo>
                  <a:lnTo>
                    <a:pt x="1147440" y="938617"/>
                  </a:lnTo>
                  <a:lnTo>
                    <a:pt x="1297904" y="1049679"/>
                  </a:lnTo>
                  <a:lnTo>
                    <a:pt x="1448369" y="1158421"/>
                  </a:lnTo>
                  <a:lnTo>
                    <a:pt x="1598833" y="1263635"/>
                  </a:lnTo>
                  <a:lnTo>
                    <a:pt x="1749297" y="1363606"/>
                  </a:lnTo>
                  <a:lnTo>
                    <a:pt x="1899761" y="1456987"/>
                  </a:lnTo>
                  <a:lnTo>
                    <a:pt x="2050225" y="1542181"/>
                  </a:lnTo>
                  <a:lnTo>
                    <a:pt x="2200689" y="1614794"/>
                  </a:lnTo>
                  <a:lnTo>
                    <a:pt x="2351153" y="1677137"/>
                  </a:lnTo>
                  <a:lnTo>
                    <a:pt x="2501617" y="1733648"/>
                  </a:lnTo>
                  <a:lnTo>
                    <a:pt x="2652081" y="1772241"/>
                  </a:lnTo>
                  <a:lnTo>
                    <a:pt x="2802545" y="1794379"/>
                  </a:lnTo>
                  <a:lnTo>
                    <a:pt x="2953009" y="1816694"/>
                  </a:lnTo>
                  <a:lnTo>
                    <a:pt x="3103473" y="1845172"/>
                  </a:lnTo>
                  <a:lnTo>
                    <a:pt x="3253937" y="1865635"/>
                  </a:lnTo>
                  <a:lnTo>
                    <a:pt x="3404401" y="1883325"/>
                  </a:lnTo>
                  <a:lnTo>
                    <a:pt x="3554865" y="1904392"/>
                  </a:lnTo>
                  <a:lnTo>
                    <a:pt x="3705329" y="1927648"/>
                  </a:lnTo>
                  <a:lnTo>
                    <a:pt x="3855793" y="1949015"/>
                  </a:lnTo>
                  <a:lnTo>
                    <a:pt x="4006257" y="1966820"/>
                  </a:lnTo>
                  <a:lnTo>
                    <a:pt x="4156721" y="1980927"/>
                  </a:lnTo>
                  <a:lnTo>
                    <a:pt x="4307185" y="1992666"/>
                  </a:lnTo>
                  <a:lnTo>
                    <a:pt x="4457649" y="2002344"/>
                  </a:lnTo>
                  <a:lnTo>
                    <a:pt x="4608114" y="2010278"/>
                  </a:lnTo>
                  <a:lnTo>
                    <a:pt x="4758578" y="2017335"/>
                  </a:lnTo>
                  <a:lnTo>
                    <a:pt x="4909042" y="2023919"/>
                  </a:lnTo>
                  <a:lnTo>
                    <a:pt x="5059506" y="2030024"/>
                  </a:lnTo>
                  <a:lnTo>
                    <a:pt x="5209970" y="2035644"/>
                  </a:lnTo>
                  <a:lnTo>
                    <a:pt x="5360434" y="2040774"/>
                  </a:lnTo>
                  <a:lnTo>
                    <a:pt x="5510898" y="2045408"/>
                  </a:lnTo>
                  <a:lnTo>
                    <a:pt x="5661362" y="2049542"/>
                  </a:lnTo>
                  <a:lnTo>
                    <a:pt x="5811826" y="2053171"/>
                  </a:lnTo>
                  <a:lnTo>
                    <a:pt x="5962290" y="2056287"/>
                  </a:lnTo>
                  <a:lnTo>
                    <a:pt x="6112754" y="2058888"/>
                  </a:lnTo>
                  <a:lnTo>
                    <a:pt x="6145984" y="205934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898961"/>
              <a:ext cx="6145984" cy="406203"/>
            </a:xfrm>
            <a:custGeom>
              <a:avLst/>
              <a:pathLst>
                <a:path w="6145984" h="406203">
                  <a:moveTo>
                    <a:pt x="0" y="0"/>
                  </a:moveTo>
                  <a:lnTo>
                    <a:pt x="94192" y="23270"/>
                  </a:lnTo>
                  <a:lnTo>
                    <a:pt x="244656" y="56988"/>
                  </a:lnTo>
                  <a:lnTo>
                    <a:pt x="395120" y="87174"/>
                  </a:lnTo>
                  <a:lnTo>
                    <a:pt x="545584" y="113772"/>
                  </a:lnTo>
                  <a:lnTo>
                    <a:pt x="696048" y="136765"/>
                  </a:lnTo>
                  <a:lnTo>
                    <a:pt x="846512" y="156186"/>
                  </a:lnTo>
                  <a:lnTo>
                    <a:pt x="996976" y="172130"/>
                  </a:lnTo>
                  <a:lnTo>
                    <a:pt x="1147440" y="184737"/>
                  </a:lnTo>
                  <a:lnTo>
                    <a:pt x="1297904" y="194166"/>
                  </a:lnTo>
                  <a:lnTo>
                    <a:pt x="1448369" y="200546"/>
                  </a:lnTo>
                  <a:lnTo>
                    <a:pt x="1598833" y="204461"/>
                  </a:lnTo>
                  <a:lnTo>
                    <a:pt x="1749297" y="206685"/>
                  </a:lnTo>
                  <a:lnTo>
                    <a:pt x="1899761" y="207913"/>
                  </a:lnTo>
                  <a:lnTo>
                    <a:pt x="2050225" y="208910"/>
                  </a:lnTo>
                  <a:lnTo>
                    <a:pt x="2200689" y="208164"/>
                  </a:lnTo>
                  <a:lnTo>
                    <a:pt x="2351153" y="205673"/>
                  </a:lnTo>
                  <a:lnTo>
                    <a:pt x="2501617" y="203841"/>
                  </a:lnTo>
                  <a:lnTo>
                    <a:pt x="2652081" y="201274"/>
                  </a:lnTo>
                  <a:lnTo>
                    <a:pt x="2802545" y="196415"/>
                  </a:lnTo>
                  <a:lnTo>
                    <a:pt x="2953009" y="192796"/>
                  </a:lnTo>
                  <a:lnTo>
                    <a:pt x="3103473" y="194708"/>
                  </a:lnTo>
                  <a:lnTo>
                    <a:pt x="3253937" y="199253"/>
                  </a:lnTo>
                  <a:lnTo>
                    <a:pt x="3404401" y="203877"/>
                  </a:lnTo>
                  <a:lnTo>
                    <a:pt x="3554865" y="208505"/>
                  </a:lnTo>
                  <a:lnTo>
                    <a:pt x="3705329" y="215558"/>
                  </a:lnTo>
                  <a:lnTo>
                    <a:pt x="3855793" y="223496"/>
                  </a:lnTo>
                  <a:lnTo>
                    <a:pt x="4006257" y="230070"/>
                  </a:lnTo>
                  <a:lnTo>
                    <a:pt x="4156721" y="235731"/>
                  </a:lnTo>
                  <a:lnTo>
                    <a:pt x="4307185" y="241315"/>
                  </a:lnTo>
                  <a:lnTo>
                    <a:pt x="4457649" y="246071"/>
                  </a:lnTo>
                  <a:lnTo>
                    <a:pt x="4608114" y="249494"/>
                  </a:lnTo>
                  <a:lnTo>
                    <a:pt x="4758578" y="251725"/>
                  </a:lnTo>
                  <a:lnTo>
                    <a:pt x="4909042" y="253168"/>
                  </a:lnTo>
                  <a:lnTo>
                    <a:pt x="5059506" y="253989"/>
                  </a:lnTo>
                  <a:lnTo>
                    <a:pt x="5209970" y="254286"/>
                  </a:lnTo>
                  <a:lnTo>
                    <a:pt x="5360434" y="254102"/>
                  </a:lnTo>
                  <a:lnTo>
                    <a:pt x="5510898" y="253436"/>
                  </a:lnTo>
                  <a:lnTo>
                    <a:pt x="5661362" y="252258"/>
                  </a:lnTo>
                  <a:lnTo>
                    <a:pt x="5811826" y="250520"/>
                  </a:lnTo>
                  <a:lnTo>
                    <a:pt x="5962290" y="248158"/>
                  </a:lnTo>
                  <a:lnTo>
                    <a:pt x="6112754" y="245105"/>
                  </a:lnTo>
                  <a:lnTo>
                    <a:pt x="6145984" y="244264"/>
                  </a:lnTo>
                  <a:lnTo>
                    <a:pt x="6145984" y="406203"/>
                  </a:lnTo>
                  <a:lnTo>
                    <a:pt x="6112754" y="404588"/>
                  </a:lnTo>
                  <a:lnTo>
                    <a:pt x="5962290" y="397524"/>
                  </a:lnTo>
                  <a:lnTo>
                    <a:pt x="5811826" y="390638"/>
                  </a:lnTo>
                  <a:lnTo>
                    <a:pt x="5661362" y="383856"/>
                  </a:lnTo>
                  <a:lnTo>
                    <a:pt x="5510898" y="377110"/>
                  </a:lnTo>
                  <a:lnTo>
                    <a:pt x="5360434" y="370346"/>
                  </a:lnTo>
                  <a:lnTo>
                    <a:pt x="5209970" y="363528"/>
                  </a:lnTo>
                  <a:lnTo>
                    <a:pt x="5059506" y="356651"/>
                  </a:lnTo>
                  <a:lnTo>
                    <a:pt x="4909042" y="349752"/>
                  </a:lnTo>
                  <a:lnTo>
                    <a:pt x="4758578" y="342922"/>
                  </a:lnTo>
                  <a:lnTo>
                    <a:pt x="4608114" y="336322"/>
                  </a:lnTo>
                  <a:lnTo>
                    <a:pt x="4457649" y="329604"/>
                  </a:lnTo>
                  <a:lnTo>
                    <a:pt x="4307185" y="322413"/>
                  </a:lnTo>
                  <a:lnTo>
                    <a:pt x="4156721" y="315587"/>
                  </a:lnTo>
                  <a:lnTo>
                    <a:pt x="4006257" y="309741"/>
                  </a:lnTo>
                  <a:lnTo>
                    <a:pt x="3855793" y="302843"/>
                  </a:lnTo>
                  <a:lnTo>
                    <a:pt x="3705329" y="295235"/>
                  </a:lnTo>
                  <a:lnTo>
                    <a:pt x="3554865" y="289398"/>
                  </a:lnTo>
                  <a:lnTo>
                    <a:pt x="3404401" y="284557"/>
                  </a:lnTo>
                  <a:lnTo>
                    <a:pt x="3253937" y="279679"/>
                  </a:lnTo>
                  <a:lnTo>
                    <a:pt x="3103473" y="276723"/>
                  </a:lnTo>
                  <a:lnTo>
                    <a:pt x="2953009" y="275462"/>
                  </a:lnTo>
                  <a:lnTo>
                    <a:pt x="2802545" y="277101"/>
                  </a:lnTo>
                  <a:lnTo>
                    <a:pt x="2652081" y="281365"/>
                  </a:lnTo>
                  <a:lnTo>
                    <a:pt x="2501617" y="284483"/>
                  </a:lnTo>
                  <a:lnTo>
                    <a:pt x="2351153" y="285106"/>
                  </a:lnTo>
                  <a:lnTo>
                    <a:pt x="2200689" y="287002"/>
                  </a:lnTo>
                  <a:lnTo>
                    <a:pt x="2050225" y="288413"/>
                  </a:lnTo>
                  <a:lnTo>
                    <a:pt x="1899761" y="287687"/>
                  </a:lnTo>
                  <a:lnTo>
                    <a:pt x="1749297" y="287326"/>
                  </a:lnTo>
                  <a:lnTo>
                    <a:pt x="1598833" y="286935"/>
                  </a:lnTo>
                  <a:lnTo>
                    <a:pt x="1448369" y="285711"/>
                  </a:lnTo>
                  <a:lnTo>
                    <a:pt x="1297904" y="282902"/>
                  </a:lnTo>
                  <a:lnTo>
                    <a:pt x="1147440" y="278434"/>
                  </a:lnTo>
                  <a:lnTo>
                    <a:pt x="996976" y="272528"/>
                  </a:lnTo>
                  <a:lnTo>
                    <a:pt x="846512" y="265444"/>
                  </a:lnTo>
                  <a:lnTo>
                    <a:pt x="696048" y="257422"/>
                  </a:lnTo>
                  <a:lnTo>
                    <a:pt x="545584" y="248658"/>
                  </a:lnTo>
                  <a:lnTo>
                    <a:pt x="395120" y="239286"/>
                  </a:lnTo>
                  <a:lnTo>
                    <a:pt x="244656" y="229389"/>
                  </a:lnTo>
                  <a:lnTo>
                    <a:pt x="94192" y="219013"/>
                  </a:lnTo>
                  <a:lnTo>
                    <a:pt x="0" y="21223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898961"/>
              <a:ext cx="6145984" cy="254286"/>
            </a:xfrm>
            <a:custGeom>
              <a:avLst/>
              <a:pathLst>
                <a:path w="6145984" h="254286">
                  <a:moveTo>
                    <a:pt x="0" y="0"/>
                  </a:moveTo>
                  <a:lnTo>
                    <a:pt x="94192" y="23270"/>
                  </a:lnTo>
                  <a:lnTo>
                    <a:pt x="244656" y="56988"/>
                  </a:lnTo>
                  <a:lnTo>
                    <a:pt x="395120" y="87174"/>
                  </a:lnTo>
                  <a:lnTo>
                    <a:pt x="545584" y="113772"/>
                  </a:lnTo>
                  <a:lnTo>
                    <a:pt x="696048" y="136765"/>
                  </a:lnTo>
                  <a:lnTo>
                    <a:pt x="846512" y="156186"/>
                  </a:lnTo>
                  <a:lnTo>
                    <a:pt x="996976" y="172130"/>
                  </a:lnTo>
                  <a:lnTo>
                    <a:pt x="1147440" y="184737"/>
                  </a:lnTo>
                  <a:lnTo>
                    <a:pt x="1297904" y="194166"/>
                  </a:lnTo>
                  <a:lnTo>
                    <a:pt x="1448369" y="200546"/>
                  </a:lnTo>
                  <a:lnTo>
                    <a:pt x="1598833" y="204461"/>
                  </a:lnTo>
                  <a:lnTo>
                    <a:pt x="1749297" y="206685"/>
                  </a:lnTo>
                  <a:lnTo>
                    <a:pt x="1899761" y="207913"/>
                  </a:lnTo>
                  <a:lnTo>
                    <a:pt x="2050225" y="208910"/>
                  </a:lnTo>
                  <a:lnTo>
                    <a:pt x="2200689" y="208164"/>
                  </a:lnTo>
                  <a:lnTo>
                    <a:pt x="2351153" y="205673"/>
                  </a:lnTo>
                  <a:lnTo>
                    <a:pt x="2501617" y="203841"/>
                  </a:lnTo>
                  <a:lnTo>
                    <a:pt x="2652081" y="201274"/>
                  </a:lnTo>
                  <a:lnTo>
                    <a:pt x="2802545" y="196415"/>
                  </a:lnTo>
                  <a:lnTo>
                    <a:pt x="2953009" y="192796"/>
                  </a:lnTo>
                  <a:lnTo>
                    <a:pt x="3103473" y="194708"/>
                  </a:lnTo>
                  <a:lnTo>
                    <a:pt x="3253937" y="199253"/>
                  </a:lnTo>
                  <a:lnTo>
                    <a:pt x="3404401" y="203877"/>
                  </a:lnTo>
                  <a:lnTo>
                    <a:pt x="3554865" y="208505"/>
                  </a:lnTo>
                  <a:lnTo>
                    <a:pt x="3705329" y="215558"/>
                  </a:lnTo>
                  <a:lnTo>
                    <a:pt x="3855793" y="223496"/>
                  </a:lnTo>
                  <a:lnTo>
                    <a:pt x="4006257" y="230070"/>
                  </a:lnTo>
                  <a:lnTo>
                    <a:pt x="4156721" y="235731"/>
                  </a:lnTo>
                  <a:lnTo>
                    <a:pt x="4307185" y="241315"/>
                  </a:lnTo>
                  <a:lnTo>
                    <a:pt x="4457649" y="246071"/>
                  </a:lnTo>
                  <a:lnTo>
                    <a:pt x="4608114" y="249494"/>
                  </a:lnTo>
                  <a:lnTo>
                    <a:pt x="4758578" y="251725"/>
                  </a:lnTo>
                  <a:lnTo>
                    <a:pt x="4909042" y="253168"/>
                  </a:lnTo>
                  <a:lnTo>
                    <a:pt x="5059506" y="253989"/>
                  </a:lnTo>
                  <a:lnTo>
                    <a:pt x="5209970" y="254286"/>
                  </a:lnTo>
                  <a:lnTo>
                    <a:pt x="5360434" y="254102"/>
                  </a:lnTo>
                  <a:lnTo>
                    <a:pt x="5510898" y="253436"/>
                  </a:lnTo>
                  <a:lnTo>
                    <a:pt x="5661362" y="252258"/>
                  </a:lnTo>
                  <a:lnTo>
                    <a:pt x="5811826" y="250520"/>
                  </a:lnTo>
                  <a:lnTo>
                    <a:pt x="5962290" y="248158"/>
                  </a:lnTo>
                  <a:lnTo>
                    <a:pt x="6112754" y="245105"/>
                  </a:lnTo>
                  <a:lnTo>
                    <a:pt x="6145984" y="2442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11193"/>
              <a:ext cx="6145984" cy="193971"/>
            </a:xfrm>
            <a:custGeom>
              <a:avLst/>
              <a:pathLst>
                <a:path w="6145984" h="193971">
                  <a:moveTo>
                    <a:pt x="6145984" y="193971"/>
                  </a:moveTo>
                  <a:lnTo>
                    <a:pt x="6112754" y="192356"/>
                  </a:lnTo>
                  <a:lnTo>
                    <a:pt x="5962290" y="185292"/>
                  </a:lnTo>
                  <a:lnTo>
                    <a:pt x="5811826" y="178406"/>
                  </a:lnTo>
                  <a:lnTo>
                    <a:pt x="5661362" y="171624"/>
                  </a:lnTo>
                  <a:lnTo>
                    <a:pt x="5510898" y="164878"/>
                  </a:lnTo>
                  <a:lnTo>
                    <a:pt x="5360434" y="158114"/>
                  </a:lnTo>
                  <a:lnTo>
                    <a:pt x="5209970" y="151296"/>
                  </a:lnTo>
                  <a:lnTo>
                    <a:pt x="5059506" y="144419"/>
                  </a:lnTo>
                  <a:lnTo>
                    <a:pt x="4909042" y="137520"/>
                  </a:lnTo>
                  <a:lnTo>
                    <a:pt x="4758578" y="130690"/>
                  </a:lnTo>
                  <a:lnTo>
                    <a:pt x="4608114" y="124090"/>
                  </a:lnTo>
                  <a:lnTo>
                    <a:pt x="4457649" y="117372"/>
                  </a:lnTo>
                  <a:lnTo>
                    <a:pt x="4307185" y="110181"/>
                  </a:lnTo>
                  <a:lnTo>
                    <a:pt x="4156721" y="103355"/>
                  </a:lnTo>
                  <a:lnTo>
                    <a:pt x="4006257" y="97509"/>
                  </a:lnTo>
                  <a:lnTo>
                    <a:pt x="3855793" y="90611"/>
                  </a:lnTo>
                  <a:lnTo>
                    <a:pt x="3705329" y="83003"/>
                  </a:lnTo>
                  <a:lnTo>
                    <a:pt x="3554865" y="77166"/>
                  </a:lnTo>
                  <a:lnTo>
                    <a:pt x="3404401" y="72325"/>
                  </a:lnTo>
                  <a:lnTo>
                    <a:pt x="3253937" y="67447"/>
                  </a:lnTo>
                  <a:lnTo>
                    <a:pt x="3103473" y="64491"/>
                  </a:lnTo>
                  <a:lnTo>
                    <a:pt x="2953009" y="63230"/>
                  </a:lnTo>
                  <a:lnTo>
                    <a:pt x="2802545" y="64869"/>
                  </a:lnTo>
                  <a:lnTo>
                    <a:pt x="2652081" y="69133"/>
                  </a:lnTo>
                  <a:lnTo>
                    <a:pt x="2501617" y="72251"/>
                  </a:lnTo>
                  <a:lnTo>
                    <a:pt x="2351153" y="72874"/>
                  </a:lnTo>
                  <a:lnTo>
                    <a:pt x="2200689" y="74770"/>
                  </a:lnTo>
                  <a:lnTo>
                    <a:pt x="2050225" y="76181"/>
                  </a:lnTo>
                  <a:lnTo>
                    <a:pt x="1899761" y="75454"/>
                  </a:lnTo>
                  <a:lnTo>
                    <a:pt x="1749297" y="75094"/>
                  </a:lnTo>
                  <a:lnTo>
                    <a:pt x="1598833" y="74703"/>
                  </a:lnTo>
                  <a:lnTo>
                    <a:pt x="1448369" y="73479"/>
                  </a:lnTo>
                  <a:lnTo>
                    <a:pt x="1297904" y="70670"/>
                  </a:lnTo>
                  <a:lnTo>
                    <a:pt x="1147440" y="66202"/>
                  </a:lnTo>
                  <a:lnTo>
                    <a:pt x="996976" y="60296"/>
                  </a:lnTo>
                  <a:lnTo>
                    <a:pt x="846512" y="53212"/>
                  </a:lnTo>
                  <a:lnTo>
                    <a:pt x="696048" y="45190"/>
                  </a:lnTo>
                  <a:lnTo>
                    <a:pt x="545584" y="36426"/>
                  </a:lnTo>
                  <a:lnTo>
                    <a:pt x="395120" y="27054"/>
                  </a:lnTo>
                  <a:lnTo>
                    <a:pt x="244656" y="17157"/>
                  </a:lnTo>
                  <a:lnTo>
                    <a:pt x="94192" y="678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05077"/>
              <a:ext cx="6145984" cy="219117"/>
            </a:xfrm>
            <a:custGeom>
              <a:avLst/>
              <a:pathLst>
                <a:path w="6145984" h="219117">
                  <a:moveTo>
                    <a:pt x="0" y="0"/>
                  </a:moveTo>
                  <a:lnTo>
                    <a:pt x="94192" y="15026"/>
                  </a:lnTo>
                  <a:lnTo>
                    <a:pt x="244656" y="37073"/>
                  </a:lnTo>
                  <a:lnTo>
                    <a:pt x="395120" y="57114"/>
                  </a:lnTo>
                  <a:lnTo>
                    <a:pt x="545584" y="75099"/>
                  </a:lnTo>
                  <a:lnTo>
                    <a:pt x="696048" y="90978"/>
                  </a:lnTo>
                  <a:lnTo>
                    <a:pt x="846512" y="104699"/>
                  </a:lnTo>
                  <a:lnTo>
                    <a:pt x="996976" y="116213"/>
                  </a:lnTo>
                  <a:lnTo>
                    <a:pt x="1147440" y="125470"/>
                  </a:lnTo>
                  <a:lnTo>
                    <a:pt x="1297904" y="132418"/>
                  </a:lnTo>
                  <a:lnTo>
                    <a:pt x="1448369" y="137012"/>
                  </a:lnTo>
                  <a:lnTo>
                    <a:pt x="1598833" y="139582"/>
                  </a:lnTo>
                  <a:lnTo>
                    <a:pt x="1749297" y="140889"/>
                  </a:lnTo>
                  <a:lnTo>
                    <a:pt x="1899761" y="141684"/>
                  </a:lnTo>
                  <a:lnTo>
                    <a:pt x="2050225" y="142545"/>
                  </a:lnTo>
                  <a:lnTo>
                    <a:pt x="2200689" y="141467"/>
                  </a:lnTo>
                  <a:lnTo>
                    <a:pt x="2351153" y="139274"/>
                  </a:lnTo>
                  <a:lnTo>
                    <a:pt x="2501617" y="138046"/>
                  </a:lnTo>
                  <a:lnTo>
                    <a:pt x="2652081" y="135203"/>
                  </a:lnTo>
                  <a:lnTo>
                    <a:pt x="2802545" y="130642"/>
                  </a:lnTo>
                  <a:lnTo>
                    <a:pt x="2953009" y="128013"/>
                  </a:lnTo>
                  <a:lnTo>
                    <a:pt x="3103473" y="129599"/>
                  </a:lnTo>
                  <a:lnTo>
                    <a:pt x="3253937" y="133350"/>
                  </a:lnTo>
                  <a:lnTo>
                    <a:pt x="3404401" y="138101"/>
                  </a:lnTo>
                  <a:lnTo>
                    <a:pt x="3554865" y="142835"/>
                  </a:lnTo>
                  <a:lnTo>
                    <a:pt x="3705329" y="149281"/>
                  </a:lnTo>
                  <a:lnTo>
                    <a:pt x="3855793" y="157054"/>
                  </a:lnTo>
                  <a:lnTo>
                    <a:pt x="4006257" y="163789"/>
                  </a:lnTo>
                  <a:lnTo>
                    <a:pt x="4156721" y="169543"/>
                  </a:lnTo>
                  <a:lnTo>
                    <a:pt x="4307185" y="175748"/>
                  </a:lnTo>
                  <a:lnTo>
                    <a:pt x="4457649" y="181721"/>
                  </a:lnTo>
                  <a:lnTo>
                    <a:pt x="4608114" y="186792"/>
                  </a:lnTo>
                  <a:lnTo>
                    <a:pt x="4758578" y="191207"/>
                  </a:lnTo>
                  <a:lnTo>
                    <a:pt x="4909042" y="195344"/>
                  </a:lnTo>
                  <a:lnTo>
                    <a:pt x="5059506" y="199204"/>
                  </a:lnTo>
                  <a:lnTo>
                    <a:pt x="5209970" y="202791"/>
                  </a:lnTo>
                  <a:lnTo>
                    <a:pt x="5360434" y="206108"/>
                  </a:lnTo>
                  <a:lnTo>
                    <a:pt x="5510898" y="209157"/>
                  </a:lnTo>
                  <a:lnTo>
                    <a:pt x="5661362" y="211941"/>
                  </a:lnTo>
                  <a:lnTo>
                    <a:pt x="5811826" y="214463"/>
                  </a:lnTo>
                  <a:lnTo>
                    <a:pt x="5962290" y="216725"/>
                  </a:lnTo>
                  <a:lnTo>
                    <a:pt x="6112754" y="218731"/>
                  </a:lnTo>
                  <a:lnTo>
                    <a:pt x="6145984" y="21911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86655"/>
              <a:ext cx="6145984" cy="687159"/>
            </a:xfrm>
            <a:custGeom>
              <a:avLst/>
              <a:pathLst>
                <a:path w="6145984" h="687159">
                  <a:moveTo>
                    <a:pt x="0" y="0"/>
                  </a:moveTo>
                  <a:lnTo>
                    <a:pt x="94192" y="48185"/>
                  </a:lnTo>
                  <a:lnTo>
                    <a:pt x="244656" y="119342"/>
                  </a:lnTo>
                  <a:lnTo>
                    <a:pt x="395120" y="184645"/>
                  </a:lnTo>
                  <a:lnTo>
                    <a:pt x="545584" y="244087"/>
                  </a:lnTo>
                  <a:lnTo>
                    <a:pt x="696048" y="297724"/>
                  </a:lnTo>
                  <a:lnTo>
                    <a:pt x="846512" y="345693"/>
                  </a:lnTo>
                  <a:lnTo>
                    <a:pt x="996976" y="388224"/>
                  </a:lnTo>
                  <a:lnTo>
                    <a:pt x="1147440" y="425626"/>
                  </a:lnTo>
                  <a:lnTo>
                    <a:pt x="1297904" y="458229"/>
                  </a:lnTo>
                  <a:lnTo>
                    <a:pt x="1448369" y="486284"/>
                  </a:lnTo>
                  <a:lnTo>
                    <a:pt x="1598833" y="508963"/>
                  </a:lnTo>
                  <a:lnTo>
                    <a:pt x="1749297" y="526470"/>
                  </a:lnTo>
                  <a:lnTo>
                    <a:pt x="1899761" y="539840"/>
                  </a:lnTo>
                  <a:lnTo>
                    <a:pt x="2050225" y="550088"/>
                  </a:lnTo>
                  <a:lnTo>
                    <a:pt x="2200689" y="553230"/>
                  </a:lnTo>
                  <a:lnTo>
                    <a:pt x="2351153" y="550989"/>
                  </a:lnTo>
                  <a:lnTo>
                    <a:pt x="2501617" y="550025"/>
                  </a:lnTo>
                  <a:lnTo>
                    <a:pt x="2652081" y="549450"/>
                  </a:lnTo>
                  <a:lnTo>
                    <a:pt x="2802545" y="545213"/>
                  </a:lnTo>
                  <a:lnTo>
                    <a:pt x="2953009" y="541136"/>
                  </a:lnTo>
                  <a:lnTo>
                    <a:pt x="3103473" y="543434"/>
                  </a:lnTo>
                  <a:lnTo>
                    <a:pt x="3253937" y="549017"/>
                  </a:lnTo>
                  <a:lnTo>
                    <a:pt x="3404401" y="553017"/>
                  </a:lnTo>
                  <a:lnTo>
                    <a:pt x="3554865" y="554417"/>
                  </a:lnTo>
                  <a:lnTo>
                    <a:pt x="3705329" y="557957"/>
                  </a:lnTo>
                  <a:lnTo>
                    <a:pt x="3855793" y="561242"/>
                  </a:lnTo>
                  <a:lnTo>
                    <a:pt x="4006257" y="559638"/>
                  </a:lnTo>
                  <a:lnTo>
                    <a:pt x="4156721" y="553499"/>
                  </a:lnTo>
                  <a:lnTo>
                    <a:pt x="4307185" y="545279"/>
                  </a:lnTo>
                  <a:lnTo>
                    <a:pt x="4457649" y="534889"/>
                  </a:lnTo>
                  <a:lnTo>
                    <a:pt x="4608114" y="522636"/>
                  </a:lnTo>
                  <a:lnTo>
                    <a:pt x="4758578" y="509668"/>
                  </a:lnTo>
                  <a:lnTo>
                    <a:pt x="4909042" y="496782"/>
                  </a:lnTo>
                  <a:lnTo>
                    <a:pt x="5059506" y="484224"/>
                  </a:lnTo>
                  <a:lnTo>
                    <a:pt x="5209970" y="472129"/>
                  </a:lnTo>
                  <a:lnTo>
                    <a:pt x="5360434" y="460545"/>
                  </a:lnTo>
                  <a:lnTo>
                    <a:pt x="5510898" y="449452"/>
                  </a:lnTo>
                  <a:lnTo>
                    <a:pt x="5661362" y="438786"/>
                  </a:lnTo>
                  <a:lnTo>
                    <a:pt x="5811826" y="428448"/>
                  </a:lnTo>
                  <a:lnTo>
                    <a:pt x="5962290" y="418320"/>
                  </a:lnTo>
                  <a:lnTo>
                    <a:pt x="6112754" y="408276"/>
                  </a:lnTo>
                  <a:lnTo>
                    <a:pt x="6145984" y="406048"/>
                  </a:lnTo>
                  <a:lnTo>
                    <a:pt x="6145984" y="663035"/>
                  </a:lnTo>
                  <a:lnTo>
                    <a:pt x="6112754" y="661364"/>
                  </a:lnTo>
                  <a:lnTo>
                    <a:pt x="5962290" y="655354"/>
                  </a:lnTo>
                  <a:lnTo>
                    <a:pt x="5811826" y="650806"/>
                  </a:lnTo>
                  <a:lnTo>
                    <a:pt x="5661362" y="647622"/>
                  </a:lnTo>
                  <a:lnTo>
                    <a:pt x="5510898" y="645716"/>
                  </a:lnTo>
                  <a:lnTo>
                    <a:pt x="5360434" y="645016"/>
                  </a:lnTo>
                  <a:lnTo>
                    <a:pt x="5209970" y="645488"/>
                  </a:lnTo>
                  <a:lnTo>
                    <a:pt x="5059506" y="647142"/>
                  </a:lnTo>
                  <a:lnTo>
                    <a:pt x="4909042" y="650055"/>
                  </a:lnTo>
                  <a:lnTo>
                    <a:pt x="4758578" y="654392"/>
                  </a:lnTo>
                  <a:lnTo>
                    <a:pt x="4608114" y="660427"/>
                  </a:lnTo>
                  <a:lnTo>
                    <a:pt x="4457649" y="667451"/>
                  </a:lnTo>
                  <a:lnTo>
                    <a:pt x="4307185" y="673975"/>
                  </a:lnTo>
                  <a:lnTo>
                    <a:pt x="4156721" y="680225"/>
                  </a:lnTo>
                  <a:lnTo>
                    <a:pt x="4006257" y="686069"/>
                  </a:lnTo>
                  <a:lnTo>
                    <a:pt x="3855793" y="687159"/>
                  </a:lnTo>
                  <a:lnTo>
                    <a:pt x="3705329" y="684399"/>
                  </a:lnTo>
                  <a:lnTo>
                    <a:pt x="3554865" y="682788"/>
                  </a:lnTo>
                  <a:lnTo>
                    <a:pt x="3404401" y="681050"/>
                  </a:lnTo>
                  <a:lnTo>
                    <a:pt x="3253937" y="676647"/>
                  </a:lnTo>
                  <a:lnTo>
                    <a:pt x="3103473" y="673587"/>
                  </a:lnTo>
                  <a:lnTo>
                    <a:pt x="2953009" y="672321"/>
                  </a:lnTo>
                  <a:lnTo>
                    <a:pt x="2802545" y="673256"/>
                  </a:lnTo>
                  <a:lnTo>
                    <a:pt x="2652081" y="676549"/>
                  </a:lnTo>
                  <a:lnTo>
                    <a:pt x="2501617" y="677998"/>
                  </a:lnTo>
                  <a:lnTo>
                    <a:pt x="2351153" y="677043"/>
                  </a:lnTo>
                  <a:lnTo>
                    <a:pt x="2200689" y="678340"/>
                  </a:lnTo>
                  <a:lnTo>
                    <a:pt x="2050225" y="676254"/>
                  </a:lnTo>
                  <a:lnTo>
                    <a:pt x="1899761" y="666435"/>
                  </a:lnTo>
                  <a:lnTo>
                    <a:pt x="1749297" y="654441"/>
                  </a:lnTo>
                  <a:lnTo>
                    <a:pt x="1598833" y="639843"/>
                  </a:lnTo>
                  <a:lnTo>
                    <a:pt x="1448369" y="621437"/>
                  </a:lnTo>
                  <a:lnTo>
                    <a:pt x="1297904" y="599048"/>
                  </a:lnTo>
                  <a:lnTo>
                    <a:pt x="1147440" y="574315"/>
                  </a:lnTo>
                  <a:lnTo>
                    <a:pt x="996976" y="547549"/>
                  </a:lnTo>
                  <a:lnTo>
                    <a:pt x="846512" y="519077"/>
                  </a:lnTo>
                  <a:lnTo>
                    <a:pt x="696048" y="489199"/>
                  </a:lnTo>
                  <a:lnTo>
                    <a:pt x="545584" y="458142"/>
                  </a:lnTo>
                  <a:lnTo>
                    <a:pt x="395120" y="426037"/>
                  </a:lnTo>
                  <a:lnTo>
                    <a:pt x="244656" y="392931"/>
                  </a:lnTo>
                  <a:lnTo>
                    <a:pt x="94192" y="358815"/>
                  </a:lnTo>
                  <a:lnTo>
                    <a:pt x="0" y="33679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86655"/>
              <a:ext cx="6145984" cy="561242"/>
            </a:xfrm>
            <a:custGeom>
              <a:avLst/>
              <a:pathLst>
                <a:path w="6145984" h="561242">
                  <a:moveTo>
                    <a:pt x="0" y="0"/>
                  </a:moveTo>
                  <a:lnTo>
                    <a:pt x="94192" y="48185"/>
                  </a:lnTo>
                  <a:lnTo>
                    <a:pt x="244656" y="119342"/>
                  </a:lnTo>
                  <a:lnTo>
                    <a:pt x="395120" y="184645"/>
                  </a:lnTo>
                  <a:lnTo>
                    <a:pt x="545584" y="244087"/>
                  </a:lnTo>
                  <a:lnTo>
                    <a:pt x="696048" y="297724"/>
                  </a:lnTo>
                  <a:lnTo>
                    <a:pt x="846512" y="345693"/>
                  </a:lnTo>
                  <a:lnTo>
                    <a:pt x="996976" y="388224"/>
                  </a:lnTo>
                  <a:lnTo>
                    <a:pt x="1147440" y="425626"/>
                  </a:lnTo>
                  <a:lnTo>
                    <a:pt x="1297904" y="458229"/>
                  </a:lnTo>
                  <a:lnTo>
                    <a:pt x="1448369" y="486284"/>
                  </a:lnTo>
                  <a:lnTo>
                    <a:pt x="1598833" y="508963"/>
                  </a:lnTo>
                  <a:lnTo>
                    <a:pt x="1749297" y="526470"/>
                  </a:lnTo>
                  <a:lnTo>
                    <a:pt x="1899761" y="539840"/>
                  </a:lnTo>
                  <a:lnTo>
                    <a:pt x="2050225" y="550088"/>
                  </a:lnTo>
                  <a:lnTo>
                    <a:pt x="2200689" y="553230"/>
                  </a:lnTo>
                  <a:lnTo>
                    <a:pt x="2351153" y="550989"/>
                  </a:lnTo>
                  <a:lnTo>
                    <a:pt x="2501617" y="550025"/>
                  </a:lnTo>
                  <a:lnTo>
                    <a:pt x="2652081" y="549450"/>
                  </a:lnTo>
                  <a:lnTo>
                    <a:pt x="2802545" y="545213"/>
                  </a:lnTo>
                  <a:lnTo>
                    <a:pt x="2953009" y="541136"/>
                  </a:lnTo>
                  <a:lnTo>
                    <a:pt x="3103473" y="543434"/>
                  </a:lnTo>
                  <a:lnTo>
                    <a:pt x="3253937" y="549017"/>
                  </a:lnTo>
                  <a:lnTo>
                    <a:pt x="3404401" y="553017"/>
                  </a:lnTo>
                  <a:lnTo>
                    <a:pt x="3554865" y="554417"/>
                  </a:lnTo>
                  <a:lnTo>
                    <a:pt x="3705329" y="557957"/>
                  </a:lnTo>
                  <a:lnTo>
                    <a:pt x="3855793" y="561242"/>
                  </a:lnTo>
                  <a:lnTo>
                    <a:pt x="4006257" y="559638"/>
                  </a:lnTo>
                  <a:lnTo>
                    <a:pt x="4156721" y="553499"/>
                  </a:lnTo>
                  <a:lnTo>
                    <a:pt x="4307185" y="545279"/>
                  </a:lnTo>
                  <a:lnTo>
                    <a:pt x="4457649" y="534889"/>
                  </a:lnTo>
                  <a:lnTo>
                    <a:pt x="4608114" y="522636"/>
                  </a:lnTo>
                  <a:lnTo>
                    <a:pt x="4758578" y="509668"/>
                  </a:lnTo>
                  <a:lnTo>
                    <a:pt x="4909042" y="496782"/>
                  </a:lnTo>
                  <a:lnTo>
                    <a:pt x="5059506" y="484224"/>
                  </a:lnTo>
                  <a:lnTo>
                    <a:pt x="5209970" y="472129"/>
                  </a:lnTo>
                  <a:lnTo>
                    <a:pt x="5360434" y="460545"/>
                  </a:lnTo>
                  <a:lnTo>
                    <a:pt x="5510898" y="449452"/>
                  </a:lnTo>
                  <a:lnTo>
                    <a:pt x="5661362" y="438786"/>
                  </a:lnTo>
                  <a:lnTo>
                    <a:pt x="5811826" y="428448"/>
                  </a:lnTo>
                  <a:lnTo>
                    <a:pt x="5962290" y="418320"/>
                  </a:lnTo>
                  <a:lnTo>
                    <a:pt x="6112754" y="408276"/>
                  </a:lnTo>
                  <a:lnTo>
                    <a:pt x="6145984" y="4060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23453"/>
              <a:ext cx="6145984" cy="350361"/>
            </a:xfrm>
            <a:custGeom>
              <a:avLst/>
              <a:pathLst>
                <a:path w="6145984" h="350361">
                  <a:moveTo>
                    <a:pt x="6145984" y="326237"/>
                  </a:moveTo>
                  <a:lnTo>
                    <a:pt x="6112754" y="324566"/>
                  </a:lnTo>
                  <a:lnTo>
                    <a:pt x="5962290" y="318556"/>
                  </a:lnTo>
                  <a:lnTo>
                    <a:pt x="5811826" y="314008"/>
                  </a:lnTo>
                  <a:lnTo>
                    <a:pt x="5661362" y="310824"/>
                  </a:lnTo>
                  <a:lnTo>
                    <a:pt x="5510898" y="308918"/>
                  </a:lnTo>
                  <a:lnTo>
                    <a:pt x="5360434" y="308218"/>
                  </a:lnTo>
                  <a:lnTo>
                    <a:pt x="5209970" y="308690"/>
                  </a:lnTo>
                  <a:lnTo>
                    <a:pt x="5059506" y="310344"/>
                  </a:lnTo>
                  <a:lnTo>
                    <a:pt x="4909042" y="313257"/>
                  </a:lnTo>
                  <a:lnTo>
                    <a:pt x="4758578" y="317594"/>
                  </a:lnTo>
                  <a:lnTo>
                    <a:pt x="4608114" y="323629"/>
                  </a:lnTo>
                  <a:lnTo>
                    <a:pt x="4457649" y="330653"/>
                  </a:lnTo>
                  <a:lnTo>
                    <a:pt x="4307185" y="337177"/>
                  </a:lnTo>
                  <a:lnTo>
                    <a:pt x="4156721" y="343427"/>
                  </a:lnTo>
                  <a:lnTo>
                    <a:pt x="4006257" y="349271"/>
                  </a:lnTo>
                  <a:lnTo>
                    <a:pt x="3855793" y="350361"/>
                  </a:lnTo>
                  <a:lnTo>
                    <a:pt x="3705329" y="347601"/>
                  </a:lnTo>
                  <a:lnTo>
                    <a:pt x="3554865" y="345990"/>
                  </a:lnTo>
                  <a:lnTo>
                    <a:pt x="3404401" y="344252"/>
                  </a:lnTo>
                  <a:lnTo>
                    <a:pt x="3253937" y="339849"/>
                  </a:lnTo>
                  <a:lnTo>
                    <a:pt x="3103473" y="336789"/>
                  </a:lnTo>
                  <a:lnTo>
                    <a:pt x="2953009" y="335523"/>
                  </a:lnTo>
                  <a:lnTo>
                    <a:pt x="2802545" y="336458"/>
                  </a:lnTo>
                  <a:lnTo>
                    <a:pt x="2652081" y="339751"/>
                  </a:lnTo>
                  <a:lnTo>
                    <a:pt x="2501617" y="341200"/>
                  </a:lnTo>
                  <a:lnTo>
                    <a:pt x="2351153" y="340245"/>
                  </a:lnTo>
                  <a:lnTo>
                    <a:pt x="2200689" y="341542"/>
                  </a:lnTo>
                  <a:lnTo>
                    <a:pt x="2050225" y="339456"/>
                  </a:lnTo>
                  <a:lnTo>
                    <a:pt x="1899761" y="329637"/>
                  </a:lnTo>
                  <a:lnTo>
                    <a:pt x="1749297" y="317643"/>
                  </a:lnTo>
                  <a:lnTo>
                    <a:pt x="1598833" y="303045"/>
                  </a:lnTo>
                  <a:lnTo>
                    <a:pt x="1448369" y="284639"/>
                  </a:lnTo>
                  <a:lnTo>
                    <a:pt x="1297904" y="262250"/>
                  </a:lnTo>
                  <a:lnTo>
                    <a:pt x="1147440" y="237517"/>
                  </a:lnTo>
                  <a:lnTo>
                    <a:pt x="996976" y="210751"/>
                  </a:lnTo>
                  <a:lnTo>
                    <a:pt x="846512" y="182279"/>
                  </a:lnTo>
                  <a:lnTo>
                    <a:pt x="696048" y="152401"/>
                  </a:lnTo>
                  <a:lnTo>
                    <a:pt x="545584" y="121344"/>
                  </a:lnTo>
                  <a:lnTo>
                    <a:pt x="395120" y="89239"/>
                  </a:lnTo>
                  <a:lnTo>
                    <a:pt x="244656" y="56133"/>
                  </a:lnTo>
                  <a:lnTo>
                    <a:pt x="94192" y="220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55054"/>
              <a:ext cx="6145984" cy="455802"/>
            </a:xfrm>
            <a:custGeom>
              <a:avLst/>
              <a:pathLst>
                <a:path w="6145984" h="455802">
                  <a:moveTo>
                    <a:pt x="0" y="0"/>
                  </a:moveTo>
                  <a:lnTo>
                    <a:pt x="94192" y="35101"/>
                  </a:lnTo>
                  <a:lnTo>
                    <a:pt x="244656" y="87738"/>
                  </a:lnTo>
                  <a:lnTo>
                    <a:pt x="395120" y="136942"/>
                  </a:lnTo>
                  <a:lnTo>
                    <a:pt x="545584" y="182716"/>
                  </a:lnTo>
                  <a:lnTo>
                    <a:pt x="696048" y="225063"/>
                  </a:lnTo>
                  <a:lnTo>
                    <a:pt x="846512" y="263986"/>
                  </a:lnTo>
                  <a:lnTo>
                    <a:pt x="996976" y="299488"/>
                  </a:lnTo>
                  <a:lnTo>
                    <a:pt x="1147440" y="331571"/>
                  </a:lnTo>
                  <a:lnTo>
                    <a:pt x="1297904" y="360240"/>
                  </a:lnTo>
                  <a:lnTo>
                    <a:pt x="1448369" y="385462"/>
                  </a:lnTo>
                  <a:lnTo>
                    <a:pt x="1598833" y="406004"/>
                  </a:lnTo>
                  <a:lnTo>
                    <a:pt x="1749297" y="422057"/>
                  </a:lnTo>
                  <a:lnTo>
                    <a:pt x="1899761" y="434738"/>
                  </a:lnTo>
                  <a:lnTo>
                    <a:pt x="2050225" y="444772"/>
                  </a:lnTo>
                  <a:lnTo>
                    <a:pt x="2200689" y="447386"/>
                  </a:lnTo>
                  <a:lnTo>
                    <a:pt x="2351153" y="445617"/>
                  </a:lnTo>
                  <a:lnTo>
                    <a:pt x="2501617" y="445613"/>
                  </a:lnTo>
                  <a:lnTo>
                    <a:pt x="2652081" y="444600"/>
                  </a:lnTo>
                  <a:lnTo>
                    <a:pt x="2802545" y="440835"/>
                  </a:lnTo>
                  <a:lnTo>
                    <a:pt x="2953009" y="438329"/>
                  </a:lnTo>
                  <a:lnTo>
                    <a:pt x="3103473" y="440111"/>
                  </a:lnTo>
                  <a:lnTo>
                    <a:pt x="3253937" y="444433"/>
                  </a:lnTo>
                  <a:lnTo>
                    <a:pt x="3404401" y="448635"/>
                  </a:lnTo>
                  <a:lnTo>
                    <a:pt x="3554865" y="450204"/>
                  </a:lnTo>
                  <a:lnTo>
                    <a:pt x="3705329" y="452779"/>
                  </a:lnTo>
                  <a:lnTo>
                    <a:pt x="3855793" y="455802"/>
                  </a:lnTo>
                  <a:lnTo>
                    <a:pt x="4006257" y="454455"/>
                  </a:lnTo>
                  <a:lnTo>
                    <a:pt x="4156721" y="448463"/>
                  </a:lnTo>
                  <a:lnTo>
                    <a:pt x="4307185" y="441228"/>
                  </a:lnTo>
                  <a:lnTo>
                    <a:pt x="4457649" y="432771"/>
                  </a:lnTo>
                  <a:lnTo>
                    <a:pt x="4608114" y="423132"/>
                  </a:lnTo>
                  <a:lnTo>
                    <a:pt x="4758578" y="413631"/>
                  </a:lnTo>
                  <a:lnTo>
                    <a:pt x="4909042" y="405020"/>
                  </a:lnTo>
                  <a:lnTo>
                    <a:pt x="5059506" y="397284"/>
                  </a:lnTo>
                  <a:lnTo>
                    <a:pt x="5209970" y="390410"/>
                  </a:lnTo>
                  <a:lnTo>
                    <a:pt x="5360434" y="384382"/>
                  </a:lnTo>
                  <a:lnTo>
                    <a:pt x="5510898" y="379185"/>
                  </a:lnTo>
                  <a:lnTo>
                    <a:pt x="5661362" y="374805"/>
                  </a:lnTo>
                  <a:lnTo>
                    <a:pt x="5811826" y="371228"/>
                  </a:lnTo>
                  <a:lnTo>
                    <a:pt x="5962290" y="368438"/>
                  </a:lnTo>
                  <a:lnTo>
                    <a:pt x="6112754" y="366421"/>
                  </a:lnTo>
                  <a:lnTo>
                    <a:pt x="6145984" y="36614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057882"/>
              <a:ext cx="6145984" cy="1195923"/>
            </a:xfrm>
            <a:custGeom>
              <a:avLst/>
              <a:pathLst>
                <a:path w="6145984" h="1195923">
                  <a:moveTo>
                    <a:pt x="0" y="0"/>
                  </a:moveTo>
                  <a:lnTo>
                    <a:pt x="94192" y="84646"/>
                  </a:lnTo>
                  <a:lnTo>
                    <a:pt x="244656" y="209677"/>
                  </a:lnTo>
                  <a:lnTo>
                    <a:pt x="395120" y="324349"/>
                  </a:lnTo>
                  <a:lnTo>
                    <a:pt x="545584" y="428527"/>
                  </a:lnTo>
                  <a:lnTo>
                    <a:pt x="696048" y="522137"/>
                  </a:lnTo>
                  <a:lnTo>
                    <a:pt x="846512" y="605193"/>
                  </a:lnTo>
                  <a:lnTo>
                    <a:pt x="996976" y="677806"/>
                  </a:lnTo>
                  <a:lnTo>
                    <a:pt x="1147440" y="740168"/>
                  </a:lnTo>
                  <a:lnTo>
                    <a:pt x="1297904" y="792498"/>
                  </a:lnTo>
                  <a:lnTo>
                    <a:pt x="1448369" y="834907"/>
                  </a:lnTo>
                  <a:lnTo>
                    <a:pt x="1598833" y="866115"/>
                  </a:lnTo>
                  <a:lnTo>
                    <a:pt x="1749297" y="888146"/>
                  </a:lnTo>
                  <a:lnTo>
                    <a:pt x="1899761" y="904698"/>
                  </a:lnTo>
                  <a:lnTo>
                    <a:pt x="2050225" y="919531"/>
                  </a:lnTo>
                  <a:lnTo>
                    <a:pt x="2200689" y="930999"/>
                  </a:lnTo>
                  <a:lnTo>
                    <a:pt x="2351153" y="938597"/>
                  </a:lnTo>
                  <a:lnTo>
                    <a:pt x="2501617" y="945913"/>
                  </a:lnTo>
                  <a:lnTo>
                    <a:pt x="2652081" y="951516"/>
                  </a:lnTo>
                  <a:lnTo>
                    <a:pt x="2802545" y="952548"/>
                  </a:lnTo>
                  <a:lnTo>
                    <a:pt x="2953009" y="953403"/>
                  </a:lnTo>
                  <a:lnTo>
                    <a:pt x="3103473" y="959546"/>
                  </a:lnTo>
                  <a:lnTo>
                    <a:pt x="3253937" y="966155"/>
                  </a:lnTo>
                  <a:lnTo>
                    <a:pt x="3404401" y="971227"/>
                  </a:lnTo>
                  <a:lnTo>
                    <a:pt x="3554865" y="976891"/>
                  </a:lnTo>
                  <a:lnTo>
                    <a:pt x="3705329" y="985595"/>
                  </a:lnTo>
                  <a:lnTo>
                    <a:pt x="3855793" y="993981"/>
                  </a:lnTo>
                  <a:lnTo>
                    <a:pt x="4006257" y="999559"/>
                  </a:lnTo>
                  <a:lnTo>
                    <a:pt x="4156721" y="1003005"/>
                  </a:lnTo>
                  <a:lnTo>
                    <a:pt x="4307185" y="1005245"/>
                  </a:lnTo>
                  <a:lnTo>
                    <a:pt x="4457649" y="1005924"/>
                  </a:lnTo>
                  <a:lnTo>
                    <a:pt x="4608114" y="1005083"/>
                  </a:lnTo>
                  <a:lnTo>
                    <a:pt x="4758578" y="1002591"/>
                  </a:lnTo>
                  <a:lnTo>
                    <a:pt x="4909042" y="998611"/>
                  </a:lnTo>
                  <a:lnTo>
                    <a:pt x="5059506" y="993429"/>
                  </a:lnTo>
                  <a:lnTo>
                    <a:pt x="5209970" y="987216"/>
                  </a:lnTo>
                  <a:lnTo>
                    <a:pt x="5360434" y="980051"/>
                  </a:lnTo>
                  <a:lnTo>
                    <a:pt x="5510898" y="971941"/>
                  </a:lnTo>
                  <a:lnTo>
                    <a:pt x="5661362" y="962846"/>
                  </a:lnTo>
                  <a:lnTo>
                    <a:pt x="5811826" y="952690"/>
                  </a:lnTo>
                  <a:lnTo>
                    <a:pt x="5962290" y="941379"/>
                  </a:lnTo>
                  <a:lnTo>
                    <a:pt x="6112754" y="928807"/>
                  </a:lnTo>
                  <a:lnTo>
                    <a:pt x="6145984" y="925729"/>
                  </a:lnTo>
                  <a:lnTo>
                    <a:pt x="6145984" y="1195923"/>
                  </a:lnTo>
                  <a:lnTo>
                    <a:pt x="6112754" y="1194901"/>
                  </a:lnTo>
                  <a:lnTo>
                    <a:pt x="5962290" y="1190595"/>
                  </a:lnTo>
                  <a:lnTo>
                    <a:pt x="5811826" y="1186476"/>
                  </a:lnTo>
                  <a:lnTo>
                    <a:pt x="5661362" y="1182415"/>
                  </a:lnTo>
                  <a:lnTo>
                    <a:pt x="5510898" y="1178291"/>
                  </a:lnTo>
                  <a:lnTo>
                    <a:pt x="5360434" y="1174003"/>
                  </a:lnTo>
                  <a:lnTo>
                    <a:pt x="5209970" y="1169485"/>
                  </a:lnTo>
                  <a:lnTo>
                    <a:pt x="5059506" y="1164720"/>
                  </a:lnTo>
                  <a:lnTo>
                    <a:pt x="4909042" y="1159761"/>
                  </a:lnTo>
                  <a:lnTo>
                    <a:pt x="4758578" y="1154753"/>
                  </a:lnTo>
                  <a:lnTo>
                    <a:pt x="4608114" y="1149956"/>
                  </a:lnTo>
                  <a:lnTo>
                    <a:pt x="4457649" y="1145299"/>
                  </a:lnTo>
                  <a:lnTo>
                    <a:pt x="4307185" y="1140556"/>
                  </a:lnTo>
                  <a:lnTo>
                    <a:pt x="4156721" y="1136244"/>
                  </a:lnTo>
                  <a:lnTo>
                    <a:pt x="4006257" y="1132488"/>
                  </a:lnTo>
                  <a:lnTo>
                    <a:pt x="3855793" y="1126370"/>
                  </a:lnTo>
                  <a:lnTo>
                    <a:pt x="3705329" y="1118535"/>
                  </a:lnTo>
                  <a:lnTo>
                    <a:pt x="3554865" y="1111859"/>
                  </a:lnTo>
                  <a:lnTo>
                    <a:pt x="3404401" y="1105840"/>
                  </a:lnTo>
                  <a:lnTo>
                    <a:pt x="3253937" y="1100344"/>
                  </a:lnTo>
                  <a:lnTo>
                    <a:pt x="3103473" y="1096388"/>
                  </a:lnTo>
                  <a:lnTo>
                    <a:pt x="2953009" y="1091329"/>
                  </a:lnTo>
                  <a:lnTo>
                    <a:pt x="2802545" y="1087172"/>
                  </a:lnTo>
                  <a:lnTo>
                    <a:pt x="2652081" y="1085147"/>
                  </a:lnTo>
                  <a:lnTo>
                    <a:pt x="2501617" y="1080462"/>
                  </a:lnTo>
                  <a:lnTo>
                    <a:pt x="2351153" y="1071130"/>
                  </a:lnTo>
                  <a:lnTo>
                    <a:pt x="2200689" y="1062538"/>
                  </a:lnTo>
                  <a:lnTo>
                    <a:pt x="2050225" y="1052181"/>
                  </a:lnTo>
                  <a:lnTo>
                    <a:pt x="1899761" y="1037799"/>
                  </a:lnTo>
                  <a:lnTo>
                    <a:pt x="1749297" y="1022695"/>
                  </a:lnTo>
                  <a:lnTo>
                    <a:pt x="1598833" y="1003721"/>
                  </a:lnTo>
                  <a:lnTo>
                    <a:pt x="1448369" y="977005"/>
                  </a:lnTo>
                  <a:lnTo>
                    <a:pt x="1297904" y="940554"/>
                  </a:lnTo>
                  <a:lnTo>
                    <a:pt x="1147440" y="896499"/>
                  </a:lnTo>
                  <a:lnTo>
                    <a:pt x="996976" y="845319"/>
                  </a:lnTo>
                  <a:lnTo>
                    <a:pt x="846512" y="787487"/>
                  </a:lnTo>
                  <a:lnTo>
                    <a:pt x="696048" y="723453"/>
                  </a:lnTo>
                  <a:lnTo>
                    <a:pt x="545584" y="653583"/>
                  </a:lnTo>
                  <a:lnTo>
                    <a:pt x="395120" y="578147"/>
                  </a:lnTo>
                  <a:lnTo>
                    <a:pt x="244656" y="497326"/>
                  </a:lnTo>
                  <a:lnTo>
                    <a:pt x="94192" y="411240"/>
                  </a:lnTo>
                  <a:lnTo>
                    <a:pt x="0" y="35410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057882"/>
              <a:ext cx="6145984" cy="1005924"/>
            </a:xfrm>
            <a:custGeom>
              <a:avLst/>
              <a:pathLst>
                <a:path w="6145984" h="1005924">
                  <a:moveTo>
                    <a:pt x="0" y="0"/>
                  </a:moveTo>
                  <a:lnTo>
                    <a:pt x="94192" y="84646"/>
                  </a:lnTo>
                  <a:lnTo>
                    <a:pt x="244656" y="209677"/>
                  </a:lnTo>
                  <a:lnTo>
                    <a:pt x="395120" y="324349"/>
                  </a:lnTo>
                  <a:lnTo>
                    <a:pt x="545584" y="428527"/>
                  </a:lnTo>
                  <a:lnTo>
                    <a:pt x="696048" y="522137"/>
                  </a:lnTo>
                  <a:lnTo>
                    <a:pt x="846512" y="605193"/>
                  </a:lnTo>
                  <a:lnTo>
                    <a:pt x="996976" y="677806"/>
                  </a:lnTo>
                  <a:lnTo>
                    <a:pt x="1147440" y="740168"/>
                  </a:lnTo>
                  <a:lnTo>
                    <a:pt x="1297904" y="792498"/>
                  </a:lnTo>
                  <a:lnTo>
                    <a:pt x="1448369" y="834907"/>
                  </a:lnTo>
                  <a:lnTo>
                    <a:pt x="1598833" y="866115"/>
                  </a:lnTo>
                  <a:lnTo>
                    <a:pt x="1749297" y="888146"/>
                  </a:lnTo>
                  <a:lnTo>
                    <a:pt x="1899761" y="904698"/>
                  </a:lnTo>
                  <a:lnTo>
                    <a:pt x="2050225" y="919531"/>
                  </a:lnTo>
                  <a:lnTo>
                    <a:pt x="2200689" y="930999"/>
                  </a:lnTo>
                  <a:lnTo>
                    <a:pt x="2351153" y="938597"/>
                  </a:lnTo>
                  <a:lnTo>
                    <a:pt x="2501617" y="945913"/>
                  </a:lnTo>
                  <a:lnTo>
                    <a:pt x="2652081" y="951516"/>
                  </a:lnTo>
                  <a:lnTo>
                    <a:pt x="2802545" y="952548"/>
                  </a:lnTo>
                  <a:lnTo>
                    <a:pt x="2953009" y="953403"/>
                  </a:lnTo>
                  <a:lnTo>
                    <a:pt x="3103473" y="959546"/>
                  </a:lnTo>
                  <a:lnTo>
                    <a:pt x="3253937" y="966155"/>
                  </a:lnTo>
                  <a:lnTo>
                    <a:pt x="3404401" y="971227"/>
                  </a:lnTo>
                  <a:lnTo>
                    <a:pt x="3554865" y="976891"/>
                  </a:lnTo>
                  <a:lnTo>
                    <a:pt x="3705329" y="985595"/>
                  </a:lnTo>
                  <a:lnTo>
                    <a:pt x="3855793" y="993981"/>
                  </a:lnTo>
                  <a:lnTo>
                    <a:pt x="4006257" y="999559"/>
                  </a:lnTo>
                  <a:lnTo>
                    <a:pt x="4156721" y="1003005"/>
                  </a:lnTo>
                  <a:lnTo>
                    <a:pt x="4307185" y="1005245"/>
                  </a:lnTo>
                  <a:lnTo>
                    <a:pt x="4457649" y="1005924"/>
                  </a:lnTo>
                  <a:lnTo>
                    <a:pt x="4608114" y="1005083"/>
                  </a:lnTo>
                  <a:lnTo>
                    <a:pt x="4758578" y="1002591"/>
                  </a:lnTo>
                  <a:lnTo>
                    <a:pt x="4909042" y="998611"/>
                  </a:lnTo>
                  <a:lnTo>
                    <a:pt x="5059506" y="993429"/>
                  </a:lnTo>
                  <a:lnTo>
                    <a:pt x="5209970" y="987216"/>
                  </a:lnTo>
                  <a:lnTo>
                    <a:pt x="5360434" y="980051"/>
                  </a:lnTo>
                  <a:lnTo>
                    <a:pt x="5510898" y="971941"/>
                  </a:lnTo>
                  <a:lnTo>
                    <a:pt x="5661362" y="962846"/>
                  </a:lnTo>
                  <a:lnTo>
                    <a:pt x="5811826" y="952690"/>
                  </a:lnTo>
                  <a:lnTo>
                    <a:pt x="5962290" y="941379"/>
                  </a:lnTo>
                  <a:lnTo>
                    <a:pt x="6112754" y="928807"/>
                  </a:lnTo>
                  <a:lnTo>
                    <a:pt x="6145984" y="9257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411989"/>
              <a:ext cx="6145984" cy="841816"/>
            </a:xfrm>
            <a:custGeom>
              <a:avLst/>
              <a:pathLst>
                <a:path w="6145984" h="841816">
                  <a:moveTo>
                    <a:pt x="6145984" y="841816"/>
                  </a:moveTo>
                  <a:lnTo>
                    <a:pt x="6112754" y="840795"/>
                  </a:lnTo>
                  <a:lnTo>
                    <a:pt x="5962290" y="836488"/>
                  </a:lnTo>
                  <a:lnTo>
                    <a:pt x="5811826" y="832369"/>
                  </a:lnTo>
                  <a:lnTo>
                    <a:pt x="5661362" y="828308"/>
                  </a:lnTo>
                  <a:lnTo>
                    <a:pt x="5510898" y="824184"/>
                  </a:lnTo>
                  <a:lnTo>
                    <a:pt x="5360434" y="819896"/>
                  </a:lnTo>
                  <a:lnTo>
                    <a:pt x="5209970" y="815378"/>
                  </a:lnTo>
                  <a:lnTo>
                    <a:pt x="5059506" y="810613"/>
                  </a:lnTo>
                  <a:lnTo>
                    <a:pt x="4909042" y="805654"/>
                  </a:lnTo>
                  <a:lnTo>
                    <a:pt x="4758578" y="800646"/>
                  </a:lnTo>
                  <a:lnTo>
                    <a:pt x="4608114" y="795849"/>
                  </a:lnTo>
                  <a:lnTo>
                    <a:pt x="4457649" y="791192"/>
                  </a:lnTo>
                  <a:lnTo>
                    <a:pt x="4307185" y="786449"/>
                  </a:lnTo>
                  <a:lnTo>
                    <a:pt x="4156721" y="782137"/>
                  </a:lnTo>
                  <a:lnTo>
                    <a:pt x="4006257" y="778381"/>
                  </a:lnTo>
                  <a:lnTo>
                    <a:pt x="3855793" y="772263"/>
                  </a:lnTo>
                  <a:lnTo>
                    <a:pt x="3705329" y="764428"/>
                  </a:lnTo>
                  <a:lnTo>
                    <a:pt x="3554865" y="757752"/>
                  </a:lnTo>
                  <a:lnTo>
                    <a:pt x="3404401" y="751733"/>
                  </a:lnTo>
                  <a:lnTo>
                    <a:pt x="3253937" y="746238"/>
                  </a:lnTo>
                  <a:lnTo>
                    <a:pt x="3103473" y="742281"/>
                  </a:lnTo>
                  <a:lnTo>
                    <a:pt x="2953009" y="737222"/>
                  </a:lnTo>
                  <a:lnTo>
                    <a:pt x="2802545" y="733065"/>
                  </a:lnTo>
                  <a:lnTo>
                    <a:pt x="2652081" y="731040"/>
                  </a:lnTo>
                  <a:lnTo>
                    <a:pt x="2501617" y="726355"/>
                  </a:lnTo>
                  <a:lnTo>
                    <a:pt x="2351153" y="717023"/>
                  </a:lnTo>
                  <a:lnTo>
                    <a:pt x="2200689" y="708431"/>
                  </a:lnTo>
                  <a:lnTo>
                    <a:pt x="2050225" y="698074"/>
                  </a:lnTo>
                  <a:lnTo>
                    <a:pt x="1899761" y="683692"/>
                  </a:lnTo>
                  <a:lnTo>
                    <a:pt x="1749297" y="668588"/>
                  </a:lnTo>
                  <a:lnTo>
                    <a:pt x="1598833" y="649614"/>
                  </a:lnTo>
                  <a:lnTo>
                    <a:pt x="1448369" y="622898"/>
                  </a:lnTo>
                  <a:lnTo>
                    <a:pt x="1297904" y="586448"/>
                  </a:lnTo>
                  <a:lnTo>
                    <a:pt x="1147440" y="542392"/>
                  </a:lnTo>
                  <a:lnTo>
                    <a:pt x="996976" y="491212"/>
                  </a:lnTo>
                  <a:lnTo>
                    <a:pt x="846512" y="433381"/>
                  </a:lnTo>
                  <a:lnTo>
                    <a:pt x="696048" y="369346"/>
                  </a:lnTo>
                  <a:lnTo>
                    <a:pt x="545584" y="299476"/>
                  </a:lnTo>
                  <a:lnTo>
                    <a:pt x="395120" y="224040"/>
                  </a:lnTo>
                  <a:lnTo>
                    <a:pt x="244656" y="143219"/>
                  </a:lnTo>
                  <a:lnTo>
                    <a:pt x="94192" y="571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234936"/>
              <a:ext cx="6145984" cy="902132"/>
            </a:xfrm>
            <a:custGeom>
              <a:avLst/>
              <a:pathLst>
                <a:path w="6145984" h="902132">
                  <a:moveTo>
                    <a:pt x="0" y="0"/>
                  </a:moveTo>
                  <a:lnTo>
                    <a:pt x="94192" y="70890"/>
                  </a:lnTo>
                  <a:lnTo>
                    <a:pt x="244656" y="176448"/>
                  </a:lnTo>
                  <a:lnTo>
                    <a:pt x="395120" y="274194"/>
                  </a:lnTo>
                  <a:lnTo>
                    <a:pt x="545584" y="364001"/>
                  </a:lnTo>
                  <a:lnTo>
                    <a:pt x="696048" y="445742"/>
                  </a:lnTo>
                  <a:lnTo>
                    <a:pt x="846512" y="519287"/>
                  </a:lnTo>
                  <a:lnTo>
                    <a:pt x="996976" y="584509"/>
                  </a:lnTo>
                  <a:lnTo>
                    <a:pt x="1147440" y="641280"/>
                  </a:lnTo>
                  <a:lnTo>
                    <a:pt x="1297904" y="689473"/>
                  </a:lnTo>
                  <a:lnTo>
                    <a:pt x="1448369" y="728903"/>
                  </a:lnTo>
                  <a:lnTo>
                    <a:pt x="1598833" y="757864"/>
                  </a:lnTo>
                  <a:lnTo>
                    <a:pt x="1749297" y="778367"/>
                  </a:lnTo>
                  <a:lnTo>
                    <a:pt x="1899761" y="794195"/>
                  </a:lnTo>
                  <a:lnTo>
                    <a:pt x="2050225" y="808803"/>
                  </a:lnTo>
                  <a:lnTo>
                    <a:pt x="2200689" y="819715"/>
                  </a:lnTo>
                  <a:lnTo>
                    <a:pt x="2351153" y="827810"/>
                  </a:lnTo>
                  <a:lnTo>
                    <a:pt x="2501617" y="836134"/>
                  </a:lnTo>
                  <a:lnTo>
                    <a:pt x="2652081" y="841278"/>
                  </a:lnTo>
                  <a:lnTo>
                    <a:pt x="2802545" y="842807"/>
                  </a:lnTo>
                  <a:lnTo>
                    <a:pt x="2953009" y="845313"/>
                  </a:lnTo>
                  <a:lnTo>
                    <a:pt x="3103473" y="850913"/>
                  </a:lnTo>
                  <a:lnTo>
                    <a:pt x="3253937" y="856196"/>
                  </a:lnTo>
                  <a:lnTo>
                    <a:pt x="3404401" y="861480"/>
                  </a:lnTo>
                  <a:lnTo>
                    <a:pt x="3554865" y="867321"/>
                  </a:lnTo>
                  <a:lnTo>
                    <a:pt x="3705329" y="875011"/>
                  </a:lnTo>
                  <a:lnTo>
                    <a:pt x="3855793" y="883122"/>
                  </a:lnTo>
                  <a:lnTo>
                    <a:pt x="4006257" y="888970"/>
                  </a:lnTo>
                  <a:lnTo>
                    <a:pt x="4156721" y="892571"/>
                  </a:lnTo>
                  <a:lnTo>
                    <a:pt x="4307185" y="895847"/>
                  </a:lnTo>
                  <a:lnTo>
                    <a:pt x="4457649" y="898558"/>
                  </a:lnTo>
                  <a:lnTo>
                    <a:pt x="4608114" y="900466"/>
                  </a:lnTo>
                  <a:lnTo>
                    <a:pt x="4758578" y="901618"/>
                  </a:lnTo>
                  <a:lnTo>
                    <a:pt x="4909042" y="902132"/>
                  </a:lnTo>
                  <a:lnTo>
                    <a:pt x="5059506" y="902021"/>
                  </a:lnTo>
                  <a:lnTo>
                    <a:pt x="5209970" y="901297"/>
                  </a:lnTo>
                  <a:lnTo>
                    <a:pt x="5360434" y="899973"/>
                  </a:lnTo>
                  <a:lnTo>
                    <a:pt x="5510898" y="898063"/>
                  </a:lnTo>
                  <a:lnTo>
                    <a:pt x="5661362" y="895577"/>
                  </a:lnTo>
                  <a:lnTo>
                    <a:pt x="5811826" y="892530"/>
                  </a:lnTo>
                  <a:lnTo>
                    <a:pt x="5962290" y="888934"/>
                  </a:lnTo>
                  <a:lnTo>
                    <a:pt x="6112754" y="884801"/>
                  </a:lnTo>
                  <a:lnTo>
                    <a:pt x="6145984" y="88377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299954"/>
              <a:ext cx="6145984" cy="973109"/>
            </a:xfrm>
            <a:custGeom>
              <a:avLst/>
              <a:pathLst>
                <a:path w="6145984" h="973109">
                  <a:moveTo>
                    <a:pt x="0" y="0"/>
                  </a:moveTo>
                  <a:lnTo>
                    <a:pt x="94192" y="58932"/>
                  </a:lnTo>
                  <a:lnTo>
                    <a:pt x="244656" y="146163"/>
                  </a:lnTo>
                  <a:lnTo>
                    <a:pt x="395120" y="226402"/>
                  </a:lnTo>
                  <a:lnTo>
                    <a:pt x="545584" y="299601"/>
                  </a:lnTo>
                  <a:lnTo>
                    <a:pt x="696048" y="365772"/>
                  </a:lnTo>
                  <a:lnTo>
                    <a:pt x="846512" y="425011"/>
                  </a:lnTo>
                  <a:lnTo>
                    <a:pt x="996976" y="477511"/>
                  </a:lnTo>
                  <a:lnTo>
                    <a:pt x="1147440" y="523541"/>
                  </a:lnTo>
                  <a:lnTo>
                    <a:pt x="1297904" y="563397"/>
                  </a:lnTo>
                  <a:lnTo>
                    <a:pt x="1448369" y="597263"/>
                  </a:lnTo>
                  <a:lnTo>
                    <a:pt x="1598833" y="623414"/>
                  </a:lnTo>
                  <a:lnTo>
                    <a:pt x="1749297" y="642710"/>
                  </a:lnTo>
                  <a:lnTo>
                    <a:pt x="1899761" y="657658"/>
                  </a:lnTo>
                  <a:lnTo>
                    <a:pt x="2050225" y="670759"/>
                  </a:lnTo>
                  <a:lnTo>
                    <a:pt x="2200689" y="678940"/>
                  </a:lnTo>
                  <a:lnTo>
                    <a:pt x="2351153" y="683090"/>
                  </a:lnTo>
                  <a:lnTo>
                    <a:pt x="2501617" y="688819"/>
                  </a:lnTo>
                  <a:lnTo>
                    <a:pt x="2652081" y="695727"/>
                  </a:lnTo>
                  <a:lnTo>
                    <a:pt x="2802545" y="699936"/>
                  </a:lnTo>
                  <a:lnTo>
                    <a:pt x="2953009" y="704475"/>
                  </a:lnTo>
                  <a:lnTo>
                    <a:pt x="3103473" y="714891"/>
                  </a:lnTo>
                  <a:lnTo>
                    <a:pt x="3253937" y="728225"/>
                  </a:lnTo>
                  <a:lnTo>
                    <a:pt x="3404401" y="740326"/>
                  </a:lnTo>
                  <a:lnTo>
                    <a:pt x="3554865" y="750944"/>
                  </a:lnTo>
                  <a:lnTo>
                    <a:pt x="3705329" y="764020"/>
                  </a:lnTo>
                  <a:lnTo>
                    <a:pt x="3855793" y="776897"/>
                  </a:lnTo>
                  <a:lnTo>
                    <a:pt x="4006257" y="785636"/>
                  </a:lnTo>
                  <a:lnTo>
                    <a:pt x="4156721" y="790884"/>
                  </a:lnTo>
                  <a:lnTo>
                    <a:pt x="4307185" y="794578"/>
                  </a:lnTo>
                  <a:lnTo>
                    <a:pt x="4457649" y="796193"/>
                  </a:lnTo>
                  <a:lnTo>
                    <a:pt x="4608114" y="795594"/>
                  </a:lnTo>
                  <a:lnTo>
                    <a:pt x="4758578" y="793006"/>
                  </a:lnTo>
                  <a:lnTo>
                    <a:pt x="4909042" y="788858"/>
                  </a:lnTo>
                  <a:lnTo>
                    <a:pt x="5059506" y="783428"/>
                  </a:lnTo>
                  <a:lnTo>
                    <a:pt x="5209970" y="776879"/>
                  </a:lnTo>
                  <a:lnTo>
                    <a:pt x="5360434" y="769288"/>
                  </a:lnTo>
                  <a:lnTo>
                    <a:pt x="5510898" y="760662"/>
                  </a:lnTo>
                  <a:lnTo>
                    <a:pt x="5661362" y="750961"/>
                  </a:lnTo>
                  <a:lnTo>
                    <a:pt x="5811826" y="740112"/>
                  </a:lnTo>
                  <a:lnTo>
                    <a:pt x="5962290" y="728022"/>
                  </a:lnTo>
                  <a:lnTo>
                    <a:pt x="6112754" y="714590"/>
                  </a:lnTo>
                  <a:lnTo>
                    <a:pt x="6145984" y="711304"/>
                  </a:lnTo>
                  <a:lnTo>
                    <a:pt x="6145984" y="973109"/>
                  </a:lnTo>
                  <a:lnTo>
                    <a:pt x="6112754" y="972422"/>
                  </a:lnTo>
                  <a:lnTo>
                    <a:pt x="5962290" y="969500"/>
                  </a:lnTo>
                  <a:lnTo>
                    <a:pt x="5811826" y="966639"/>
                  </a:lnTo>
                  <a:lnTo>
                    <a:pt x="5661362" y="963712"/>
                  </a:lnTo>
                  <a:lnTo>
                    <a:pt x="5510898" y="960605"/>
                  </a:lnTo>
                  <a:lnTo>
                    <a:pt x="5360434" y="957218"/>
                  </a:lnTo>
                  <a:lnTo>
                    <a:pt x="5209970" y="953489"/>
                  </a:lnTo>
                  <a:lnTo>
                    <a:pt x="5059506" y="949401"/>
                  </a:lnTo>
                  <a:lnTo>
                    <a:pt x="4909042" y="945005"/>
                  </a:lnTo>
                  <a:lnTo>
                    <a:pt x="4758578" y="940443"/>
                  </a:lnTo>
                  <a:lnTo>
                    <a:pt x="4608114" y="935968"/>
                  </a:lnTo>
                  <a:lnTo>
                    <a:pt x="4457649" y="931241"/>
                  </a:lnTo>
                  <a:lnTo>
                    <a:pt x="4307185" y="925688"/>
                  </a:lnTo>
                  <a:lnTo>
                    <a:pt x="4156721" y="919985"/>
                  </a:lnTo>
                  <a:lnTo>
                    <a:pt x="4006257" y="914438"/>
                  </a:lnTo>
                  <a:lnTo>
                    <a:pt x="3855793" y="905176"/>
                  </a:lnTo>
                  <a:lnTo>
                    <a:pt x="3705329" y="892833"/>
                  </a:lnTo>
                  <a:lnTo>
                    <a:pt x="3554865" y="881721"/>
                  </a:lnTo>
                  <a:lnTo>
                    <a:pt x="3404401" y="870760"/>
                  </a:lnTo>
                  <a:lnTo>
                    <a:pt x="3253937" y="858248"/>
                  </a:lnTo>
                  <a:lnTo>
                    <a:pt x="3103473" y="847484"/>
                  </a:lnTo>
                  <a:lnTo>
                    <a:pt x="2953009" y="838119"/>
                  </a:lnTo>
                  <a:lnTo>
                    <a:pt x="2802545" y="830380"/>
                  </a:lnTo>
                  <a:lnTo>
                    <a:pt x="2652081" y="825209"/>
                  </a:lnTo>
                  <a:lnTo>
                    <a:pt x="2501617" y="819191"/>
                  </a:lnTo>
                  <a:lnTo>
                    <a:pt x="2351153" y="811508"/>
                  </a:lnTo>
                  <a:lnTo>
                    <a:pt x="2200689" y="806395"/>
                  </a:lnTo>
                  <a:lnTo>
                    <a:pt x="2050225" y="799291"/>
                  </a:lnTo>
                  <a:lnTo>
                    <a:pt x="1899761" y="786626"/>
                  </a:lnTo>
                  <a:lnTo>
                    <a:pt x="1749297" y="773081"/>
                  </a:lnTo>
                  <a:lnTo>
                    <a:pt x="1598833" y="756747"/>
                  </a:lnTo>
                  <a:lnTo>
                    <a:pt x="1448369" y="734949"/>
                  </a:lnTo>
                  <a:lnTo>
                    <a:pt x="1297904" y="706856"/>
                  </a:lnTo>
                  <a:lnTo>
                    <a:pt x="1147440" y="675018"/>
                  </a:lnTo>
                  <a:lnTo>
                    <a:pt x="996976" y="639823"/>
                  </a:lnTo>
                  <a:lnTo>
                    <a:pt x="846512" y="601646"/>
                  </a:lnTo>
                  <a:lnTo>
                    <a:pt x="696048" y="560837"/>
                  </a:lnTo>
                  <a:lnTo>
                    <a:pt x="545584" y="517669"/>
                  </a:lnTo>
                  <a:lnTo>
                    <a:pt x="395120" y="472320"/>
                  </a:lnTo>
                  <a:lnTo>
                    <a:pt x="244656" y="424881"/>
                  </a:lnTo>
                  <a:lnTo>
                    <a:pt x="94192" y="375386"/>
                  </a:lnTo>
                  <a:lnTo>
                    <a:pt x="0" y="34311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299954"/>
              <a:ext cx="6145984" cy="796193"/>
            </a:xfrm>
            <a:custGeom>
              <a:avLst/>
              <a:pathLst>
                <a:path w="6145984" h="796193">
                  <a:moveTo>
                    <a:pt x="0" y="0"/>
                  </a:moveTo>
                  <a:lnTo>
                    <a:pt x="94192" y="58932"/>
                  </a:lnTo>
                  <a:lnTo>
                    <a:pt x="244656" y="146163"/>
                  </a:lnTo>
                  <a:lnTo>
                    <a:pt x="395120" y="226402"/>
                  </a:lnTo>
                  <a:lnTo>
                    <a:pt x="545584" y="299601"/>
                  </a:lnTo>
                  <a:lnTo>
                    <a:pt x="696048" y="365772"/>
                  </a:lnTo>
                  <a:lnTo>
                    <a:pt x="846512" y="425011"/>
                  </a:lnTo>
                  <a:lnTo>
                    <a:pt x="996976" y="477511"/>
                  </a:lnTo>
                  <a:lnTo>
                    <a:pt x="1147440" y="523541"/>
                  </a:lnTo>
                  <a:lnTo>
                    <a:pt x="1297904" y="563397"/>
                  </a:lnTo>
                  <a:lnTo>
                    <a:pt x="1448369" y="597263"/>
                  </a:lnTo>
                  <a:lnTo>
                    <a:pt x="1598833" y="623414"/>
                  </a:lnTo>
                  <a:lnTo>
                    <a:pt x="1749297" y="642710"/>
                  </a:lnTo>
                  <a:lnTo>
                    <a:pt x="1899761" y="657658"/>
                  </a:lnTo>
                  <a:lnTo>
                    <a:pt x="2050225" y="670759"/>
                  </a:lnTo>
                  <a:lnTo>
                    <a:pt x="2200689" y="678940"/>
                  </a:lnTo>
                  <a:lnTo>
                    <a:pt x="2351153" y="683090"/>
                  </a:lnTo>
                  <a:lnTo>
                    <a:pt x="2501617" y="688819"/>
                  </a:lnTo>
                  <a:lnTo>
                    <a:pt x="2652081" y="695727"/>
                  </a:lnTo>
                  <a:lnTo>
                    <a:pt x="2802545" y="699936"/>
                  </a:lnTo>
                  <a:lnTo>
                    <a:pt x="2953009" y="704475"/>
                  </a:lnTo>
                  <a:lnTo>
                    <a:pt x="3103473" y="714891"/>
                  </a:lnTo>
                  <a:lnTo>
                    <a:pt x="3253937" y="728225"/>
                  </a:lnTo>
                  <a:lnTo>
                    <a:pt x="3404401" y="740326"/>
                  </a:lnTo>
                  <a:lnTo>
                    <a:pt x="3554865" y="750944"/>
                  </a:lnTo>
                  <a:lnTo>
                    <a:pt x="3705329" y="764020"/>
                  </a:lnTo>
                  <a:lnTo>
                    <a:pt x="3855793" y="776897"/>
                  </a:lnTo>
                  <a:lnTo>
                    <a:pt x="4006257" y="785636"/>
                  </a:lnTo>
                  <a:lnTo>
                    <a:pt x="4156721" y="790884"/>
                  </a:lnTo>
                  <a:lnTo>
                    <a:pt x="4307185" y="794578"/>
                  </a:lnTo>
                  <a:lnTo>
                    <a:pt x="4457649" y="796193"/>
                  </a:lnTo>
                  <a:lnTo>
                    <a:pt x="4608114" y="795594"/>
                  </a:lnTo>
                  <a:lnTo>
                    <a:pt x="4758578" y="793006"/>
                  </a:lnTo>
                  <a:lnTo>
                    <a:pt x="4909042" y="788858"/>
                  </a:lnTo>
                  <a:lnTo>
                    <a:pt x="5059506" y="783428"/>
                  </a:lnTo>
                  <a:lnTo>
                    <a:pt x="5209970" y="776879"/>
                  </a:lnTo>
                  <a:lnTo>
                    <a:pt x="5360434" y="769288"/>
                  </a:lnTo>
                  <a:lnTo>
                    <a:pt x="5510898" y="760662"/>
                  </a:lnTo>
                  <a:lnTo>
                    <a:pt x="5661362" y="750961"/>
                  </a:lnTo>
                  <a:lnTo>
                    <a:pt x="5811826" y="740112"/>
                  </a:lnTo>
                  <a:lnTo>
                    <a:pt x="5962290" y="728022"/>
                  </a:lnTo>
                  <a:lnTo>
                    <a:pt x="6112754" y="714590"/>
                  </a:lnTo>
                  <a:lnTo>
                    <a:pt x="6145984" y="7113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43066"/>
              <a:ext cx="6145984" cy="629997"/>
            </a:xfrm>
            <a:custGeom>
              <a:avLst/>
              <a:pathLst>
                <a:path w="6145984" h="629997">
                  <a:moveTo>
                    <a:pt x="6145984" y="629997"/>
                  </a:moveTo>
                  <a:lnTo>
                    <a:pt x="6112754" y="629310"/>
                  </a:lnTo>
                  <a:lnTo>
                    <a:pt x="5962290" y="626387"/>
                  </a:lnTo>
                  <a:lnTo>
                    <a:pt x="5811826" y="623526"/>
                  </a:lnTo>
                  <a:lnTo>
                    <a:pt x="5661362" y="620600"/>
                  </a:lnTo>
                  <a:lnTo>
                    <a:pt x="5510898" y="617492"/>
                  </a:lnTo>
                  <a:lnTo>
                    <a:pt x="5360434" y="614106"/>
                  </a:lnTo>
                  <a:lnTo>
                    <a:pt x="5209970" y="610376"/>
                  </a:lnTo>
                  <a:lnTo>
                    <a:pt x="5059506" y="606288"/>
                  </a:lnTo>
                  <a:lnTo>
                    <a:pt x="4909042" y="601893"/>
                  </a:lnTo>
                  <a:lnTo>
                    <a:pt x="4758578" y="597331"/>
                  </a:lnTo>
                  <a:lnTo>
                    <a:pt x="4608114" y="592856"/>
                  </a:lnTo>
                  <a:lnTo>
                    <a:pt x="4457649" y="588129"/>
                  </a:lnTo>
                  <a:lnTo>
                    <a:pt x="4307185" y="582575"/>
                  </a:lnTo>
                  <a:lnTo>
                    <a:pt x="4156721" y="576873"/>
                  </a:lnTo>
                  <a:lnTo>
                    <a:pt x="4006257" y="571325"/>
                  </a:lnTo>
                  <a:lnTo>
                    <a:pt x="3855793" y="562063"/>
                  </a:lnTo>
                  <a:lnTo>
                    <a:pt x="3705329" y="549720"/>
                  </a:lnTo>
                  <a:lnTo>
                    <a:pt x="3554865" y="538609"/>
                  </a:lnTo>
                  <a:lnTo>
                    <a:pt x="3404401" y="527647"/>
                  </a:lnTo>
                  <a:lnTo>
                    <a:pt x="3253937" y="515136"/>
                  </a:lnTo>
                  <a:lnTo>
                    <a:pt x="3103473" y="504372"/>
                  </a:lnTo>
                  <a:lnTo>
                    <a:pt x="2953009" y="495007"/>
                  </a:lnTo>
                  <a:lnTo>
                    <a:pt x="2802545" y="487267"/>
                  </a:lnTo>
                  <a:lnTo>
                    <a:pt x="2652081" y="482096"/>
                  </a:lnTo>
                  <a:lnTo>
                    <a:pt x="2501617" y="476079"/>
                  </a:lnTo>
                  <a:lnTo>
                    <a:pt x="2351153" y="468396"/>
                  </a:lnTo>
                  <a:lnTo>
                    <a:pt x="2200689" y="463283"/>
                  </a:lnTo>
                  <a:lnTo>
                    <a:pt x="2050225" y="456178"/>
                  </a:lnTo>
                  <a:lnTo>
                    <a:pt x="1899761" y="443513"/>
                  </a:lnTo>
                  <a:lnTo>
                    <a:pt x="1749297" y="429968"/>
                  </a:lnTo>
                  <a:lnTo>
                    <a:pt x="1598833" y="413635"/>
                  </a:lnTo>
                  <a:lnTo>
                    <a:pt x="1448369" y="391836"/>
                  </a:lnTo>
                  <a:lnTo>
                    <a:pt x="1297904" y="363744"/>
                  </a:lnTo>
                  <a:lnTo>
                    <a:pt x="1147440" y="331906"/>
                  </a:lnTo>
                  <a:lnTo>
                    <a:pt x="996976" y="296710"/>
                  </a:lnTo>
                  <a:lnTo>
                    <a:pt x="846512" y="258533"/>
                  </a:lnTo>
                  <a:lnTo>
                    <a:pt x="696048" y="217724"/>
                  </a:lnTo>
                  <a:lnTo>
                    <a:pt x="545584" y="174557"/>
                  </a:lnTo>
                  <a:lnTo>
                    <a:pt x="395120" y="129207"/>
                  </a:lnTo>
                  <a:lnTo>
                    <a:pt x="244656" y="81769"/>
                  </a:lnTo>
                  <a:lnTo>
                    <a:pt x="94192" y="322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71510"/>
              <a:ext cx="6145984" cy="695376"/>
            </a:xfrm>
            <a:custGeom>
              <a:avLst/>
              <a:pathLst>
                <a:path w="6145984" h="695376">
                  <a:moveTo>
                    <a:pt x="0" y="0"/>
                  </a:moveTo>
                  <a:lnTo>
                    <a:pt x="94192" y="45603"/>
                  </a:lnTo>
                  <a:lnTo>
                    <a:pt x="244656" y="113966"/>
                  </a:lnTo>
                  <a:lnTo>
                    <a:pt x="395120" y="177805"/>
                  </a:lnTo>
                  <a:lnTo>
                    <a:pt x="545584" y="237079"/>
                  </a:lnTo>
                  <a:lnTo>
                    <a:pt x="696048" y="291748"/>
                  </a:lnTo>
                  <a:lnTo>
                    <a:pt x="846512" y="341772"/>
                  </a:lnTo>
                  <a:lnTo>
                    <a:pt x="996976" y="387111"/>
                  </a:lnTo>
                  <a:lnTo>
                    <a:pt x="1147440" y="427723"/>
                  </a:lnTo>
                  <a:lnTo>
                    <a:pt x="1297904" y="463570"/>
                  </a:lnTo>
                  <a:lnTo>
                    <a:pt x="1448369" y="494549"/>
                  </a:lnTo>
                  <a:lnTo>
                    <a:pt x="1598833" y="518524"/>
                  </a:lnTo>
                  <a:lnTo>
                    <a:pt x="1749297" y="536339"/>
                  </a:lnTo>
                  <a:lnTo>
                    <a:pt x="1899761" y="550586"/>
                  </a:lnTo>
                  <a:lnTo>
                    <a:pt x="2050225" y="563469"/>
                  </a:lnTo>
                  <a:lnTo>
                    <a:pt x="2200689" y="571111"/>
                  </a:lnTo>
                  <a:lnTo>
                    <a:pt x="2351153" y="575743"/>
                  </a:lnTo>
                  <a:lnTo>
                    <a:pt x="2501617" y="582449"/>
                  </a:lnTo>
                  <a:lnTo>
                    <a:pt x="2652081" y="588912"/>
                  </a:lnTo>
                  <a:lnTo>
                    <a:pt x="2802545" y="593602"/>
                  </a:lnTo>
                  <a:lnTo>
                    <a:pt x="2953009" y="599741"/>
                  </a:lnTo>
                  <a:lnTo>
                    <a:pt x="3103473" y="609631"/>
                  </a:lnTo>
                  <a:lnTo>
                    <a:pt x="3253937" y="621681"/>
                  </a:lnTo>
                  <a:lnTo>
                    <a:pt x="3404401" y="633987"/>
                  </a:lnTo>
                  <a:lnTo>
                    <a:pt x="3554865" y="644776"/>
                  </a:lnTo>
                  <a:lnTo>
                    <a:pt x="3705329" y="656870"/>
                  </a:lnTo>
                  <a:lnTo>
                    <a:pt x="3855793" y="669480"/>
                  </a:lnTo>
                  <a:lnTo>
                    <a:pt x="4006257" y="678481"/>
                  </a:lnTo>
                  <a:lnTo>
                    <a:pt x="4156721" y="683878"/>
                  </a:lnTo>
                  <a:lnTo>
                    <a:pt x="4307185" y="688577"/>
                  </a:lnTo>
                  <a:lnTo>
                    <a:pt x="4457649" y="692161"/>
                  </a:lnTo>
                  <a:lnTo>
                    <a:pt x="4608114" y="694225"/>
                  </a:lnTo>
                  <a:lnTo>
                    <a:pt x="4758578" y="695168"/>
                  </a:lnTo>
                  <a:lnTo>
                    <a:pt x="4909042" y="695376"/>
                  </a:lnTo>
                  <a:lnTo>
                    <a:pt x="5059506" y="694858"/>
                  </a:lnTo>
                  <a:lnTo>
                    <a:pt x="5209970" y="693628"/>
                  </a:lnTo>
                  <a:lnTo>
                    <a:pt x="5360434" y="691697"/>
                  </a:lnTo>
                  <a:lnTo>
                    <a:pt x="5510898" y="689077"/>
                  </a:lnTo>
                  <a:lnTo>
                    <a:pt x="5661362" y="685780"/>
                  </a:lnTo>
                  <a:lnTo>
                    <a:pt x="5811826" y="681819"/>
                  </a:lnTo>
                  <a:lnTo>
                    <a:pt x="5962290" y="677205"/>
                  </a:lnTo>
                  <a:lnTo>
                    <a:pt x="6112754" y="671950"/>
                  </a:lnTo>
                  <a:lnTo>
                    <a:pt x="6145984" y="67065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370294"/>
              <a:ext cx="6145984" cy="897393"/>
            </a:xfrm>
            <a:custGeom>
              <a:avLst/>
              <a:pathLst>
                <a:path w="6145984" h="897393">
                  <a:moveTo>
                    <a:pt x="0" y="0"/>
                  </a:moveTo>
                  <a:lnTo>
                    <a:pt x="94192" y="56368"/>
                  </a:lnTo>
                  <a:lnTo>
                    <a:pt x="244656" y="139698"/>
                  </a:lnTo>
                  <a:lnTo>
                    <a:pt x="395120" y="216227"/>
                  </a:lnTo>
                  <a:lnTo>
                    <a:pt x="545584" y="285900"/>
                  </a:lnTo>
                  <a:lnTo>
                    <a:pt x="696048" y="348722"/>
                  </a:lnTo>
                  <a:lnTo>
                    <a:pt x="846512" y="404775"/>
                  </a:lnTo>
                  <a:lnTo>
                    <a:pt x="996976" y="454235"/>
                  </a:lnTo>
                  <a:lnTo>
                    <a:pt x="1147440" y="497350"/>
                  </a:lnTo>
                  <a:lnTo>
                    <a:pt x="1297904" y="534392"/>
                  </a:lnTo>
                  <a:lnTo>
                    <a:pt x="1448369" y="565537"/>
                  </a:lnTo>
                  <a:lnTo>
                    <a:pt x="1598833" y="589392"/>
                  </a:lnTo>
                  <a:lnTo>
                    <a:pt x="1749297" y="606885"/>
                  </a:lnTo>
                  <a:lnTo>
                    <a:pt x="1899761" y="620363"/>
                  </a:lnTo>
                  <a:lnTo>
                    <a:pt x="2050225" y="632271"/>
                  </a:lnTo>
                  <a:lnTo>
                    <a:pt x="2200689" y="640978"/>
                  </a:lnTo>
                  <a:lnTo>
                    <a:pt x="2351153" y="646284"/>
                  </a:lnTo>
                  <a:lnTo>
                    <a:pt x="2501617" y="651616"/>
                  </a:lnTo>
                  <a:lnTo>
                    <a:pt x="2652081" y="654066"/>
                  </a:lnTo>
                  <a:lnTo>
                    <a:pt x="2802545" y="651421"/>
                  </a:lnTo>
                  <a:lnTo>
                    <a:pt x="2953009" y="649961"/>
                  </a:lnTo>
                  <a:lnTo>
                    <a:pt x="3103473" y="656216"/>
                  </a:lnTo>
                  <a:lnTo>
                    <a:pt x="3253937" y="664568"/>
                  </a:lnTo>
                  <a:lnTo>
                    <a:pt x="3404401" y="672205"/>
                  </a:lnTo>
                  <a:lnTo>
                    <a:pt x="3554865" y="680221"/>
                  </a:lnTo>
                  <a:lnTo>
                    <a:pt x="3705329" y="692335"/>
                  </a:lnTo>
                  <a:lnTo>
                    <a:pt x="3855793" y="704972"/>
                  </a:lnTo>
                  <a:lnTo>
                    <a:pt x="4006257" y="713629"/>
                  </a:lnTo>
                  <a:lnTo>
                    <a:pt x="4156721" y="718804"/>
                  </a:lnTo>
                  <a:lnTo>
                    <a:pt x="4307185" y="722732"/>
                  </a:lnTo>
                  <a:lnTo>
                    <a:pt x="4457649" y="724830"/>
                  </a:lnTo>
                  <a:lnTo>
                    <a:pt x="4608114" y="724885"/>
                  </a:lnTo>
                  <a:lnTo>
                    <a:pt x="4758578" y="723013"/>
                  </a:lnTo>
                  <a:lnTo>
                    <a:pt x="4909042" y="719592"/>
                  </a:lnTo>
                  <a:lnTo>
                    <a:pt x="5059506" y="714888"/>
                  </a:lnTo>
                  <a:lnTo>
                    <a:pt x="5209970" y="709060"/>
                  </a:lnTo>
                  <a:lnTo>
                    <a:pt x="5360434" y="702183"/>
                  </a:lnTo>
                  <a:lnTo>
                    <a:pt x="5510898" y="694267"/>
                  </a:lnTo>
                  <a:lnTo>
                    <a:pt x="5661362" y="685274"/>
                  </a:lnTo>
                  <a:lnTo>
                    <a:pt x="5811826" y="675139"/>
                  </a:lnTo>
                  <a:lnTo>
                    <a:pt x="5962290" y="663774"/>
                  </a:lnTo>
                  <a:lnTo>
                    <a:pt x="6112754" y="651085"/>
                  </a:lnTo>
                  <a:lnTo>
                    <a:pt x="6145984" y="647969"/>
                  </a:lnTo>
                  <a:lnTo>
                    <a:pt x="6145984" y="897393"/>
                  </a:lnTo>
                  <a:lnTo>
                    <a:pt x="6112754" y="896725"/>
                  </a:lnTo>
                  <a:lnTo>
                    <a:pt x="5962290" y="893833"/>
                  </a:lnTo>
                  <a:lnTo>
                    <a:pt x="5811826" y="890954"/>
                  </a:lnTo>
                  <a:lnTo>
                    <a:pt x="5661362" y="887965"/>
                  </a:lnTo>
                  <a:lnTo>
                    <a:pt x="5510898" y="884755"/>
                  </a:lnTo>
                  <a:lnTo>
                    <a:pt x="5360434" y="881227"/>
                  </a:lnTo>
                  <a:lnTo>
                    <a:pt x="5209970" y="877318"/>
                  </a:lnTo>
                  <a:lnTo>
                    <a:pt x="5059506" y="873012"/>
                  </a:lnTo>
                  <a:lnTo>
                    <a:pt x="4909042" y="868355"/>
                  </a:lnTo>
                  <a:lnTo>
                    <a:pt x="4758578" y="863478"/>
                  </a:lnTo>
                  <a:lnTo>
                    <a:pt x="4608114" y="858621"/>
                  </a:lnTo>
                  <a:lnTo>
                    <a:pt x="4457649" y="853491"/>
                  </a:lnTo>
                  <a:lnTo>
                    <a:pt x="4307185" y="847641"/>
                  </a:lnTo>
                  <a:lnTo>
                    <a:pt x="4156721" y="841800"/>
                  </a:lnTo>
                  <a:lnTo>
                    <a:pt x="4006257" y="836340"/>
                  </a:lnTo>
                  <a:lnTo>
                    <a:pt x="3855793" y="827184"/>
                  </a:lnTo>
                  <a:lnTo>
                    <a:pt x="3705329" y="815056"/>
                  </a:lnTo>
                  <a:lnTo>
                    <a:pt x="3554865" y="804815"/>
                  </a:lnTo>
                  <a:lnTo>
                    <a:pt x="3404401" y="796470"/>
                  </a:lnTo>
                  <a:lnTo>
                    <a:pt x="3253937" y="788442"/>
                  </a:lnTo>
                  <a:lnTo>
                    <a:pt x="3103473" y="782539"/>
                  </a:lnTo>
                  <a:lnTo>
                    <a:pt x="2953009" y="777285"/>
                  </a:lnTo>
                  <a:lnTo>
                    <a:pt x="2802545" y="775696"/>
                  </a:lnTo>
                  <a:lnTo>
                    <a:pt x="2652081" y="777425"/>
                  </a:lnTo>
                  <a:lnTo>
                    <a:pt x="2501617" y="775822"/>
                  </a:lnTo>
                  <a:lnTo>
                    <a:pt x="2351153" y="768629"/>
                  </a:lnTo>
                  <a:lnTo>
                    <a:pt x="2200689" y="762406"/>
                  </a:lnTo>
                  <a:lnTo>
                    <a:pt x="2050225" y="754724"/>
                  </a:lnTo>
                  <a:lnTo>
                    <a:pt x="1899761" y="743233"/>
                  </a:lnTo>
                  <a:lnTo>
                    <a:pt x="1749297" y="731091"/>
                  </a:lnTo>
                  <a:lnTo>
                    <a:pt x="1598833" y="716421"/>
                  </a:lnTo>
                  <a:lnTo>
                    <a:pt x="1448369" y="696712"/>
                  </a:lnTo>
                  <a:lnTo>
                    <a:pt x="1297904" y="671068"/>
                  </a:lnTo>
                  <a:lnTo>
                    <a:pt x="1147440" y="641664"/>
                  </a:lnTo>
                  <a:lnTo>
                    <a:pt x="996976" y="608872"/>
                  </a:lnTo>
                  <a:lnTo>
                    <a:pt x="846512" y="573057"/>
                  </a:lnTo>
                  <a:lnTo>
                    <a:pt x="696048" y="534563"/>
                  </a:lnTo>
                  <a:lnTo>
                    <a:pt x="545584" y="493657"/>
                  </a:lnTo>
                  <a:lnTo>
                    <a:pt x="395120" y="450515"/>
                  </a:lnTo>
                  <a:lnTo>
                    <a:pt x="244656" y="405236"/>
                  </a:lnTo>
                  <a:lnTo>
                    <a:pt x="94192" y="357857"/>
                  </a:lnTo>
                  <a:lnTo>
                    <a:pt x="0" y="32688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70294"/>
              <a:ext cx="6145984" cy="724885"/>
            </a:xfrm>
            <a:custGeom>
              <a:avLst/>
              <a:pathLst>
                <a:path w="6145984" h="724885">
                  <a:moveTo>
                    <a:pt x="0" y="0"/>
                  </a:moveTo>
                  <a:lnTo>
                    <a:pt x="94192" y="56368"/>
                  </a:lnTo>
                  <a:lnTo>
                    <a:pt x="244656" y="139698"/>
                  </a:lnTo>
                  <a:lnTo>
                    <a:pt x="395120" y="216227"/>
                  </a:lnTo>
                  <a:lnTo>
                    <a:pt x="545584" y="285900"/>
                  </a:lnTo>
                  <a:lnTo>
                    <a:pt x="696048" y="348722"/>
                  </a:lnTo>
                  <a:lnTo>
                    <a:pt x="846512" y="404775"/>
                  </a:lnTo>
                  <a:lnTo>
                    <a:pt x="996976" y="454235"/>
                  </a:lnTo>
                  <a:lnTo>
                    <a:pt x="1147440" y="497350"/>
                  </a:lnTo>
                  <a:lnTo>
                    <a:pt x="1297904" y="534392"/>
                  </a:lnTo>
                  <a:lnTo>
                    <a:pt x="1448369" y="565537"/>
                  </a:lnTo>
                  <a:lnTo>
                    <a:pt x="1598833" y="589392"/>
                  </a:lnTo>
                  <a:lnTo>
                    <a:pt x="1749297" y="606885"/>
                  </a:lnTo>
                  <a:lnTo>
                    <a:pt x="1899761" y="620363"/>
                  </a:lnTo>
                  <a:lnTo>
                    <a:pt x="2050225" y="632271"/>
                  </a:lnTo>
                  <a:lnTo>
                    <a:pt x="2200689" y="640978"/>
                  </a:lnTo>
                  <a:lnTo>
                    <a:pt x="2351153" y="646284"/>
                  </a:lnTo>
                  <a:lnTo>
                    <a:pt x="2501617" y="651616"/>
                  </a:lnTo>
                  <a:lnTo>
                    <a:pt x="2652081" y="654066"/>
                  </a:lnTo>
                  <a:lnTo>
                    <a:pt x="2802545" y="651421"/>
                  </a:lnTo>
                  <a:lnTo>
                    <a:pt x="2953009" y="649961"/>
                  </a:lnTo>
                  <a:lnTo>
                    <a:pt x="3103473" y="656216"/>
                  </a:lnTo>
                  <a:lnTo>
                    <a:pt x="3253937" y="664568"/>
                  </a:lnTo>
                  <a:lnTo>
                    <a:pt x="3404401" y="672205"/>
                  </a:lnTo>
                  <a:lnTo>
                    <a:pt x="3554865" y="680221"/>
                  </a:lnTo>
                  <a:lnTo>
                    <a:pt x="3705329" y="692335"/>
                  </a:lnTo>
                  <a:lnTo>
                    <a:pt x="3855793" y="704972"/>
                  </a:lnTo>
                  <a:lnTo>
                    <a:pt x="4006257" y="713629"/>
                  </a:lnTo>
                  <a:lnTo>
                    <a:pt x="4156721" y="718804"/>
                  </a:lnTo>
                  <a:lnTo>
                    <a:pt x="4307185" y="722732"/>
                  </a:lnTo>
                  <a:lnTo>
                    <a:pt x="4457649" y="724830"/>
                  </a:lnTo>
                  <a:lnTo>
                    <a:pt x="4608114" y="724885"/>
                  </a:lnTo>
                  <a:lnTo>
                    <a:pt x="4758578" y="723013"/>
                  </a:lnTo>
                  <a:lnTo>
                    <a:pt x="4909042" y="719592"/>
                  </a:lnTo>
                  <a:lnTo>
                    <a:pt x="5059506" y="714888"/>
                  </a:lnTo>
                  <a:lnTo>
                    <a:pt x="5209970" y="709060"/>
                  </a:lnTo>
                  <a:lnTo>
                    <a:pt x="5360434" y="702183"/>
                  </a:lnTo>
                  <a:lnTo>
                    <a:pt x="5510898" y="694267"/>
                  </a:lnTo>
                  <a:lnTo>
                    <a:pt x="5661362" y="685274"/>
                  </a:lnTo>
                  <a:lnTo>
                    <a:pt x="5811826" y="675139"/>
                  </a:lnTo>
                  <a:lnTo>
                    <a:pt x="5962290" y="663774"/>
                  </a:lnTo>
                  <a:lnTo>
                    <a:pt x="6112754" y="651085"/>
                  </a:lnTo>
                  <a:lnTo>
                    <a:pt x="6145984" y="6479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97181"/>
              <a:ext cx="6145984" cy="570506"/>
            </a:xfrm>
            <a:custGeom>
              <a:avLst/>
              <a:pathLst>
                <a:path w="6145984" h="570506">
                  <a:moveTo>
                    <a:pt x="6145984" y="570506"/>
                  </a:moveTo>
                  <a:lnTo>
                    <a:pt x="6112754" y="569838"/>
                  </a:lnTo>
                  <a:lnTo>
                    <a:pt x="5962290" y="566945"/>
                  </a:lnTo>
                  <a:lnTo>
                    <a:pt x="5811826" y="564067"/>
                  </a:lnTo>
                  <a:lnTo>
                    <a:pt x="5661362" y="561078"/>
                  </a:lnTo>
                  <a:lnTo>
                    <a:pt x="5510898" y="557868"/>
                  </a:lnTo>
                  <a:lnTo>
                    <a:pt x="5360434" y="554340"/>
                  </a:lnTo>
                  <a:lnTo>
                    <a:pt x="5209970" y="550431"/>
                  </a:lnTo>
                  <a:lnTo>
                    <a:pt x="5059506" y="546125"/>
                  </a:lnTo>
                  <a:lnTo>
                    <a:pt x="4909042" y="541467"/>
                  </a:lnTo>
                  <a:lnTo>
                    <a:pt x="4758578" y="536591"/>
                  </a:lnTo>
                  <a:lnTo>
                    <a:pt x="4608114" y="531734"/>
                  </a:lnTo>
                  <a:lnTo>
                    <a:pt x="4457649" y="526604"/>
                  </a:lnTo>
                  <a:lnTo>
                    <a:pt x="4307185" y="520754"/>
                  </a:lnTo>
                  <a:lnTo>
                    <a:pt x="4156721" y="514913"/>
                  </a:lnTo>
                  <a:lnTo>
                    <a:pt x="4006257" y="509453"/>
                  </a:lnTo>
                  <a:lnTo>
                    <a:pt x="3855793" y="500297"/>
                  </a:lnTo>
                  <a:lnTo>
                    <a:pt x="3705329" y="488169"/>
                  </a:lnTo>
                  <a:lnTo>
                    <a:pt x="3554865" y="477927"/>
                  </a:lnTo>
                  <a:lnTo>
                    <a:pt x="3404401" y="469583"/>
                  </a:lnTo>
                  <a:lnTo>
                    <a:pt x="3253937" y="461555"/>
                  </a:lnTo>
                  <a:lnTo>
                    <a:pt x="3103473" y="455652"/>
                  </a:lnTo>
                  <a:lnTo>
                    <a:pt x="2953009" y="450398"/>
                  </a:lnTo>
                  <a:lnTo>
                    <a:pt x="2802545" y="448809"/>
                  </a:lnTo>
                  <a:lnTo>
                    <a:pt x="2652081" y="450538"/>
                  </a:lnTo>
                  <a:lnTo>
                    <a:pt x="2501617" y="448935"/>
                  </a:lnTo>
                  <a:lnTo>
                    <a:pt x="2351153" y="441742"/>
                  </a:lnTo>
                  <a:lnTo>
                    <a:pt x="2200689" y="435519"/>
                  </a:lnTo>
                  <a:lnTo>
                    <a:pt x="2050225" y="427837"/>
                  </a:lnTo>
                  <a:lnTo>
                    <a:pt x="1899761" y="416346"/>
                  </a:lnTo>
                  <a:lnTo>
                    <a:pt x="1749297" y="404204"/>
                  </a:lnTo>
                  <a:lnTo>
                    <a:pt x="1598833" y="389534"/>
                  </a:lnTo>
                  <a:lnTo>
                    <a:pt x="1448369" y="369825"/>
                  </a:lnTo>
                  <a:lnTo>
                    <a:pt x="1297904" y="344181"/>
                  </a:lnTo>
                  <a:lnTo>
                    <a:pt x="1147440" y="314777"/>
                  </a:lnTo>
                  <a:lnTo>
                    <a:pt x="996976" y="281985"/>
                  </a:lnTo>
                  <a:lnTo>
                    <a:pt x="846512" y="246170"/>
                  </a:lnTo>
                  <a:lnTo>
                    <a:pt x="696048" y="207676"/>
                  </a:lnTo>
                  <a:lnTo>
                    <a:pt x="545584" y="166769"/>
                  </a:lnTo>
                  <a:lnTo>
                    <a:pt x="395120" y="123628"/>
                  </a:lnTo>
                  <a:lnTo>
                    <a:pt x="244656" y="78349"/>
                  </a:lnTo>
                  <a:lnTo>
                    <a:pt x="94192" y="3097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533737"/>
              <a:ext cx="6145984" cy="630530"/>
            </a:xfrm>
            <a:custGeom>
              <a:avLst/>
              <a:pathLst>
                <a:path w="6145984" h="630530">
                  <a:moveTo>
                    <a:pt x="0" y="0"/>
                  </a:moveTo>
                  <a:lnTo>
                    <a:pt x="94192" y="43669"/>
                  </a:lnTo>
                  <a:lnTo>
                    <a:pt x="244656" y="109023"/>
                  </a:lnTo>
                  <a:lnTo>
                    <a:pt x="395120" y="169928"/>
                  </a:lnTo>
                  <a:lnTo>
                    <a:pt x="545584" y="226335"/>
                  </a:lnTo>
                  <a:lnTo>
                    <a:pt x="696048" y="278199"/>
                  </a:lnTo>
                  <a:lnTo>
                    <a:pt x="846512" y="325473"/>
                  </a:lnTo>
                  <a:lnTo>
                    <a:pt x="996976" y="368110"/>
                  </a:lnTo>
                  <a:lnTo>
                    <a:pt x="1147440" y="406063"/>
                  </a:lnTo>
                  <a:lnTo>
                    <a:pt x="1297904" y="439287"/>
                  </a:lnTo>
                  <a:lnTo>
                    <a:pt x="1448369" y="467681"/>
                  </a:lnTo>
                  <a:lnTo>
                    <a:pt x="1598833" y="489463"/>
                  </a:lnTo>
                  <a:lnTo>
                    <a:pt x="1749297" y="505544"/>
                  </a:lnTo>
                  <a:lnTo>
                    <a:pt x="1899761" y="518355"/>
                  </a:lnTo>
                  <a:lnTo>
                    <a:pt x="2050225" y="530054"/>
                  </a:lnTo>
                  <a:lnTo>
                    <a:pt x="2200689" y="538249"/>
                  </a:lnTo>
                  <a:lnTo>
                    <a:pt x="2351153" y="544013"/>
                  </a:lnTo>
                  <a:lnTo>
                    <a:pt x="2501617" y="550275"/>
                  </a:lnTo>
                  <a:lnTo>
                    <a:pt x="2652081" y="552302"/>
                  </a:lnTo>
                  <a:lnTo>
                    <a:pt x="2802545" y="550115"/>
                  </a:lnTo>
                  <a:lnTo>
                    <a:pt x="2953009" y="550180"/>
                  </a:lnTo>
                  <a:lnTo>
                    <a:pt x="3103473" y="555934"/>
                  </a:lnTo>
                  <a:lnTo>
                    <a:pt x="3253937" y="563061"/>
                  </a:lnTo>
                  <a:lnTo>
                    <a:pt x="3404401" y="570894"/>
                  </a:lnTo>
                  <a:lnTo>
                    <a:pt x="3554865" y="579074"/>
                  </a:lnTo>
                  <a:lnTo>
                    <a:pt x="3705329" y="590252"/>
                  </a:lnTo>
                  <a:lnTo>
                    <a:pt x="3855793" y="602634"/>
                  </a:lnTo>
                  <a:lnTo>
                    <a:pt x="4006257" y="611541"/>
                  </a:lnTo>
                  <a:lnTo>
                    <a:pt x="4156721" y="616858"/>
                  </a:lnTo>
                  <a:lnTo>
                    <a:pt x="4307185" y="621743"/>
                  </a:lnTo>
                  <a:lnTo>
                    <a:pt x="4457649" y="625717"/>
                  </a:lnTo>
                  <a:lnTo>
                    <a:pt x="4608114" y="628310"/>
                  </a:lnTo>
                  <a:lnTo>
                    <a:pt x="4758578" y="629802"/>
                  </a:lnTo>
                  <a:lnTo>
                    <a:pt x="4909042" y="630530"/>
                  </a:lnTo>
                  <a:lnTo>
                    <a:pt x="5059506" y="630506"/>
                  </a:lnTo>
                  <a:lnTo>
                    <a:pt x="5209970" y="629746"/>
                  </a:lnTo>
                  <a:lnTo>
                    <a:pt x="5360434" y="628262"/>
                  </a:lnTo>
                  <a:lnTo>
                    <a:pt x="5510898" y="626067"/>
                  </a:lnTo>
                  <a:lnTo>
                    <a:pt x="5661362" y="623176"/>
                  </a:lnTo>
                  <a:lnTo>
                    <a:pt x="5811826" y="619603"/>
                  </a:lnTo>
                  <a:lnTo>
                    <a:pt x="5962290" y="615360"/>
                  </a:lnTo>
                  <a:lnTo>
                    <a:pt x="6112754" y="610461"/>
                  </a:lnTo>
                  <a:lnTo>
                    <a:pt x="6145984" y="60923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27441"/>
              <a:ext cx="6145984" cy="372605"/>
            </a:xfrm>
            <a:custGeom>
              <a:avLst/>
              <a:pathLst>
                <a:path w="6145984" h="372605">
                  <a:moveTo>
                    <a:pt x="0" y="90252"/>
                  </a:moveTo>
                  <a:lnTo>
                    <a:pt x="94192" y="97000"/>
                  </a:lnTo>
                  <a:lnTo>
                    <a:pt x="244656" y="106308"/>
                  </a:lnTo>
                  <a:lnTo>
                    <a:pt x="395120" y="114115"/>
                  </a:lnTo>
                  <a:lnTo>
                    <a:pt x="545584" y="120419"/>
                  </a:lnTo>
                  <a:lnTo>
                    <a:pt x="696048" y="125265"/>
                  </a:lnTo>
                  <a:lnTo>
                    <a:pt x="846512" y="128772"/>
                  </a:lnTo>
                  <a:lnTo>
                    <a:pt x="996976" y="131133"/>
                  </a:lnTo>
                  <a:lnTo>
                    <a:pt x="1147440" y="132610"/>
                  </a:lnTo>
                  <a:lnTo>
                    <a:pt x="1297904" y="133480"/>
                  </a:lnTo>
                  <a:lnTo>
                    <a:pt x="1448369" y="133986"/>
                  </a:lnTo>
                  <a:lnTo>
                    <a:pt x="1598833" y="134493"/>
                  </a:lnTo>
                  <a:lnTo>
                    <a:pt x="1749297" y="135032"/>
                  </a:lnTo>
                  <a:lnTo>
                    <a:pt x="1899761" y="135538"/>
                  </a:lnTo>
                  <a:lnTo>
                    <a:pt x="2050225" y="136295"/>
                  </a:lnTo>
                  <a:lnTo>
                    <a:pt x="2200689" y="138348"/>
                  </a:lnTo>
                  <a:lnTo>
                    <a:pt x="2351153" y="139963"/>
                  </a:lnTo>
                  <a:lnTo>
                    <a:pt x="2501617" y="140596"/>
                  </a:lnTo>
                  <a:lnTo>
                    <a:pt x="2652081" y="139552"/>
                  </a:lnTo>
                  <a:lnTo>
                    <a:pt x="2802545" y="135852"/>
                  </a:lnTo>
                  <a:lnTo>
                    <a:pt x="2953009" y="132321"/>
                  </a:lnTo>
                  <a:lnTo>
                    <a:pt x="3103473" y="134785"/>
                  </a:lnTo>
                  <a:lnTo>
                    <a:pt x="3253937" y="141758"/>
                  </a:lnTo>
                  <a:lnTo>
                    <a:pt x="3404401" y="147159"/>
                  </a:lnTo>
                  <a:lnTo>
                    <a:pt x="3554865" y="148042"/>
                  </a:lnTo>
                  <a:lnTo>
                    <a:pt x="3705329" y="148608"/>
                  </a:lnTo>
                  <a:lnTo>
                    <a:pt x="3855793" y="148426"/>
                  </a:lnTo>
                  <a:lnTo>
                    <a:pt x="4006257" y="144578"/>
                  </a:lnTo>
                  <a:lnTo>
                    <a:pt x="4156721" y="137543"/>
                  </a:lnTo>
                  <a:lnTo>
                    <a:pt x="4307185" y="128848"/>
                  </a:lnTo>
                  <a:lnTo>
                    <a:pt x="4457649" y="118433"/>
                  </a:lnTo>
                  <a:lnTo>
                    <a:pt x="4608114" y="106569"/>
                  </a:lnTo>
                  <a:lnTo>
                    <a:pt x="4758578" y="94236"/>
                  </a:lnTo>
                  <a:lnTo>
                    <a:pt x="4909042" y="82106"/>
                  </a:lnTo>
                  <a:lnTo>
                    <a:pt x="5059506" y="70381"/>
                  </a:lnTo>
                  <a:lnTo>
                    <a:pt x="5209970" y="59176"/>
                  </a:lnTo>
                  <a:lnTo>
                    <a:pt x="5360434" y="48528"/>
                  </a:lnTo>
                  <a:lnTo>
                    <a:pt x="5510898" y="38420"/>
                  </a:lnTo>
                  <a:lnTo>
                    <a:pt x="5661362" y="28795"/>
                  </a:lnTo>
                  <a:lnTo>
                    <a:pt x="5811826" y="19569"/>
                  </a:lnTo>
                  <a:lnTo>
                    <a:pt x="5962290" y="10644"/>
                  </a:lnTo>
                  <a:lnTo>
                    <a:pt x="6112754" y="1910"/>
                  </a:lnTo>
                  <a:lnTo>
                    <a:pt x="6145984" y="0"/>
                  </a:lnTo>
                  <a:lnTo>
                    <a:pt x="6145984" y="215443"/>
                  </a:lnTo>
                  <a:lnTo>
                    <a:pt x="6112754" y="214085"/>
                  </a:lnTo>
                  <a:lnTo>
                    <a:pt x="5962290" y="209360"/>
                  </a:lnTo>
                  <a:lnTo>
                    <a:pt x="5811826" y="205982"/>
                  </a:lnTo>
                  <a:lnTo>
                    <a:pt x="5661362" y="203872"/>
                  </a:lnTo>
                  <a:lnTo>
                    <a:pt x="5510898" y="202956"/>
                  </a:lnTo>
                  <a:lnTo>
                    <a:pt x="5360434" y="203179"/>
                  </a:lnTo>
                  <a:lnTo>
                    <a:pt x="5209970" y="204511"/>
                  </a:lnTo>
                  <a:lnTo>
                    <a:pt x="5059506" y="206963"/>
                  </a:lnTo>
                  <a:lnTo>
                    <a:pt x="4909042" y="210601"/>
                  </a:lnTo>
                  <a:lnTo>
                    <a:pt x="4758578" y="215565"/>
                  </a:lnTo>
                  <a:lnTo>
                    <a:pt x="4608114" y="222086"/>
                  </a:lnTo>
                  <a:lnTo>
                    <a:pt x="4457649" y="229566"/>
                  </a:lnTo>
                  <a:lnTo>
                    <a:pt x="4307185" y="236740"/>
                  </a:lnTo>
                  <a:lnTo>
                    <a:pt x="4156721" y="243783"/>
                  </a:lnTo>
                  <a:lnTo>
                    <a:pt x="4006257" y="250572"/>
                  </a:lnTo>
                  <a:lnTo>
                    <a:pt x="3855793" y="253989"/>
                  </a:lnTo>
                  <a:lnTo>
                    <a:pt x="3705329" y="254610"/>
                  </a:lnTo>
                  <a:lnTo>
                    <a:pt x="3554865" y="255661"/>
                  </a:lnTo>
                  <a:lnTo>
                    <a:pt x="3404401" y="254495"/>
                  </a:lnTo>
                  <a:lnTo>
                    <a:pt x="3253937" y="248756"/>
                  </a:lnTo>
                  <a:lnTo>
                    <a:pt x="3103473" y="243898"/>
                  </a:lnTo>
                  <a:lnTo>
                    <a:pt x="2953009" y="242299"/>
                  </a:lnTo>
                  <a:lnTo>
                    <a:pt x="2802545" y="243196"/>
                  </a:lnTo>
                  <a:lnTo>
                    <a:pt x="2652081" y="246105"/>
                  </a:lnTo>
                  <a:lnTo>
                    <a:pt x="2501617" y="247881"/>
                  </a:lnTo>
                  <a:lnTo>
                    <a:pt x="2351153" y="245640"/>
                  </a:lnTo>
                  <a:lnTo>
                    <a:pt x="2200689" y="243233"/>
                  </a:lnTo>
                  <a:lnTo>
                    <a:pt x="2050225" y="242065"/>
                  </a:lnTo>
                  <a:lnTo>
                    <a:pt x="1899761" y="241668"/>
                  </a:lnTo>
                  <a:lnTo>
                    <a:pt x="1749297" y="242317"/>
                  </a:lnTo>
                  <a:lnTo>
                    <a:pt x="1598833" y="244216"/>
                  </a:lnTo>
                  <a:lnTo>
                    <a:pt x="1448369" y="247290"/>
                  </a:lnTo>
                  <a:lnTo>
                    <a:pt x="1297904" y="251536"/>
                  </a:lnTo>
                  <a:lnTo>
                    <a:pt x="1147440" y="257263"/>
                  </a:lnTo>
                  <a:lnTo>
                    <a:pt x="996976" y="264703"/>
                  </a:lnTo>
                  <a:lnTo>
                    <a:pt x="846512" y="274127"/>
                  </a:lnTo>
                  <a:lnTo>
                    <a:pt x="696048" y="285787"/>
                  </a:lnTo>
                  <a:lnTo>
                    <a:pt x="545584" y="299871"/>
                  </a:lnTo>
                  <a:lnTo>
                    <a:pt x="395120" y="316485"/>
                  </a:lnTo>
                  <a:lnTo>
                    <a:pt x="244656" y="335670"/>
                  </a:lnTo>
                  <a:lnTo>
                    <a:pt x="94192" y="357415"/>
                  </a:lnTo>
                  <a:lnTo>
                    <a:pt x="0" y="37260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27441"/>
              <a:ext cx="6145984" cy="148608"/>
            </a:xfrm>
            <a:custGeom>
              <a:avLst/>
              <a:pathLst>
                <a:path w="6145984" h="148608">
                  <a:moveTo>
                    <a:pt x="0" y="90252"/>
                  </a:moveTo>
                  <a:lnTo>
                    <a:pt x="94192" y="97000"/>
                  </a:lnTo>
                  <a:lnTo>
                    <a:pt x="244656" y="106308"/>
                  </a:lnTo>
                  <a:lnTo>
                    <a:pt x="395120" y="114115"/>
                  </a:lnTo>
                  <a:lnTo>
                    <a:pt x="545584" y="120419"/>
                  </a:lnTo>
                  <a:lnTo>
                    <a:pt x="696048" y="125265"/>
                  </a:lnTo>
                  <a:lnTo>
                    <a:pt x="846512" y="128772"/>
                  </a:lnTo>
                  <a:lnTo>
                    <a:pt x="996976" y="131133"/>
                  </a:lnTo>
                  <a:lnTo>
                    <a:pt x="1147440" y="132610"/>
                  </a:lnTo>
                  <a:lnTo>
                    <a:pt x="1297904" y="133480"/>
                  </a:lnTo>
                  <a:lnTo>
                    <a:pt x="1448369" y="133986"/>
                  </a:lnTo>
                  <a:lnTo>
                    <a:pt x="1598833" y="134493"/>
                  </a:lnTo>
                  <a:lnTo>
                    <a:pt x="1749297" y="135032"/>
                  </a:lnTo>
                  <a:lnTo>
                    <a:pt x="1899761" y="135538"/>
                  </a:lnTo>
                  <a:lnTo>
                    <a:pt x="2050225" y="136295"/>
                  </a:lnTo>
                  <a:lnTo>
                    <a:pt x="2200689" y="138348"/>
                  </a:lnTo>
                  <a:lnTo>
                    <a:pt x="2351153" y="139963"/>
                  </a:lnTo>
                  <a:lnTo>
                    <a:pt x="2501617" y="140596"/>
                  </a:lnTo>
                  <a:lnTo>
                    <a:pt x="2652081" y="139552"/>
                  </a:lnTo>
                  <a:lnTo>
                    <a:pt x="2802545" y="135852"/>
                  </a:lnTo>
                  <a:lnTo>
                    <a:pt x="2953009" y="132321"/>
                  </a:lnTo>
                  <a:lnTo>
                    <a:pt x="3103473" y="134785"/>
                  </a:lnTo>
                  <a:lnTo>
                    <a:pt x="3253937" y="141758"/>
                  </a:lnTo>
                  <a:lnTo>
                    <a:pt x="3404401" y="147159"/>
                  </a:lnTo>
                  <a:lnTo>
                    <a:pt x="3554865" y="148042"/>
                  </a:lnTo>
                  <a:lnTo>
                    <a:pt x="3705329" y="148608"/>
                  </a:lnTo>
                  <a:lnTo>
                    <a:pt x="3855793" y="148426"/>
                  </a:lnTo>
                  <a:lnTo>
                    <a:pt x="4006257" y="144578"/>
                  </a:lnTo>
                  <a:lnTo>
                    <a:pt x="4156721" y="137543"/>
                  </a:lnTo>
                  <a:lnTo>
                    <a:pt x="4307185" y="128848"/>
                  </a:lnTo>
                  <a:lnTo>
                    <a:pt x="4457649" y="118433"/>
                  </a:lnTo>
                  <a:lnTo>
                    <a:pt x="4608114" y="106569"/>
                  </a:lnTo>
                  <a:lnTo>
                    <a:pt x="4758578" y="94236"/>
                  </a:lnTo>
                  <a:lnTo>
                    <a:pt x="4909042" y="82106"/>
                  </a:lnTo>
                  <a:lnTo>
                    <a:pt x="5059506" y="70381"/>
                  </a:lnTo>
                  <a:lnTo>
                    <a:pt x="5209970" y="59176"/>
                  </a:lnTo>
                  <a:lnTo>
                    <a:pt x="5360434" y="48528"/>
                  </a:lnTo>
                  <a:lnTo>
                    <a:pt x="5510898" y="38420"/>
                  </a:lnTo>
                  <a:lnTo>
                    <a:pt x="5661362" y="28795"/>
                  </a:lnTo>
                  <a:lnTo>
                    <a:pt x="5811826" y="19569"/>
                  </a:lnTo>
                  <a:lnTo>
                    <a:pt x="5962290" y="10644"/>
                  </a:lnTo>
                  <a:lnTo>
                    <a:pt x="6112754" y="191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30398"/>
              <a:ext cx="6145984" cy="169649"/>
            </a:xfrm>
            <a:custGeom>
              <a:avLst/>
              <a:pathLst>
                <a:path w="6145984" h="169649">
                  <a:moveTo>
                    <a:pt x="6145984" y="12487"/>
                  </a:moveTo>
                  <a:lnTo>
                    <a:pt x="6112754" y="11128"/>
                  </a:lnTo>
                  <a:lnTo>
                    <a:pt x="5962290" y="6403"/>
                  </a:lnTo>
                  <a:lnTo>
                    <a:pt x="5811826" y="3026"/>
                  </a:lnTo>
                  <a:lnTo>
                    <a:pt x="5661362" y="915"/>
                  </a:lnTo>
                  <a:lnTo>
                    <a:pt x="5510898" y="0"/>
                  </a:lnTo>
                  <a:lnTo>
                    <a:pt x="5360434" y="222"/>
                  </a:lnTo>
                  <a:lnTo>
                    <a:pt x="5209970" y="1555"/>
                  </a:lnTo>
                  <a:lnTo>
                    <a:pt x="5059506" y="4007"/>
                  </a:lnTo>
                  <a:lnTo>
                    <a:pt x="4909042" y="7645"/>
                  </a:lnTo>
                  <a:lnTo>
                    <a:pt x="4758578" y="12608"/>
                  </a:lnTo>
                  <a:lnTo>
                    <a:pt x="4608114" y="19129"/>
                  </a:lnTo>
                  <a:lnTo>
                    <a:pt x="4457649" y="26609"/>
                  </a:lnTo>
                  <a:lnTo>
                    <a:pt x="4307185" y="33783"/>
                  </a:lnTo>
                  <a:lnTo>
                    <a:pt x="4156721" y="40827"/>
                  </a:lnTo>
                  <a:lnTo>
                    <a:pt x="4006257" y="47615"/>
                  </a:lnTo>
                  <a:lnTo>
                    <a:pt x="3855793" y="51032"/>
                  </a:lnTo>
                  <a:lnTo>
                    <a:pt x="3705329" y="51653"/>
                  </a:lnTo>
                  <a:lnTo>
                    <a:pt x="3554865" y="52705"/>
                  </a:lnTo>
                  <a:lnTo>
                    <a:pt x="3404401" y="51538"/>
                  </a:lnTo>
                  <a:lnTo>
                    <a:pt x="3253937" y="45799"/>
                  </a:lnTo>
                  <a:lnTo>
                    <a:pt x="3103473" y="40941"/>
                  </a:lnTo>
                  <a:lnTo>
                    <a:pt x="2953009" y="39343"/>
                  </a:lnTo>
                  <a:lnTo>
                    <a:pt x="2802545" y="40240"/>
                  </a:lnTo>
                  <a:lnTo>
                    <a:pt x="2652081" y="43148"/>
                  </a:lnTo>
                  <a:lnTo>
                    <a:pt x="2501617" y="44925"/>
                  </a:lnTo>
                  <a:lnTo>
                    <a:pt x="2351153" y="42684"/>
                  </a:lnTo>
                  <a:lnTo>
                    <a:pt x="2200689" y="40277"/>
                  </a:lnTo>
                  <a:lnTo>
                    <a:pt x="2050225" y="39109"/>
                  </a:lnTo>
                  <a:lnTo>
                    <a:pt x="1899761" y="38712"/>
                  </a:lnTo>
                  <a:lnTo>
                    <a:pt x="1749297" y="39360"/>
                  </a:lnTo>
                  <a:lnTo>
                    <a:pt x="1598833" y="41259"/>
                  </a:lnTo>
                  <a:lnTo>
                    <a:pt x="1448369" y="44334"/>
                  </a:lnTo>
                  <a:lnTo>
                    <a:pt x="1297904" y="48579"/>
                  </a:lnTo>
                  <a:lnTo>
                    <a:pt x="1147440" y="54306"/>
                  </a:lnTo>
                  <a:lnTo>
                    <a:pt x="996976" y="61746"/>
                  </a:lnTo>
                  <a:lnTo>
                    <a:pt x="846512" y="71171"/>
                  </a:lnTo>
                  <a:lnTo>
                    <a:pt x="696048" y="82831"/>
                  </a:lnTo>
                  <a:lnTo>
                    <a:pt x="545584" y="96914"/>
                  </a:lnTo>
                  <a:lnTo>
                    <a:pt x="395120" y="113529"/>
                  </a:lnTo>
                  <a:lnTo>
                    <a:pt x="244656" y="132714"/>
                  </a:lnTo>
                  <a:lnTo>
                    <a:pt x="94192" y="154459"/>
                  </a:lnTo>
                  <a:lnTo>
                    <a:pt x="0" y="1696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35163"/>
              <a:ext cx="6145984" cy="123707"/>
            </a:xfrm>
            <a:custGeom>
              <a:avLst/>
              <a:pathLst>
                <a:path w="6145984" h="123707">
                  <a:moveTo>
                    <a:pt x="0" y="123707"/>
                  </a:moveTo>
                  <a:lnTo>
                    <a:pt x="94192" y="119486"/>
                  </a:lnTo>
                  <a:lnTo>
                    <a:pt x="244656" y="113267"/>
                  </a:lnTo>
                  <a:lnTo>
                    <a:pt x="395120" y="107578"/>
                  </a:lnTo>
                  <a:lnTo>
                    <a:pt x="545584" y="102423"/>
                  </a:lnTo>
                  <a:lnTo>
                    <a:pt x="696048" y="97804"/>
                  </a:lnTo>
                  <a:lnTo>
                    <a:pt x="846512" y="93728"/>
                  </a:lnTo>
                  <a:lnTo>
                    <a:pt x="996976" y="90196"/>
                  </a:lnTo>
                  <a:lnTo>
                    <a:pt x="1147440" y="87214"/>
                  </a:lnTo>
                  <a:lnTo>
                    <a:pt x="1297904" y="84786"/>
                  </a:lnTo>
                  <a:lnTo>
                    <a:pt x="1448369" y="82916"/>
                  </a:lnTo>
                  <a:lnTo>
                    <a:pt x="1598833" y="81632"/>
                  </a:lnTo>
                  <a:lnTo>
                    <a:pt x="1749297" y="80952"/>
                  </a:lnTo>
                  <a:lnTo>
                    <a:pt x="1899761" y="80881"/>
                  </a:lnTo>
                  <a:lnTo>
                    <a:pt x="2050225" y="81458"/>
                  </a:lnTo>
                  <a:lnTo>
                    <a:pt x="2200689" y="83069"/>
                  </a:lnTo>
                  <a:lnTo>
                    <a:pt x="2351153" y="85079"/>
                  </a:lnTo>
                  <a:lnTo>
                    <a:pt x="2501617" y="86517"/>
                  </a:lnTo>
                  <a:lnTo>
                    <a:pt x="2652081" y="85106"/>
                  </a:lnTo>
                  <a:lnTo>
                    <a:pt x="2802545" y="81802"/>
                  </a:lnTo>
                  <a:lnTo>
                    <a:pt x="2953009" y="79588"/>
                  </a:lnTo>
                  <a:lnTo>
                    <a:pt x="3103473" y="81619"/>
                  </a:lnTo>
                  <a:lnTo>
                    <a:pt x="3253937" y="87535"/>
                  </a:lnTo>
                  <a:lnTo>
                    <a:pt x="3404401" y="93105"/>
                  </a:lnTo>
                  <a:lnTo>
                    <a:pt x="3554865" y="94130"/>
                  </a:lnTo>
                  <a:lnTo>
                    <a:pt x="3705329" y="93887"/>
                  </a:lnTo>
                  <a:lnTo>
                    <a:pt x="3855793" y="93485"/>
                  </a:lnTo>
                  <a:lnTo>
                    <a:pt x="4006257" y="89853"/>
                  </a:lnTo>
                  <a:lnTo>
                    <a:pt x="4156721" y="82941"/>
                  </a:lnTo>
                  <a:lnTo>
                    <a:pt x="4307185" y="75072"/>
                  </a:lnTo>
                  <a:lnTo>
                    <a:pt x="4457649" y="66277"/>
                  </a:lnTo>
                  <a:lnTo>
                    <a:pt x="4608114" y="56606"/>
                  </a:lnTo>
                  <a:lnTo>
                    <a:pt x="4758578" y="47179"/>
                  </a:lnTo>
                  <a:lnTo>
                    <a:pt x="4909042" y="38632"/>
                  </a:lnTo>
                  <a:lnTo>
                    <a:pt x="5059506" y="30951"/>
                  </a:lnTo>
                  <a:lnTo>
                    <a:pt x="5209970" y="24122"/>
                  </a:lnTo>
                  <a:lnTo>
                    <a:pt x="5360434" y="18131"/>
                  </a:lnTo>
                  <a:lnTo>
                    <a:pt x="5510898" y="12966"/>
                  </a:lnTo>
                  <a:lnTo>
                    <a:pt x="5661362" y="8611"/>
                  </a:lnTo>
                  <a:lnTo>
                    <a:pt x="5811826" y="5054"/>
                  </a:lnTo>
                  <a:lnTo>
                    <a:pt x="5962290" y="2280"/>
                  </a:lnTo>
                  <a:lnTo>
                    <a:pt x="6112754" y="27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594114"/>
              <a:ext cx="6145984" cy="482482"/>
            </a:xfrm>
            <a:custGeom>
              <a:avLst/>
              <a:pathLst>
                <a:path w="6145984" h="482482">
                  <a:moveTo>
                    <a:pt x="0" y="0"/>
                  </a:moveTo>
                  <a:lnTo>
                    <a:pt x="94192" y="30970"/>
                  </a:lnTo>
                  <a:lnTo>
                    <a:pt x="244656" y="75171"/>
                  </a:lnTo>
                  <a:lnTo>
                    <a:pt x="395120" y="113987"/>
                  </a:lnTo>
                  <a:lnTo>
                    <a:pt x="545584" y="147353"/>
                  </a:lnTo>
                  <a:lnTo>
                    <a:pt x="696048" y="175288"/>
                  </a:lnTo>
                  <a:lnTo>
                    <a:pt x="846512" y="197931"/>
                  </a:lnTo>
                  <a:lnTo>
                    <a:pt x="996976" y="215554"/>
                  </a:lnTo>
                  <a:lnTo>
                    <a:pt x="1147440" y="228541"/>
                  </a:lnTo>
                  <a:lnTo>
                    <a:pt x="1297904" y="237307"/>
                  </a:lnTo>
                  <a:lnTo>
                    <a:pt x="1448369" y="242199"/>
                  </a:lnTo>
                  <a:lnTo>
                    <a:pt x="1598833" y="243778"/>
                  </a:lnTo>
                  <a:lnTo>
                    <a:pt x="1749297" y="242808"/>
                  </a:lnTo>
                  <a:lnTo>
                    <a:pt x="1899761" y="240135"/>
                  </a:lnTo>
                  <a:lnTo>
                    <a:pt x="2050225" y="237035"/>
                  </a:lnTo>
                  <a:lnTo>
                    <a:pt x="2200689" y="233775"/>
                  </a:lnTo>
                  <a:lnTo>
                    <a:pt x="2351153" y="228952"/>
                  </a:lnTo>
                  <a:lnTo>
                    <a:pt x="2501617" y="224479"/>
                  </a:lnTo>
                  <a:lnTo>
                    <a:pt x="2652081" y="219718"/>
                  </a:lnTo>
                  <a:lnTo>
                    <a:pt x="2802545" y="211727"/>
                  </a:lnTo>
                  <a:lnTo>
                    <a:pt x="2953009" y="204731"/>
                  </a:lnTo>
                  <a:lnTo>
                    <a:pt x="3103473" y="206668"/>
                  </a:lnTo>
                  <a:lnTo>
                    <a:pt x="3253937" y="213559"/>
                  </a:lnTo>
                  <a:lnTo>
                    <a:pt x="3404401" y="219154"/>
                  </a:lnTo>
                  <a:lnTo>
                    <a:pt x="3554865" y="222673"/>
                  </a:lnTo>
                  <a:lnTo>
                    <a:pt x="3705329" y="229396"/>
                  </a:lnTo>
                  <a:lnTo>
                    <a:pt x="3855793" y="236033"/>
                  </a:lnTo>
                  <a:lnTo>
                    <a:pt x="4006257" y="237657"/>
                  </a:lnTo>
                  <a:lnTo>
                    <a:pt x="4156721" y="234837"/>
                  </a:lnTo>
                  <a:lnTo>
                    <a:pt x="4307185" y="229649"/>
                  </a:lnTo>
                  <a:lnTo>
                    <a:pt x="4457649" y="221664"/>
                  </a:lnTo>
                  <a:lnTo>
                    <a:pt x="4608114" y="211014"/>
                  </a:lnTo>
                  <a:lnTo>
                    <a:pt x="4758578" y="198599"/>
                  </a:lnTo>
                  <a:lnTo>
                    <a:pt x="4909042" y="185250"/>
                  </a:lnTo>
                  <a:lnTo>
                    <a:pt x="5059506" y="171341"/>
                  </a:lnTo>
                  <a:lnTo>
                    <a:pt x="5209970" y="157093"/>
                  </a:lnTo>
                  <a:lnTo>
                    <a:pt x="5360434" y="142600"/>
                  </a:lnTo>
                  <a:lnTo>
                    <a:pt x="5510898" y="127859"/>
                  </a:lnTo>
                  <a:lnTo>
                    <a:pt x="5661362" y="112802"/>
                  </a:lnTo>
                  <a:lnTo>
                    <a:pt x="5811826" y="97312"/>
                  </a:lnTo>
                  <a:lnTo>
                    <a:pt x="5962290" y="81248"/>
                  </a:lnTo>
                  <a:lnTo>
                    <a:pt x="6112754" y="64452"/>
                  </a:lnTo>
                  <a:lnTo>
                    <a:pt x="6145984" y="60546"/>
                  </a:lnTo>
                  <a:lnTo>
                    <a:pt x="6145984" y="428695"/>
                  </a:lnTo>
                  <a:lnTo>
                    <a:pt x="6112754" y="427014"/>
                  </a:lnTo>
                  <a:lnTo>
                    <a:pt x="5962290" y="420812"/>
                  </a:lnTo>
                  <a:lnTo>
                    <a:pt x="5811826" y="415853"/>
                  </a:lnTo>
                  <a:lnTo>
                    <a:pt x="5661362" y="411972"/>
                  </a:lnTo>
                  <a:lnTo>
                    <a:pt x="5510898" y="409017"/>
                  </a:lnTo>
                  <a:lnTo>
                    <a:pt x="5360434" y="406866"/>
                  </a:lnTo>
                  <a:lnTo>
                    <a:pt x="5209970" y="405441"/>
                  </a:lnTo>
                  <a:lnTo>
                    <a:pt x="5059506" y="404731"/>
                  </a:lnTo>
                  <a:lnTo>
                    <a:pt x="4909042" y="404822"/>
                  </a:lnTo>
                  <a:lnTo>
                    <a:pt x="4758578" y="405925"/>
                  </a:lnTo>
                  <a:lnTo>
                    <a:pt x="4608114" y="408407"/>
                  </a:lnTo>
                  <a:lnTo>
                    <a:pt x="4457649" y="411567"/>
                  </a:lnTo>
                  <a:lnTo>
                    <a:pt x="4307185" y="414013"/>
                  </a:lnTo>
                  <a:lnTo>
                    <a:pt x="4156721" y="416379"/>
                  </a:lnTo>
                  <a:lnTo>
                    <a:pt x="4006257" y="418778"/>
                  </a:lnTo>
                  <a:lnTo>
                    <a:pt x="3855793" y="416418"/>
                  </a:lnTo>
                  <a:lnTo>
                    <a:pt x="3705329" y="410532"/>
                  </a:lnTo>
                  <a:lnTo>
                    <a:pt x="3554865" y="406572"/>
                  </a:lnTo>
                  <a:lnTo>
                    <a:pt x="3404401" y="402568"/>
                  </a:lnTo>
                  <a:lnTo>
                    <a:pt x="3253937" y="396396"/>
                  </a:lnTo>
                  <a:lnTo>
                    <a:pt x="3103473" y="393121"/>
                  </a:lnTo>
                  <a:lnTo>
                    <a:pt x="2953009" y="392660"/>
                  </a:lnTo>
                  <a:lnTo>
                    <a:pt x="2802545" y="395157"/>
                  </a:lnTo>
                  <a:lnTo>
                    <a:pt x="2652081" y="401795"/>
                  </a:lnTo>
                  <a:lnTo>
                    <a:pt x="2501617" y="407807"/>
                  </a:lnTo>
                  <a:lnTo>
                    <a:pt x="2351153" y="409533"/>
                  </a:lnTo>
                  <a:lnTo>
                    <a:pt x="2200689" y="413001"/>
                  </a:lnTo>
                  <a:lnTo>
                    <a:pt x="2050225" y="417775"/>
                  </a:lnTo>
                  <a:lnTo>
                    <a:pt x="1899761" y="421489"/>
                  </a:lnTo>
                  <a:lnTo>
                    <a:pt x="1749297" y="426135"/>
                  </a:lnTo>
                  <a:lnTo>
                    <a:pt x="1598833" y="431271"/>
                  </a:lnTo>
                  <a:lnTo>
                    <a:pt x="1448369" y="435812"/>
                  </a:lnTo>
                  <a:lnTo>
                    <a:pt x="1297904" y="439039"/>
                  </a:lnTo>
                  <a:lnTo>
                    <a:pt x="1147440" y="441547"/>
                  </a:lnTo>
                  <a:lnTo>
                    <a:pt x="996976" y="443797"/>
                  </a:lnTo>
                  <a:lnTo>
                    <a:pt x="846512" y="446313"/>
                  </a:lnTo>
                  <a:lnTo>
                    <a:pt x="696048" y="449587"/>
                  </a:lnTo>
                  <a:lnTo>
                    <a:pt x="545584" y="453999"/>
                  </a:lnTo>
                  <a:lnTo>
                    <a:pt x="395120" y="459795"/>
                  </a:lnTo>
                  <a:lnTo>
                    <a:pt x="244656" y="467103"/>
                  </a:lnTo>
                  <a:lnTo>
                    <a:pt x="94192" y="475965"/>
                  </a:lnTo>
                  <a:lnTo>
                    <a:pt x="0" y="48248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94114"/>
              <a:ext cx="6145984" cy="243778"/>
            </a:xfrm>
            <a:custGeom>
              <a:avLst/>
              <a:pathLst>
                <a:path w="6145984" h="243778">
                  <a:moveTo>
                    <a:pt x="0" y="0"/>
                  </a:moveTo>
                  <a:lnTo>
                    <a:pt x="94192" y="30970"/>
                  </a:lnTo>
                  <a:lnTo>
                    <a:pt x="244656" y="75171"/>
                  </a:lnTo>
                  <a:lnTo>
                    <a:pt x="395120" y="113987"/>
                  </a:lnTo>
                  <a:lnTo>
                    <a:pt x="545584" y="147353"/>
                  </a:lnTo>
                  <a:lnTo>
                    <a:pt x="696048" y="175288"/>
                  </a:lnTo>
                  <a:lnTo>
                    <a:pt x="846512" y="197931"/>
                  </a:lnTo>
                  <a:lnTo>
                    <a:pt x="996976" y="215554"/>
                  </a:lnTo>
                  <a:lnTo>
                    <a:pt x="1147440" y="228541"/>
                  </a:lnTo>
                  <a:lnTo>
                    <a:pt x="1297904" y="237307"/>
                  </a:lnTo>
                  <a:lnTo>
                    <a:pt x="1448369" y="242199"/>
                  </a:lnTo>
                  <a:lnTo>
                    <a:pt x="1598833" y="243778"/>
                  </a:lnTo>
                  <a:lnTo>
                    <a:pt x="1749297" y="242808"/>
                  </a:lnTo>
                  <a:lnTo>
                    <a:pt x="1899761" y="240135"/>
                  </a:lnTo>
                  <a:lnTo>
                    <a:pt x="2050225" y="237035"/>
                  </a:lnTo>
                  <a:lnTo>
                    <a:pt x="2200689" y="233775"/>
                  </a:lnTo>
                  <a:lnTo>
                    <a:pt x="2351153" y="228952"/>
                  </a:lnTo>
                  <a:lnTo>
                    <a:pt x="2501617" y="224479"/>
                  </a:lnTo>
                  <a:lnTo>
                    <a:pt x="2652081" y="219718"/>
                  </a:lnTo>
                  <a:lnTo>
                    <a:pt x="2802545" y="211727"/>
                  </a:lnTo>
                  <a:lnTo>
                    <a:pt x="2953009" y="204731"/>
                  </a:lnTo>
                  <a:lnTo>
                    <a:pt x="3103473" y="206668"/>
                  </a:lnTo>
                  <a:lnTo>
                    <a:pt x="3253937" y="213559"/>
                  </a:lnTo>
                  <a:lnTo>
                    <a:pt x="3404401" y="219154"/>
                  </a:lnTo>
                  <a:lnTo>
                    <a:pt x="3554865" y="222673"/>
                  </a:lnTo>
                  <a:lnTo>
                    <a:pt x="3705329" y="229396"/>
                  </a:lnTo>
                  <a:lnTo>
                    <a:pt x="3855793" y="236033"/>
                  </a:lnTo>
                  <a:lnTo>
                    <a:pt x="4006257" y="237657"/>
                  </a:lnTo>
                  <a:lnTo>
                    <a:pt x="4156721" y="234837"/>
                  </a:lnTo>
                  <a:lnTo>
                    <a:pt x="4307185" y="229649"/>
                  </a:lnTo>
                  <a:lnTo>
                    <a:pt x="4457649" y="221664"/>
                  </a:lnTo>
                  <a:lnTo>
                    <a:pt x="4608114" y="211014"/>
                  </a:lnTo>
                  <a:lnTo>
                    <a:pt x="4758578" y="198599"/>
                  </a:lnTo>
                  <a:lnTo>
                    <a:pt x="4909042" y="185250"/>
                  </a:lnTo>
                  <a:lnTo>
                    <a:pt x="5059506" y="171341"/>
                  </a:lnTo>
                  <a:lnTo>
                    <a:pt x="5209970" y="157093"/>
                  </a:lnTo>
                  <a:lnTo>
                    <a:pt x="5360434" y="142600"/>
                  </a:lnTo>
                  <a:lnTo>
                    <a:pt x="5510898" y="127859"/>
                  </a:lnTo>
                  <a:lnTo>
                    <a:pt x="5661362" y="112802"/>
                  </a:lnTo>
                  <a:lnTo>
                    <a:pt x="5811826" y="97312"/>
                  </a:lnTo>
                  <a:lnTo>
                    <a:pt x="5962290" y="81248"/>
                  </a:lnTo>
                  <a:lnTo>
                    <a:pt x="6112754" y="64452"/>
                  </a:lnTo>
                  <a:lnTo>
                    <a:pt x="6145984" y="60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86775"/>
              <a:ext cx="6145984" cy="89821"/>
            </a:xfrm>
            <a:custGeom>
              <a:avLst/>
              <a:pathLst>
                <a:path w="6145984" h="89821">
                  <a:moveTo>
                    <a:pt x="6145984" y="36034"/>
                  </a:moveTo>
                  <a:lnTo>
                    <a:pt x="6112754" y="34353"/>
                  </a:lnTo>
                  <a:lnTo>
                    <a:pt x="5962290" y="28151"/>
                  </a:lnTo>
                  <a:lnTo>
                    <a:pt x="5811826" y="23192"/>
                  </a:lnTo>
                  <a:lnTo>
                    <a:pt x="5661362" y="19311"/>
                  </a:lnTo>
                  <a:lnTo>
                    <a:pt x="5510898" y="16356"/>
                  </a:lnTo>
                  <a:lnTo>
                    <a:pt x="5360434" y="14205"/>
                  </a:lnTo>
                  <a:lnTo>
                    <a:pt x="5209970" y="12780"/>
                  </a:lnTo>
                  <a:lnTo>
                    <a:pt x="5059506" y="12070"/>
                  </a:lnTo>
                  <a:lnTo>
                    <a:pt x="4909042" y="12161"/>
                  </a:lnTo>
                  <a:lnTo>
                    <a:pt x="4758578" y="13264"/>
                  </a:lnTo>
                  <a:lnTo>
                    <a:pt x="4608114" y="15746"/>
                  </a:lnTo>
                  <a:lnTo>
                    <a:pt x="4457649" y="18906"/>
                  </a:lnTo>
                  <a:lnTo>
                    <a:pt x="4307185" y="21352"/>
                  </a:lnTo>
                  <a:lnTo>
                    <a:pt x="4156721" y="23718"/>
                  </a:lnTo>
                  <a:lnTo>
                    <a:pt x="4006257" y="26117"/>
                  </a:lnTo>
                  <a:lnTo>
                    <a:pt x="3855793" y="23757"/>
                  </a:lnTo>
                  <a:lnTo>
                    <a:pt x="3705329" y="17871"/>
                  </a:lnTo>
                  <a:lnTo>
                    <a:pt x="3554865" y="13911"/>
                  </a:lnTo>
                  <a:lnTo>
                    <a:pt x="3404401" y="9907"/>
                  </a:lnTo>
                  <a:lnTo>
                    <a:pt x="3253937" y="3735"/>
                  </a:lnTo>
                  <a:lnTo>
                    <a:pt x="3103473" y="460"/>
                  </a:lnTo>
                  <a:lnTo>
                    <a:pt x="2953009" y="0"/>
                  </a:lnTo>
                  <a:lnTo>
                    <a:pt x="2802545" y="2496"/>
                  </a:lnTo>
                  <a:lnTo>
                    <a:pt x="2652081" y="9134"/>
                  </a:lnTo>
                  <a:lnTo>
                    <a:pt x="2501617" y="15146"/>
                  </a:lnTo>
                  <a:lnTo>
                    <a:pt x="2351153" y="16872"/>
                  </a:lnTo>
                  <a:lnTo>
                    <a:pt x="2200689" y="20341"/>
                  </a:lnTo>
                  <a:lnTo>
                    <a:pt x="2050225" y="25114"/>
                  </a:lnTo>
                  <a:lnTo>
                    <a:pt x="1899761" y="28828"/>
                  </a:lnTo>
                  <a:lnTo>
                    <a:pt x="1749297" y="33474"/>
                  </a:lnTo>
                  <a:lnTo>
                    <a:pt x="1598833" y="38610"/>
                  </a:lnTo>
                  <a:lnTo>
                    <a:pt x="1448369" y="43151"/>
                  </a:lnTo>
                  <a:lnTo>
                    <a:pt x="1297904" y="46378"/>
                  </a:lnTo>
                  <a:lnTo>
                    <a:pt x="1147440" y="48886"/>
                  </a:lnTo>
                  <a:lnTo>
                    <a:pt x="996976" y="51136"/>
                  </a:lnTo>
                  <a:lnTo>
                    <a:pt x="846512" y="53652"/>
                  </a:lnTo>
                  <a:lnTo>
                    <a:pt x="696048" y="56926"/>
                  </a:lnTo>
                  <a:lnTo>
                    <a:pt x="545584" y="61338"/>
                  </a:lnTo>
                  <a:lnTo>
                    <a:pt x="395120" y="67134"/>
                  </a:lnTo>
                  <a:lnTo>
                    <a:pt x="244656" y="74442"/>
                  </a:lnTo>
                  <a:lnTo>
                    <a:pt x="94192" y="83304"/>
                  </a:lnTo>
                  <a:lnTo>
                    <a:pt x="0" y="898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835355"/>
              <a:ext cx="6145984" cy="97764"/>
            </a:xfrm>
            <a:custGeom>
              <a:avLst/>
              <a:pathLst>
                <a:path w="6145984" h="97764">
                  <a:moveTo>
                    <a:pt x="0" y="0"/>
                  </a:moveTo>
                  <a:lnTo>
                    <a:pt x="94192" y="12226"/>
                  </a:lnTo>
                  <a:lnTo>
                    <a:pt x="244656" y="29896"/>
                  </a:lnTo>
                  <a:lnTo>
                    <a:pt x="395120" y="45650"/>
                  </a:lnTo>
                  <a:lnTo>
                    <a:pt x="545584" y="59435"/>
                  </a:lnTo>
                  <a:lnTo>
                    <a:pt x="696048" y="71196"/>
                  </a:lnTo>
                  <a:lnTo>
                    <a:pt x="846512" y="80881"/>
                  </a:lnTo>
                  <a:lnTo>
                    <a:pt x="996976" y="88434"/>
                  </a:lnTo>
                  <a:lnTo>
                    <a:pt x="1147440" y="93803"/>
                  </a:lnTo>
                  <a:lnTo>
                    <a:pt x="1297904" y="96932"/>
                  </a:lnTo>
                  <a:lnTo>
                    <a:pt x="1448369" y="97764"/>
                  </a:lnTo>
                  <a:lnTo>
                    <a:pt x="1598833" y="96283"/>
                  </a:lnTo>
                  <a:lnTo>
                    <a:pt x="1749297" y="93231"/>
                  </a:lnTo>
                  <a:lnTo>
                    <a:pt x="1899761" y="89571"/>
                  </a:lnTo>
                  <a:lnTo>
                    <a:pt x="2050225" y="86164"/>
                  </a:lnTo>
                  <a:lnTo>
                    <a:pt x="2200689" y="82147"/>
                  </a:lnTo>
                  <a:lnTo>
                    <a:pt x="2351153" y="78001"/>
                  </a:lnTo>
                  <a:lnTo>
                    <a:pt x="2501617" y="74902"/>
                  </a:lnTo>
                  <a:lnTo>
                    <a:pt x="2652081" y="69515"/>
                  </a:lnTo>
                  <a:lnTo>
                    <a:pt x="2802545" y="62201"/>
                  </a:lnTo>
                  <a:lnTo>
                    <a:pt x="2953009" y="57455"/>
                  </a:lnTo>
                  <a:lnTo>
                    <a:pt x="3103473" y="58653"/>
                  </a:lnTo>
                  <a:lnTo>
                    <a:pt x="3253937" y="63736"/>
                  </a:lnTo>
                  <a:lnTo>
                    <a:pt x="3404401" y="69620"/>
                  </a:lnTo>
                  <a:lnTo>
                    <a:pt x="3554865" y="73381"/>
                  </a:lnTo>
                  <a:lnTo>
                    <a:pt x="3705329" y="78723"/>
                  </a:lnTo>
                  <a:lnTo>
                    <a:pt x="3855793" y="84985"/>
                  </a:lnTo>
                  <a:lnTo>
                    <a:pt x="4006257" y="86976"/>
                  </a:lnTo>
                  <a:lnTo>
                    <a:pt x="4156721" y="84367"/>
                  </a:lnTo>
                  <a:lnTo>
                    <a:pt x="4307185" y="80590"/>
                  </a:lnTo>
                  <a:lnTo>
                    <a:pt x="4457649" y="75375"/>
                  </a:lnTo>
                  <a:lnTo>
                    <a:pt x="4608114" y="68469"/>
                  </a:lnTo>
                  <a:lnTo>
                    <a:pt x="4758578" y="61021"/>
                  </a:lnTo>
                  <a:lnTo>
                    <a:pt x="4909042" y="53795"/>
                  </a:lnTo>
                  <a:lnTo>
                    <a:pt x="5059506" y="46795"/>
                  </a:lnTo>
                  <a:lnTo>
                    <a:pt x="5209970" y="40026"/>
                  </a:lnTo>
                  <a:lnTo>
                    <a:pt x="5360434" y="33492"/>
                  </a:lnTo>
                  <a:lnTo>
                    <a:pt x="5510898" y="27197"/>
                  </a:lnTo>
                  <a:lnTo>
                    <a:pt x="5661362" y="21145"/>
                  </a:lnTo>
                  <a:lnTo>
                    <a:pt x="5811826" y="15341"/>
                  </a:lnTo>
                  <a:lnTo>
                    <a:pt x="5962290" y="9789"/>
                  </a:lnTo>
                  <a:lnTo>
                    <a:pt x="6112754" y="4492"/>
                  </a:lnTo>
                  <a:lnTo>
                    <a:pt x="6145984" y="338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492123"/>
              <a:ext cx="6145984" cy="708362"/>
            </a:xfrm>
            <a:custGeom>
              <a:avLst/>
              <a:pathLst>
                <a:path w="6145984" h="708362">
                  <a:moveTo>
                    <a:pt x="0" y="0"/>
                  </a:moveTo>
                  <a:lnTo>
                    <a:pt x="94192" y="30720"/>
                  </a:lnTo>
                  <a:lnTo>
                    <a:pt x="244656" y="75581"/>
                  </a:lnTo>
                  <a:lnTo>
                    <a:pt x="395120" y="116196"/>
                  </a:lnTo>
                  <a:lnTo>
                    <a:pt x="545584" y="152578"/>
                  </a:lnTo>
                  <a:lnTo>
                    <a:pt x="696048" y="184824"/>
                  </a:lnTo>
                  <a:lnTo>
                    <a:pt x="846512" y="213142"/>
                  </a:lnTo>
                  <a:lnTo>
                    <a:pt x="996976" y="237873"/>
                  </a:lnTo>
                  <a:lnTo>
                    <a:pt x="1147440" y="259462"/>
                  </a:lnTo>
                  <a:lnTo>
                    <a:pt x="1297904" y="278389"/>
                  </a:lnTo>
                  <a:lnTo>
                    <a:pt x="1448369" y="295006"/>
                  </a:lnTo>
                  <a:lnTo>
                    <a:pt x="1598833" y="307590"/>
                  </a:lnTo>
                  <a:lnTo>
                    <a:pt x="1749297" y="316124"/>
                  </a:lnTo>
                  <a:lnTo>
                    <a:pt x="1899761" y="322052"/>
                  </a:lnTo>
                  <a:lnTo>
                    <a:pt x="2050225" y="327224"/>
                  </a:lnTo>
                  <a:lnTo>
                    <a:pt x="2200689" y="332008"/>
                  </a:lnTo>
                  <a:lnTo>
                    <a:pt x="2351153" y="334797"/>
                  </a:lnTo>
                  <a:lnTo>
                    <a:pt x="2501617" y="337207"/>
                  </a:lnTo>
                  <a:lnTo>
                    <a:pt x="2652081" y="336847"/>
                  </a:lnTo>
                  <a:lnTo>
                    <a:pt x="2802545" y="331315"/>
                  </a:lnTo>
                  <a:lnTo>
                    <a:pt x="2953009" y="326908"/>
                  </a:lnTo>
                  <a:lnTo>
                    <a:pt x="3103473" y="330635"/>
                  </a:lnTo>
                  <a:lnTo>
                    <a:pt x="3253937" y="335349"/>
                  </a:lnTo>
                  <a:lnTo>
                    <a:pt x="3404401" y="339567"/>
                  </a:lnTo>
                  <a:lnTo>
                    <a:pt x="3554865" y="347329"/>
                  </a:lnTo>
                  <a:lnTo>
                    <a:pt x="3705329" y="362547"/>
                  </a:lnTo>
                  <a:lnTo>
                    <a:pt x="3855793" y="379204"/>
                  </a:lnTo>
                  <a:lnTo>
                    <a:pt x="4006257" y="391902"/>
                  </a:lnTo>
                  <a:lnTo>
                    <a:pt x="4156721" y="401323"/>
                  </a:lnTo>
                  <a:lnTo>
                    <a:pt x="4307185" y="409563"/>
                  </a:lnTo>
                  <a:lnTo>
                    <a:pt x="4457649" y="415371"/>
                  </a:lnTo>
                  <a:lnTo>
                    <a:pt x="4608114" y="418034"/>
                  </a:lnTo>
                  <a:lnTo>
                    <a:pt x="4758578" y="418019"/>
                  </a:lnTo>
                  <a:lnTo>
                    <a:pt x="4909042" y="416177"/>
                  </a:lnTo>
                  <a:lnTo>
                    <a:pt x="5059506" y="412882"/>
                  </a:lnTo>
                  <a:lnTo>
                    <a:pt x="5209970" y="408357"/>
                  </a:lnTo>
                  <a:lnTo>
                    <a:pt x="5360434" y="402702"/>
                  </a:lnTo>
                  <a:lnTo>
                    <a:pt x="5510898" y="395926"/>
                  </a:lnTo>
                  <a:lnTo>
                    <a:pt x="5661362" y="387972"/>
                  </a:lnTo>
                  <a:lnTo>
                    <a:pt x="5811826" y="378740"/>
                  </a:lnTo>
                  <a:lnTo>
                    <a:pt x="5962290" y="368102"/>
                  </a:lnTo>
                  <a:lnTo>
                    <a:pt x="6112754" y="355917"/>
                  </a:lnTo>
                  <a:lnTo>
                    <a:pt x="6145984" y="352853"/>
                  </a:lnTo>
                  <a:lnTo>
                    <a:pt x="6145984" y="708362"/>
                  </a:lnTo>
                  <a:lnTo>
                    <a:pt x="6112754" y="706031"/>
                  </a:lnTo>
                  <a:lnTo>
                    <a:pt x="5962290" y="696008"/>
                  </a:lnTo>
                  <a:lnTo>
                    <a:pt x="5811826" y="686344"/>
                  </a:lnTo>
                  <a:lnTo>
                    <a:pt x="5661362" y="676870"/>
                  </a:lnTo>
                  <a:lnTo>
                    <a:pt x="5510898" y="667431"/>
                  </a:lnTo>
                  <a:lnTo>
                    <a:pt x="5360434" y="657895"/>
                  </a:lnTo>
                  <a:lnTo>
                    <a:pt x="5209970" y="648177"/>
                  </a:lnTo>
                  <a:lnTo>
                    <a:pt x="5059506" y="638259"/>
                  </a:lnTo>
                  <a:lnTo>
                    <a:pt x="4909042" y="628211"/>
                  </a:lnTo>
                  <a:lnTo>
                    <a:pt x="4758578" y="618226"/>
                  </a:lnTo>
                  <a:lnTo>
                    <a:pt x="4608114" y="608650"/>
                  </a:lnTo>
                  <a:lnTo>
                    <a:pt x="4457649" y="598753"/>
                  </a:lnTo>
                  <a:lnTo>
                    <a:pt x="4307185" y="587598"/>
                  </a:lnTo>
                  <a:lnTo>
                    <a:pt x="4156721" y="576632"/>
                  </a:lnTo>
                  <a:lnTo>
                    <a:pt x="4006257" y="566804"/>
                  </a:lnTo>
                  <a:lnTo>
                    <a:pt x="3855793" y="553395"/>
                  </a:lnTo>
                  <a:lnTo>
                    <a:pt x="3705329" y="537464"/>
                  </a:lnTo>
                  <a:lnTo>
                    <a:pt x="3554865" y="524914"/>
                  </a:lnTo>
                  <a:lnTo>
                    <a:pt x="3404401" y="516684"/>
                  </a:lnTo>
                  <a:lnTo>
                    <a:pt x="3253937" y="511908"/>
                  </a:lnTo>
                  <a:lnTo>
                    <a:pt x="3103473" y="510685"/>
                  </a:lnTo>
                  <a:lnTo>
                    <a:pt x="2953009" y="508385"/>
                  </a:lnTo>
                  <a:lnTo>
                    <a:pt x="2802545" y="508446"/>
                  </a:lnTo>
                  <a:lnTo>
                    <a:pt x="2652081" y="512673"/>
                  </a:lnTo>
                  <a:lnTo>
                    <a:pt x="2501617" y="514241"/>
                  </a:lnTo>
                  <a:lnTo>
                    <a:pt x="2351153" y="509178"/>
                  </a:lnTo>
                  <a:lnTo>
                    <a:pt x="2200689" y="505081"/>
                  </a:lnTo>
                  <a:lnTo>
                    <a:pt x="2050225" y="501758"/>
                  </a:lnTo>
                  <a:lnTo>
                    <a:pt x="1899761" y="497179"/>
                  </a:lnTo>
                  <a:lnTo>
                    <a:pt x="1749297" y="493156"/>
                  </a:lnTo>
                  <a:lnTo>
                    <a:pt x="1598833" y="488646"/>
                  </a:lnTo>
                  <a:lnTo>
                    <a:pt x="1448369" y="481972"/>
                  </a:lnTo>
                  <a:lnTo>
                    <a:pt x="1297904" y="473194"/>
                  </a:lnTo>
                  <a:lnTo>
                    <a:pt x="1147440" y="465155"/>
                  </a:lnTo>
                  <a:lnTo>
                    <a:pt x="996976" y="458279"/>
                  </a:lnTo>
                  <a:lnTo>
                    <a:pt x="846512" y="452996"/>
                  </a:lnTo>
                  <a:lnTo>
                    <a:pt x="696048" y="449705"/>
                  </a:lnTo>
                  <a:lnTo>
                    <a:pt x="545584" y="448696"/>
                  </a:lnTo>
                  <a:lnTo>
                    <a:pt x="395120" y="450131"/>
                  </a:lnTo>
                  <a:lnTo>
                    <a:pt x="244656" y="454056"/>
                  </a:lnTo>
                  <a:lnTo>
                    <a:pt x="94192" y="460436"/>
                  </a:lnTo>
                  <a:lnTo>
                    <a:pt x="0" y="46591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92123"/>
              <a:ext cx="6145984" cy="418034"/>
            </a:xfrm>
            <a:custGeom>
              <a:avLst/>
              <a:pathLst>
                <a:path w="6145984" h="418034">
                  <a:moveTo>
                    <a:pt x="0" y="0"/>
                  </a:moveTo>
                  <a:lnTo>
                    <a:pt x="94192" y="30720"/>
                  </a:lnTo>
                  <a:lnTo>
                    <a:pt x="244656" y="75581"/>
                  </a:lnTo>
                  <a:lnTo>
                    <a:pt x="395120" y="116196"/>
                  </a:lnTo>
                  <a:lnTo>
                    <a:pt x="545584" y="152578"/>
                  </a:lnTo>
                  <a:lnTo>
                    <a:pt x="696048" y="184824"/>
                  </a:lnTo>
                  <a:lnTo>
                    <a:pt x="846512" y="213142"/>
                  </a:lnTo>
                  <a:lnTo>
                    <a:pt x="996976" y="237873"/>
                  </a:lnTo>
                  <a:lnTo>
                    <a:pt x="1147440" y="259462"/>
                  </a:lnTo>
                  <a:lnTo>
                    <a:pt x="1297904" y="278389"/>
                  </a:lnTo>
                  <a:lnTo>
                    <a:pt x="1448369" y="295006"/>
                  </a:lnTo>
                  <a:lnTo>
                    <a:pt x="1598833" y="307590"/>
                  </a:lnTo>
                  <a:lnTo>
                    <a:pt x="1749297" y="316124"/>
                  </a:lnTo>
                  <a:lnTo>
                    <a:pt x="1899761" y="322052"/>
                  </a:lnTo>
                  <a:lnTo>
                    <a:pt x="2050225" y="327224"/>
                  </a:lnTo>
                  <a:lnTo>
                    <a:pt x="2200689" y="332008"/>
                  </a:lnTo>
                  <a:lnTo>
                    <a:pt x="2351153" y="334797"/>
                  </a:lnTo>
                  <a:lnTo>
                    <a:pt x="2501617" y="337207"/>
                  </a:lnTo>
                  <a:lnTo>
                    <a:pt x="2652081" y="336847"/>
                  </a:lnTo>
                  <a:lnTo>
                    <a:pt x="2802545" y="331315"/>
                  </a:lnTo>
                  <a:lnTo>
                    <a:pt x="2953009" y="326908"/>
                  </a:lnTo>
                  <a:lnTo>
                    <a:pt x="3103473" y="330635"/>
                  </a:lnTo>
                  <a:lnTo>
                    <a:pt x="3253937" y="335349"/>
                  </a:lnTo>
                  <a:lnTo>
                    <a:pt x="3404401" y="339567"/>
                  </a:lnTo>
                  <a:lnTo>
                    <a:pt x="3554865" y="347329"/>
                  </a:lnTo>
                  <a:lnTo>
                    <a:pt x="3705329" y="362547"/>
                  </a:lnTo>
                  <a:lnTo>
                    <a:pt x="3855793" y="379204"/>
                  </a:lnTo>
                  <a:lnTo>
                    <a:pt x="4006257" y="391902"/>
                  </a:lnTo>
                  <a:lnTo>
                    <a:pt x="4156721" y="401323"/>
                  </a:lnTo>
                  <a:lnTo>
                    <a:pt x="4307185" y="409563"/>
                  </a:lnTo>
                  <a:lnTo>
                    <a:pt x="4457649" y="415371"/>
                  </a:lnTo>
                  <a:lnTo>
                    <a:pt x="4608114" y="418034"/>
                  </a:lnTo>
                  <a:lnTo>
                    <a:pt x="4758578" y="418019"/>
                  </a:lnTo>
                  <a:lnTo>
                    <a:pt x="4909042" y="416177"/>
                  </a:lnTo>
                  <a:lnTo>
                    <a:pt x="5059506" y="412882"/>
                  </a:lnTo>
                  <a:lnTo>
                    <a:pt x="5209970" y="408357"/>
                  </a:lnTo>
                  <a:lnTo>
                    <a:pt x="5360434" y="402702"/>
                  </a:lnTo>
                  <a:lnTo>
                    <a:pt x="5510898" y="395926"/>
                  </a:lnTo>
                  <a:lnTo>
                    <a:pt x="5661362" y="387972"/>
                  </a:lnTo>
                  <a:lnTo>
                    <a:pt x="5811826" y="378740"/>
                  </a:lnTo>
                  <a:lnTo>
                    <a:pt x="5962290" y="368102"/>
                  </a:lnTo>
                  <a:lnTo>
                    <a:pt x="6112754" y="355917"/>
                  </a:lnTo>
                  <a:lnTo>
                    <a:pt x="6145984" y="3528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40820"/>
              <a:ext cx="6145984" cy="259666"/>
            </a:xfrm>
            <a:custGeom>
              <a:avLst/>
              <a:pathLst>
                <a:path w="6145984" h="259666">
                  <a:moveTo>
                    <a:pt x="6145984" y="259666"/>
                  </a:moveTo>
                  <a:lnTo>
                    <a:pt x="6112754" y="257335"/>
                  </a:lnTo>
                  <a:lnTo>
                    <a:pt x="5962290" y="247311"/>
                  </a:lnTo>
                  <a:lnTo>
                    <a:pt x="5811826" y="237647"/>
                  </a:lnTo>
                  <a:lnTo>
                    <a:pt x="5661362" y="228174"/>
                  </a:lnTo>
                  <a:lnTo>
                    <a:pt x="5510898" y="218734"/>
                  </a:lnTo>
                  <a:lnTo>
                    <a:pt x="5360434" y="209198"/>
                  </a:lnTo>
                  <a:lnTo>
                    <a:pt x="5209970" y="199481"/>
                  </a:lnTo>
                  <a:lnTo>
                    <a:pt x="5059506" y="189563"/>
                  </a:lnTo>
                  <a:lnTo>
                    <a:pt x="4909042" y="179514"/>
                  </a:lnTo>
                  <a:lnTo>
                    <a:pt x="4758578" y="169530"/>
                  </a:lnTo>
                  <a:lnTo>
                    <a:pt x="4608114" y="159954"/>
                  </a:lnTo>
                  <a:lnTo>
                    <a:pt x="4457649" y="150057"/>
                  </a:lnTo>
                  <a:lnTo>
                    <a:pt x="4307185" y="138902"/>
                  </a:lnTo>
                  <a:lnTo>
                    <a:pt x="4156721" y="127935"/>
                  </a:lnTo>
                  <a:lnTo>
                    <a:pt x="4006257" y="118108"/>
                  </a:lnTo>
                  <a:lnTo>
                    <a:pt x="3855793" y="104699"/>
                  </a:lnTo>
                  <a:lnTo>
                    <a:pt x="3705329" y="88767"/>
                  </a:lnTo>
                  <a:lnTo>
                    <a:pt x="3554865" y="76217"/>
                  </a:lnTo>
                  <a:lnTo>
                    <a:pt x="3404401" y="67987"/>
                  </a:lnTo>
                  <a:lnTo>
                    <a:pt x="3253937" y="63212"/>
                  </a:lnTo>
                  <a:lnTo>
                    <a:pt x="3103473" y="61989"/>
                  </a:lnTo>
                  <a:lnTo>
                    <a:pt x="2953009" y="59689"/>
                  </a:lnTo>
                  <a:lnTo>
                    <a:pt x="2802545" y="59749"/>
                  </a:lnTo>
                  <a:lnTo>
                    <a:pt x="2652081" y="63976"/>
                  </a:lnTo>
                  <a:lnTo>
                    <a:pt x="2501617" y="65544"/>
                  </a:lnTo>
                  <a:lnTo>
                    <a:pt x="2351153" y="60481"/>
                  </a:lnTo>
                  <a:lnTo>
                    <a:pt x="2200689" y="56385"/>
                  </a:lnTo>
                  <a:lnTo>
                    <a:pt x="2050225" y="53062"/>
                  </a:lnTo>
                  <a:lnTo>
                    <a:pt x="1899761" y="48483"/>
                  </a:lnTo>
                  <a:lnTo>
                    <a:pt x="1749297" y="44460"/>
                  </a:lnTo>
                  <a:lnTo>
                    <a:pt x="1598833" y="39949"/>
                  </a:lnTo>
                  <a:lnTo>
                    <a:pt x="1448369" y="33275"/>
                  </a:lnTo>
                  <a:lnTo>
                    <a:pt x="1297904" y="24498"/>
                  </a:lnTo>
                  <a:lnTo>
                    <a:pt x="1147440" y="16459"/>
                  </a:lnTo>
                  <a:lnTo>
                    <a:pt x="996976" y="9582"/>
                  </a:lnTo>
                  <a:lnTo>
                    <a:pt x="846512" y="4300"/>
                  </a:lnTo>
                  <a:lnTo>
                    <a:pt x="696048" y="1009"/>
                  </a:lnTo>
                  <a:lnTo>
                    <a:pt x="545584" y="0"/>
                  </a:lnTo>
                  <a:lnTo>
                    <a:pt x="395120" y="1434"/>
                  </a:lnTo>
                  <a:lnTo>
                    <a:pt x="244656" y="5359"/>
                  </a:lnTo>
                  <a:lnTo>
                    <a:pt x="94192" y="11740"/>
                  </a:lnTo>
                  <a:lnTo>
                    <a:pt x="0" y="172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25082"/>
              <a:ext cx="6145984" cy="299584"/>
            </a:xfrm>
            <a:custGeom>
              <a:avLst/>
              <a:pathLst>
                <a:path w="6145984" h="299584">
                  <a:moveTo>
                    <a:pt x="0" y="0"/>
                  </a:moveTo>
                  <a:lnTo>
                    <a:pt x="94192" y="12620"/>
                  </a:lnTo>
                  <a:lnTo>
                    <a:pt x="244656" y="31860"/>
                  </a:lnTo>
                  <a:lnTo>
                    <a:pt x="395120" y="50205"/>
                  </a:lnTo>
                  <a:lnTo>
                    <a:pt x="545584" y="67679"/>
                  </a:lnTo>
                  <a:lnTo>
                    <a:pt x="696048" y="84306"/>
                  </a:lnTo>
                  <a:lnTo>
                    <a:pt x="846512" y="100111"/>
                  </a:lnTo>
                  <a:lnTo>
                    <a:pt x="996976" y="115118"/>
                  </a:lnTo>
                  <a:lnTo>
                    <a:pt x="1147440" y="129350"/>
                  </a:lnTo>
                  <a:lnTo>
                    <a:pt x="1297904" y="142833"/>
                  </a:lnTo>
                  <a:lnTo>
                    <a:pt x="1448369" y="155531"/>
                  </a:lnTo>
                  <a:lnTo>
                    <a:pt x="1598833" y="165160"/>
                  </a:lnTo>
                  <a:lnTo>
                    <a:pt x="1749297" y="171681"/>
                  </a:lnTo>
                  <a:lnTo>
                    <a:pt x="1899761" y="176657"/>
                  </a:lnTo>
                  <a:lnTo>
                    <a:pt x="2050225" y="181533"/>
                  </a:lnTo>
                  <a:lnTo>
                    <a:pt x="2200689" y="185586"/>
                  </a:lnTo>
                  <a:lnTo>
                    <a:pt x="2351153" y="189029"/>
                  </a:lnTo>
                  <a:lnTo>
                    <a:pt x="2501617" y="192766"/>
                  </a:lnTo>
                  <a:lnTo>
                    <a:pt x="2652081" y="191802"/>
                  </a:lnTo>
                  <a:lnTo>
                    <a:pt x="2802545" y="186922"/>
                  </a:lnTo>
                  <a:lnTo>
                    <a:pt x="2953009" y="184688"/>
                  </a:lnTo>
                  <a:lnTo>
                    <a:pt x="3103473" y="187702"/>
                  </a:lnTo>
                  <a:lnTo>
                    <a:pt x="3253937" y="190670"/>
                  </a:lnTo>
                  <a:lnTo>
                    <a:pt x="3404401" y="195167"/>
                  </a:lnTo>
                  <a:lnTo>
                    <a:pt x="3554865" y="203163"/>
                  </a:lnTo>
                  <a:lnTo>
                    <a:pt x="3705329" y="217047"/>
                  </a:lnTo>
                  <a:lnTo>
                    <a:pt x="3855793" y="233341"/>
                  </a:lnTo>
                  <a:lnTo>
                    <a:pt x="4006257" y="246395"/>
                  </a:lnTo>
                  <a:lnTo>
                    <a:pt x="4156721" y="256019"/>
                  </a:lnTo>
                  <a:lnTo>
                    <a:pt x="4307185" y="265622"/>
                  </a:lnTo>
                  <a:lnTo>
                    <a:pt x="4457649" y="274104"/>
                  </a:lnTo>
                  <a:lnTo>
                    <a:pt x="4608114" y="280384"/>
                  </a:lnTo>
                  <a:lnTo>
                    <a:pt x="4758578" y="285164"/>
                  </a:lnTo>
                  <a:lnTo>
                    <a:pt x="4909042" y="289235"/>
                  </a:lnTo>
                  <a:lnTo>
                    <a:pt x="5059506" y="292612"/>
                  </a:lnTo>
                  <a:lnTo>
                    <a:pt x="5209970" y="295309"/>
                  </a:lnTo>
                  <a:lnTo>
                    <a:pt x="5360434" y="297340"/>
                  </a:lnTo>
                  <a:lnTo>
                    <a:pt x="5510898" y="298720"/>
                  </a:lnTo>
                  <a:lnTo>
                    <a:pt x="5661362" y="299463"/>
                  </a:lnTo>
                  <a:lnTo>
                    <a:pt x="5811826" y="299584"/>
                  </a:lnTo>
                  <a:lnTo>
                    <a:pt x="5962290" y="299096"/>
                  </a:lnTo>
                  <a:lnTo>
                    <a:pt x="6112754" y="298016"/>
                  </a:lnTo>
                  <a:lnTo>
                    <a:pt x="6145984" y="29764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43588"/>
              <a:ext cx="6145984" cy="795421"/>
            </a:xfrm>
            <a:custGeom>
              <a:avLst/>
              <a:pathLst>
                <a:path w="6145984" h="795421">
                  <a:moveTo>
                    <a:pt x="0" y="0"/>
                  </a:moveTo>
                  <a:lnTo>
                    <a:pt x="94192" y="33239"/>
                  </a:lnTo>
                  <a:lnTo>
                    <a:pt x="244656" y="82360"/>
                  </a:lnTo>
                  <a:lnTo>
                    <a:pt x="395120" y="127494"/>
                  </a:lnTo>
                  <a:lnTo>
                    <a:pt x="545584" y="168675"/>
                  </a:lnTo>
                  <a:lnTo>
                    <a:pt x="696048" y="206016"/>
                  </a:lnTo>
                  <a:lnTo>
                    <a:pt x="846512" y="239735"/>
                  </a:lnTo>
                  <a:lnTo>
                    <a:pt x="996976" y="270174"/>
                  </a:lnTo>
                  <a:lnTo>
                    <a:pt x="1147440" y="297774"/>
                  </a:lnTo>
                  <a:lnTo>
                    <a:pt x="1297904" y="323006"/>
                  </a:lnTo>
                  <a:lnTo>
                    <a:pt x="1448369" y="346221"/>
                  </a:lnTo>
                  <a:lnTo>
                    <a:pt x="1598833" y="365594"/>
                  </a:lnTo>
                  <a:lnTo>
                    <a:pt x="1749297" y="380825"/>
                  </a:lnTo>
                  <a:lnTo>
                    <a:pt x="1899761" y="393051"/>
                  </a:lnTo>
                  <a:lnTo>
                    <a:pt x="2050225" y="403664"/>
                  </a:lnTo>
                  <a:lnTo>
                    <a:pt x="2200689" y="411160"/>
                  </a:lnTo>
                  <a:lnTo>
                    <a:pt x="2351153" y="415389"/>
                  </a:lnTo>
                  <a:lnTo>
                    <a:pt x="2501617" y="420339"/>
                  </a:lnTo>
                  <a:lnTo>
                    <a:pt x="2652081" y="424347"/>
                  </a:lnTo>
                  <a:lnTo>
                    <a:pt x="2802545" y="424027"/>
                  </a:lnTo>
                  <a:lnTo>
                    <a:pt x="2953009" y="424643"/>
                  </a:lnTo>
                  <a:lnTo>
                    <a:pt x="3103473" y="432783"/>
                  </a:lnTo>
                  <a:lnTo>
                    <a:pt x="3253937" y="442459"/>
                  </a:lnTo>
                  <a:lnTo>
                    <a:pt x="3404401" y="451313"/>
                  </a:lnTo>
                  <a:lnTo>
                    <a:pt x="3554865" y="462120"/>
                  </a:lnTo>
                  <a:lnTo>
                    <a:pt x="3705329" y="478686"/>
                  </a:lnTo>
                  <a:lnTo>
                    <a:pt x="3855793" y="496041"/>
                  </a:lnTo>
                  <a:lnTo>
                    <a:pt x="4006257" y="509444"/>
                  </a:lnTo>
                  <a:lnTo>
                    <a:pt x="4156721" y="519562"/>
                  </a:lnTo>
                  <a:lnTo>
                    <a:pt x="4307185" y="528117"/>
                  </a:lnTo>
                  <a:lnTo>
                    <a:pt x="4457649" y="533889"/>
                  </a:lnTo>
                  <a:lnTo>
                    <a:pt x="4608114" y="536174"/>
                  </a:lnTo>
                  <a:lnTo>
                    <a:pt x="4758578" y="535625"/>
                  </a:lnTo>
                  <a:lnTo>
                    <a:pt x="4909042" y="533183"/>
                  </a:lnTo>
                  <a:lnTo>
                    <a:pt x="5059506" y="529202"/>
                  </a:lnTo>
                  <a:lnTo>
                    <a:pt x="5209970" y="523891"/>
                  </a:lnTo>
                  <a:lnTo>
                    <a:pt x="5360434" y="517346"/>
                  </a:lnTo>
                  <a:lnTo>
                    <a:pt x="5510898" y="509576"/>
                  </a:lnTo>
                  <a:lnTo>
                    <a:pt x="5661362" y="500530"/>
                  </a:lnTo>
                  <a:lnTo>
                    <a:pt x="5811826" y="490114"/>
                  </a:lnTo>
                  <a:lnTo>
                    <a:pt x="5962290" y="478209"/>
                  </a:lnTo>
                  <a:lnTo>
                    <a:pt x="6112754" y="464684"/>
                  </a:lnTo>
                  <a:lnTo>
                    <a:pt x="6145984" y="461310"/>
                  </a:lnTo>
                  <a:lnTo>
                    <a:pt x="6145984" y="795421"/>
                  </a:lnTo>
                  <a:lnTo>
                    <a:pt x="6112754" y="793725"/>
                  </a:lnTo>
                  <a:lnTo>
                    <a:pt x="5962290" y="786379"/>
                  </a:lnTo>
                  <a:lnTo>
                    <a:pt x="5811826" y="779204"/>
                  </a:lnTo>
                  <a:lnTo>
                    <a:pt x="5661362" y="772040"/>
                  </a:lnTo>
                  <a:lnTo>
                    <a:pt x="5510898" y="764740"/>
                  </a:lnTo>
                  <a:lnTo>
                    <a:pt x="5360434" y="757179"/>
                  </a:lnTo>
                  <a:lnTo>
                    <a:pt x="5209970" y="749277"/>
                  </a:lnTo>
                  <a:lnTo>
                    <a:pt x="5059506" y="741014"/>
                  </a:lnTo>
                  <a:lnTo>
                    <a:pt x="4909042" y="732455"/>
                  </a:lnTo>
                  <a:lnTo>
                    <a:pt x="4758578" y="723782"/>
                  </a:lnTo>
                  <a:lnTo>
                    <a:pt x="4608114" y="715317"/>
                  </a:lnTo>
                  <a:lnTo>
                    <a:pt x="4457649" y="706234"/>
                  </a:lnTo>
                  <a:lnTo>
                    <a:pt x="4307185" y="695436"/>
                  </a:lnTo>
                  <a:lnTo>
                    <a:pt x="4156721" y="684320"/>
                  </a:lnTo>
                  <a:lnTo>
                    <a:pt x="4006257" y="673818"/>
                  </a:lnTo>
                  <a:lnTo>
                    <a:pt x="3855793" y="659748"/>
                  </a:lnTo>
                  <a:lnTo>
                    <a:pt x="3705329" y="643075"/>
                  </a:lnTo>
                  <a:lnTo>
                    <a:pt x="3554865" y="629016"/>
                  </a:lnTo>
                  <a:lnTo>
                    <a:pt x="3404401" y="617770"/>
                  </a:lnTo>
                  <a:lnTo>
                    <a:pt x="3253937" y="608392"/>
                  </a:lnTo>
                  <a:lnTo>
                    <a:pt x="3103473" y="601997"/>
                  </a:lnTo>
                  <a:lnTo>
                    <a:pt x="2953009" y="595197"/>
                  </a:lnTo>
                  <a:lnTo>
                    <a:pt x="2802545" y="590497"/>
                  </a:lnTo>
                  <a:lnTo>
                    <a:pt x="2652081" y="589590"/>
                  </a:lnTo>
                  <a:lnTo>
                    <a:pt x="2501617" y="586718"/>
                  </a:lnTo>
                  <a:lnTo>
                    <a:pt x="2351153" y="579274"/>
                  </a:lnTo>
                  <a:lnTo>
                    <a:pt x="2200689" y="573816"/>
                  </a:lnTo>
                  <a:lnTo>
                    <a:pt x="2050225" y="567693"/>
                  </a:lnTo>
                  <a:lnTo>
                    <a:pt x="1899761" y="557639"/>
                  </a:lnTo>
                  <a:lnTo>
                    <a:pt x="1749297" y="547202"/>
                  </a:lnTo>
                  <a:lnTo>
                    <a:pt x="1598833" y="535753"/>
                  </a:lnTo>
                  <a:lnTo>
                    <a:pt x="1448369" y="521934"/>
                  </a:lnTo>
                  <a:lnTo>
                    <a:pt x="1297904" y="506087"/>
                  </a:lnTo>
                  <a:lnTo>
                    <a:pt x="1147440" y="491086"/>
                  </a:lnTo>
                  <a:lnTo>
                    <a:pt x="996976" y="477315"/>
                  </a:lnTo>
                  <a:lnTo>
                    <a:pt x="846512" y="465153"/>
                  </a:lnTo>
                  <a:lnTo>
                    <a:pt x="696048" y="454955"/>
                  </a:lnTo>
                  <a:lnTo>
                    <a:pt x="545584" y="446970"/>
                  </a:lnTo>
                  <a:lnTo>
                    <a:pt x="395120" y="441330"/>
                  </a:lnTo>
                  <a:lnTo>
                    <a:pt x="244656" y="438056"/>
                  </a:lnTo>
                  <a:lnTo>
                    <a:pt x="94192" y="437092"/>
                  </a:lnTo>
                  <a:lnTo>
                    <a:pt x="0" y="4378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43588"/>
              <a:ext cx="6145984" cy="536174"/>
            </a:xfrm>
            <a:custGeom>
              <a:avLst/>
              <a:pathLst>
                <a:path w="6145984" h="536174">
                  <a:moveTo>
                    <a:pt x="0" y="0"/>
                  </a:moveTo>
                  <a:lnTo>
                    <a:pt x="94192" y="33239"/>
                  </a:lnTo>
                  <a:lnTo>
                    <a:pt x="244656" y="82360"/>
                  </a:lnTo>
                  <a:lnTo>
                    <a:pt x="395120" y="127494"/>
                  </a:lnTo>
                  <a:lnTo>
                    <a:pt x="545584" y="168675"/>
                  </a:lnTo>
                  <a:lnTo>
                    <a:pt x="696048" y="206016"/>
                  </a:lnTo>
                  <a:lnTo>
                    <a:pt x="846512" y="239735"/>
                  </a:lnTo>
                  <a:lnTo>
                    <a:pt x="996976" y="270174"/>
                  </a:lnTo>
                  <a:lnTo>
                    <a:pt x="1147440" y="297774"/>
                  </a:lnTo>
                  <a:lnTo>
                    <a:pt x="1297904" y="323006"/>
                  </a:lnTo>
                  <a:lnTo>
                    <a:pt x="1448369" y="346221"/>
                  </a:lnTo>
                  <a:lnTo>
                    <a:pt x="1598833" y="365594"/>
                  </a:lnTo>
                  <a:lnTo>
                    <a:pt x="1749297" y="380825"/>
                  </a:lnTo>
                  <a:lnTo>
                    <a:pt x="1899761" y="393051"/>
                  </a:lnTo>
                  <a:lnTo>
                    <a:pt x="2050225" y="403664"/>
                  </a:lnTo>
                  <a:lnTo>
                    <a:pt x="2200689" y="411160"/>
                  </a:lnTo>
                  <a:lnTo>
                    <a:pt x="2351153" y="415389"/>
                  </a:lnTo>
                  <a:lnTo>
                    <a:pt x="2501617" y="420339"/>
                  </a:lnTo>
                  <a:lnTo>
                    <a:pt x="2652081" y="424347"/>
                  </a:lnTo>
                  <a:lnTo>
                    <a:pt x="2802545" y="424027"/>
                  </a:lnTo>
                  <a:lnTo>
                    <a:pt x="2953009" y="424643"/>
                  </a:lnTo>
                  <a:lnTo>
                    <a:pt x="3103473" y="432783"/>
                  </a:lnTo>
                  <a:lnTo>
                    <a:pt x="3253937" y="442459"/>
                  </a:lnTo>
                  <a:lnTo>
                    <a:pt x="3404401" y="451313"/>
                  </a:lnTo>
                  <a:lnTo>
                    <a:pt x="3554865" y="462120"/>
                  </a:lnTo>
                  <a:lnTo>
                    <a:pt x="3705329" y="478686"/>
                  </a:lnTo>
                  <a:lnTo>
                    <a:pt x="3855793" y="496041"/>
                  </a:lnTo>
                  <a:lnTo>
                    <a:pt x="4006257" y="509444"/>
                  </a:lnTo>
                  <a:lnTo>
                    <a:pt x="4156721" y="519562"/>
                  </a:lnTo>
                  <a:lnTo>
                    <a:pt x="4307185" y="528117"/>
                  </a:lnTo>
                  <a:lnTo>
                    <a:pt x="4457649" y="533889"/>
                  </a:lnTo>
                  <a:lnTo>
                    <a:pt x="4608114" y="536174"/>
                  </a:lnTo>
                  <a:lnTo>
                    <a:pt x="4758578" y="535625"/>
                  </a:lnTo>
                  <a:lnTo>
                    <a:pt x="4909042" y="533183"/>
                  </a:lnTo>
                  <a:lnTo>
                    <a:pt x="5059506" y="529202"/>
                  </a:lnTo>
                  <a:lnTo>
                    <a:pt x="5209970" y="523891"/>
                  </a:lnTo>
                  <a:lnTo>
                    <a:pt x="5360434" y="517346"/>
                  </a:lnTo>
                  <a:lnTo>
                    <a:pt x="5510898" y="509576"/>
                  </a:lnTo>
                  <a:lnTo>
                    <a:pt x="5661362" y="500530"/>
                  </a:lnTo>
                  <a:lnTo>
                    <a:pt x="5811826" y="490114"/>
                  </a:lnTo>
                  <a:lnTo>
                    <a:pt x="5962290" y="478209"/>
                  </a:lnTo>
                  <a:lnTo>
                    <a:pt x="6112754" y="464684"/>
                  </a:lnTo>
                  <a:lnTo>
                    <a:pt x="6145984" y="4613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80681"/>
              <a:ext cx="6145984" cy="358329"/>
            </a:xfrm>
            <a:custGeom>
              <a:avLst/>
              <a:pathLst>
                <a:path w="6145984" h="358329">
                  <a:moveTo>
                    <a:pt x="6145984" y="358329"/>
                  </a:moveTo>
                  <a:lnTo>
                    <a:pt x="6112754" y="356632"/>
                  </a:lnTo>
                  <a:lnTo>
                    <a:pt x="5962290" y="349286"/>
                  </a:lnTo>
                  <a:lnTo>
                    <a:pt x="5811826" y="342111"/>
                  </a:lnTo>
                  <a:lnTo>
                    <a:pt x="5661362" y="334947"/>
                  </a:lnTo>
                  <a:lnTo>
                    <a:pt x="5510898" y="327647"/>
                  </a:lnTo>
                  <a:lnTo>
                    <a:pt x="5360434" y="320087"/>
                  </a:lnTo>
                  <a:lnTo>
                    <a:pt x="5209970" y="312185"/>
                  </a:lnTo>
                  <a:lnTo>
                    <a:pt x="5059506" y="303921"/>
                  </a:lnTo>
                  <a:lnTo>
                    <a:pt x="4909042" y="295362"/>
                  </a:lnTo>
                  <a:lnTo>
                    <a:pt x="4758578" y="286689"/>
                  </a:lnTo>
                  <a:lnTo>
                    <a:pt x="4608114" y="278225"/>
                  </a:lnTo>
                  <a:lnTo>
                    <a:pt x="4457649" y="269141"/>
                  </a:lnTo>
                  <a:lnTo>
                    <a:pt x="4307185" y="258343"/>
                  </a:lnTo>
                  <a:lnTo>
                    <a:pt x="4156721" y="247227"/>
                  </a:lnTo>
                  <a:lnTo>
                    <a:pt x="4006257" y="236726"/>
                  </a:lnTo>
                  <a:lnTo>
                    <a:pt x="3855793" y="222655"/>
                  </a:lnTo>
                  <a:lnTo>
                    <a:pt x="3705329" y="205982"/>
                  </a:lnTo>
                  <a:lnTo>
                    <a:pt x="3554865" y="191923"/>
                  </a:lnTo>
                  <a:lnTo>
                    <a:pt x="3404401" y="180677"/>
                  </a:lnTo>
                  <a:lnTo>
                    <a:pt x="3253937" y="171300"/>
                  </a:lnTo>
                  <a:lnTo>
                    <a:pt x="3103473" y="164904"/>
                  </a:lnTo>
                  <a:lnTo>
                    <a:pt x="2953009" y="158104"/>
                  </a:lnTo>
                  <a:lnTo>
                    <a:pt x="2802545" y="153405"/>
                  </a:lnTo>
                  <a:lnTo>
                    <a:pt x="2652081" y="152497"/>
                  </a:lnTo>
                  <a:lnTo>
                    <a:pt x="2501617" y="149625"/>
                  </a:lnTo>
                  <a:lnTo>
                    <a:pt x="2351153" y="142181"/>
                  </a:lnTo>
                  <a:lnTo>
                    <a:pt x="2200689" y="136723"/>
                  </a:lnTo>
                  <a:lnTo>
                    <a:pt x="2050225" y="130600"/>
                  </a:lnTo>
                  <a:lnTo>
                    <a:pt x="1899761" y="120546"/>
                  </a:lnTo>
                  <a:lnTo>
                    <a:pt x="1749297" y="110109"/>
                  </a:lnTo>
                  <a:lnTo>
                    <a:pt x="1598833" y="98660"/>
                  </a:lnTo>
                  <a:lnTo>
                    <a:pt x="1448369" y="84841"/>
                  </a:lnTo>
                  <a:lnTo>
                    <a:pt x="1297904" y="68994"/>
                  </a:lnTo>
                  <a:lnTo>
                    <a:pt x="1147440" y="53994"/>
                  </a:lnTo>
                  <a:lnTo>
                    <a:pt x="996976" y="40222"/>
                  </a:lnTo>
                  <a:lnTo>
                    <a:pt x="846512" y="28061"/>
                  </a:lnTo>
                  <a:lnTo>
                    <a:pt x="696048" y="17862"/>
                  </a:lnTo>
                  <a:lnTo>
                    <a:pt x="545584" y="9878"/>
                  </a:lnTo>
                  <a:lnTo>
                    <a:pt x="395120" y="4237"/>
                  </a:lnTo>
                  <a:lnTo>
                    <a:pt x="244656" y="963"/>
                  </a:lnTo>
                  <a:lnTo>
                    <a:pt x="94192" y="0"/>
                  </a:lnTo>
                  <a:lnTo>
                    <a:pt x="0" y="7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62525"/>
              <a:ext cx="6145984" cy="418325"/>
            </a:xfrm>
            <a:custGeom>
              <a:avLst/>
              <a:pathLst>
                <a:path w="6145984" h="418325">
                  <a:moveTo>
                    <a:pt x="0" y="0"/>
                  </a:moveTo>
                  <a:lnTo>
                    <a:pt x="94192" y="16229"/>
                  </a:lnTo>
                  <a:lnTo>
                    <a:pt x="244656" y="41271"/>
                  </a:lnTo>
                  <a:lnTo>
                    <a:pt x="395120" y="65475"/>
                  </a:lnTo>
                  <a:lnTo>
                    <a:pt x="545584" y="88886"/>
                  </a:lnTo>
                  <a:lnTo>
                    <a:pt x="696048" y="111548"/>
                  </a:lnTo>
                  <a:lnTo>
                    <a:pt x="846512" y="133507"/>
                  </a:lnTo>
                  <a:lnTo>
                    <a:pt x="996976" y="154807"/>
                  </a:lnTo>
                  <a:lnTo>
                    <a:pt x="1147440" y="175493"/>
                  </a:lnTo>
                  <a:lnTo>
                    <a:pt x="1297904" y="195609"/>
                  </a:lnTo>
                  <a:lnTo>
                    <a:pt x="1448369" y="215140"/>
                  </a:lnTo>
                  <a:lnTo>
                    <a:pt x="1598833" y="231736"/>
                  </a:lnTo>
                  <a:lnTo>
                    <a:pt x="1749297" y="245077"/>
                  </a:lnTo>
                  <a:lnTo>
                    <a:pt x="1899761" y="256408"/>
                  </a:lnTo>
                  <a:lnTo>
                    <a:pt x="2050225" y="266741"/>
                  </a:lnTo>
                  <a:lnTo>
                    <a:pt x="2200689" y="273551"/>
                  </a:lnTo>
                  <a:lnTo>
                    <a:pt x="2351153" y="278395"/>
                  </a:lnTo>
                  <a:lnTo>
                    <a:pt x="2501617" y="284591"/>
                  </a:lnTo>
                  <a:lnTo>
                    <a:pt x="2652081" y="288031"/>
                  </a:lnTo>
                  <a:lnTo>
                    <a:pt x="2802545" y="288325"/>
                  </a:lnTo>
                  <a:lnTo>
                    <a:pt x="2953009" y="290983"/>
                  </a:lnTo>
                  <a:lnTo>
                    <a:pt x="3103473" y="298453"/>
                  </a:lnTo>
                  <a:lnTo>
                    <a:pt x="3253937" y="306489"/>
                  </a:lnTo>
                  <a:lnTo>
                    <a:pt x="3404401" y="315604"/>
                  </a:lnTo>
                  <a:lnTo>
                    <a:pt x="3554865" y="326630"/>
                  </a:lnTo>
                  <a:lnTo>
                    <a:pt x="3705329" y="341944"/>
                  </a:lnTo>
                  <a:lnTo>
                    <a:pt x="3855793" y="358957"/>
                  </a:lnTo>
                  <a:lnTo>
                    <a:pt x="4006257" y="372694"/>
                  </a:lnTo>
                  <a:lnTo>
                    <a:pt x="4156721" y="383004"/>
                  </a:lnTo>
                  <a:lnTo>
                    <a:pt x="4307185" y="392839"/>
                  </a:lnTo>
                  <a:lnTo>
                    <a:pt x="4457649" y="401124"/>
                  </a:lnTo>
                  <a:lnTo>
                    <a:pt x="4608114" y="406808"/>
                  </a:lnTo>
                  <a:lnTo>
                    <a:pt x="4758578" y="410766"/>
                  </a:lnTo>
                  <a:lnTo>
                    <a:pt x="4909042" y="413882"/>
                  </a:lnTo>
                  <a:lnTo>
                    <a:pt x="5059506" y="416171"/>
                  </a:lnTo>
                  <a:lnTo>
                    <a:pt x="5209970" y="417647"/>
                  </a:lnTo>
                  <a:lnTo>
                    <a:pt x="5360434" y="418325"/>
                  </a:lnTo>
                  <a:lnTo>
                    <a:pt x="5510898" y="418221"/>
                  </a:lnTo>
                  <a:lnTo>
                    <a:pt x="5661362" y="417348"/>
                  </a:lnTo>
                  <a:lnTo>
                    <a:pt x="5811826" y="415722"/>
                  </a:lnTo>
                  <a:lnTo>
                    <a:pt x="5962290" y="413357"/>
                  </a:lnTo>
                  <a:lnTo>
                    <a:pt x="6112754" y="410267"/>
                  </a:lnTo>
                  <a:lnTo>
                    <a:pt x="6145984" y="40942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593462"/>
              <a:ext cx="6145984" cy="630452"/>
            </a:xfrm>
            <a:custGeom>
              <a:avLst/>
              <a:pathLst>
                <a:path w="6145984" h="630452">
                  <a:moveTo>
                    <a:pt x="0" y="0"/>
                  </a:moveTo>
                  <a:lnTo>
                    <a:pt x="94192" y="25964"/>
                  </a:lnTo>
                  <a:lnTo>
                    <a:pt x="244656" y="64234"/>
                  </a:lnTo>
                  <a:lnTo>
                    <a:pt x="395120" y="99271"/>
                  </a:lnTo>
                  <a:lnTo>
                    <a:pt x="545584" y="131090"/>
                  </a:lnTo>
                  <a:lnTo>
                    <a:pt x="696048" y="159774"/>
                  </a:lnTo>
                  <a:lnTo>
                    <a:pt x="846512" y="185505"/>
                  </a:lnTo>
                  <a:lnTo>
                    <a:pt x="996976" y="208576"/>
                  </a:lnTo>
                  <a:lnTo>
                    <a:pt x="1147440" y="229370"/>
                  </a:lnTo>
                  <a:lnTo>
                    <a:pt x="1297904" y="248301"/>
                  </a:lnTo>
                  <a:lnTo>
                    <a:pt x="1448369" y="265680"/>
                  </a:lnTo>
                  <a:lnTo>
                    <a:pt x="1598833" y="280330"/>
                  </a:lnTo>
                  <a:lnTo>
                    <a:pt x="1749297" y="292140"/>
                  </a:lnTo>
                  <a:lnTo>
                    <a:pt x="1899761" y="302018"/>
                  </a:lnTo>
                  <a:lnTo>
                    <a:pt x="2050225" y="311316"/>
                  </a:lnTo>
                  <a:lnTo>
                    <a:pt x="2200689" y="321566"/>
                  </a:lnTo>
                  <a:lnTo>
                    <a:pt x="2351153" y="330593"/>
                  </a:lnTo>
                  <a:lnTo>
                    <a:pt x="2501617" y="338159"/>
                  </a:lnTo>
                  <a:lnTo>
                    <a:pt x="2652081" y="341858"/>
                  </a:lnTo>
                  <a:lnTo>
                    <a:pt x="2802545" y="340361"/>
                  </a:lnTo>
                  <a:lnTo>
                    <a:pt x="2953009" y="339450"/>
                  </a:lnTo>
                  <a:lnTo>
                    <a:pt x="3103473" y="345141"/>
                  </a:lnTo>
                  <a:lnTo>
                    <a:pt x="3253937" y="350807"/>
                  </a:lnTo>
                  <a:lnTo>
                    <a:pt x="3404401" y="355487"/>
                  </a:lnTo>
                  <a:lnTo>
                    <a:pt x="3554865" y="362975"/>
                  </a:lnTo>
                  <a:lnTo>
                    <a:pt x="3705329" y="376270"/>
                  </a:lnTo>
                  <a:lnTo>
                    <a:pt x="3855793" y="390155"/>
                  </a:lnTo>
                  <a:lnTo>
                    <a:pt x="4006257" y="400348"/>
                  </a:lnTo>
                  <a:lnTo>
                    <a:pt x="4156721" y="407379"/>
                  </a:lnTo>
                  <a:lnTo>
                    <a:pt x="4307185" y="412788"/>
                  </a:lnTo>
                  <a:lnTo>
                    <a:pt x="4457649" y="415593"/>
                  </a:lnTo>
                  <a:lnTo>
                    <a:pt x="4608114" y="415283"/>
                  </a:lnTo>
                  <a:lnTo>
                    <a:pt x="4758578" y="412479"/>
                  </a:lnTo>
                  <a:lnTo>
                    <a:pt x="4909042" y="408010"/>
                  </a:lnTo>
                  <a:lnTo>
                    <a:pt x="5059506" y="402198"/>
                  </a:lnTo>
                  <a:lnTo>
                    <a:pt x="5209970" y="395234"/>
                  </a:lnTo>
                  <a:lnTo>
                    <a:pt x="5360434" y="387205"/>
                  </a:lnTo>
                  <a:lnTo>
                    <a:pt x="5510898" y="378121"/>
                  </a:lnTo>
                  <a:lnTo>
                    <a:pt x="5661362" y="367935"/>
                  </a:lnTo>
                  <a:lnTo>
                    <a:pt x="5811826" y="356562"/>
                  </a:lnTo>
                  <a:lnTo>
                    <a:pt x="5962290" y="343894"/>
                  </a:lnTo>
                  <a:lnTo>
                    <a:pt x="6112754" y="329811"/>
                  </a:lnTo>
                  <a:lnTo>
                    <a:pt x="6145984" y="326362"/>
                  </a:lnTo>
                  <a:lnTo>
                    <a:pt x="6145984" y="630452"/>
                  </a:lnTo>
                  <a:lnTo>
                    <a:pt x="6112754" y="629286"/>
                  </a:lnTo>
                  <a:lnTo>
                    <a:pt x="5962290" y="624372"/>
                  </a:lnTo>
                  <a:lnTo>
                    <a:pt x="5811826" y="619675"/>
                  </a:lnTo>
                  <a:lnTo>
                    <a:pt x="5661362" y="615049"/>
                  </a:lnTo>
                  <a:lnTo>
                    <a:pt x="5510898" y="610357"/>
                  </a:lnTo>
                  <a:lnTo>
                    <a:pt x="5360434" y="605488"/>
                  </a:lnTo>
                  <a:lnTo>
                    <a:pt x="5209970" y="600368"/>
                  </a:lnTo>
                  <a:lnTo>
                    <a:pt x="5059506" y="594977"/>
                  </a:lnTo>
                  <a:lnTo>
                    <a:pt x="4909042" y="589376"/>
                  </a:lnTo>
                  <a:lnTo>
                    <a:pt x="4758578" y="583729"/>
                  </a:lnTo>
                  <a:lnTo>
                    <a:pt x="4608114" y="578330"/>
                  </a:lnTo>
                  <a:lnTo>
                    <a:pt x="4457649" y="572453"/>
                  </a:lnTo>
                  <a:lnTo>
                    <a:pt x="4307185" y="565072"/>
                  </a:lnTo>
                  <a:lnTo>
                    <a:pt x="4156721" y="557332"/>
                  </a:lnTo>
                  <a:lnTo>
                    <a:pt x="4006257" y="549953"/>
                  </a:lnTo>
                  <a:lnTo>
                    <a:pt x="3855793" y="539152"/>
                  </a:lnTo>
                  <a:lnTo>
                    <a:pt x="3705329" y="525887"/>
                  </a:lnTo>
                  <a:lnTo>
                    <a:pt x="3554865" y="514874"/>
                  </a:lnTo>
                  <a:lnTo>
                    <a:pt x="3404401" y="506987"/>
                  </a:lnTo>
                  <a:lnTo>
                    <a:pt x="3253937" y="501829"/>
                  </a:lnTo>
                  <a:lnTo>
                    <a:pt x="3103473" y="499150"/>
                  </a:lnTo>
                  <a:lnTo>
                    <a:pt x="2953009" y="494679"/>
                  </a:lnTo>
                  <a:lnTo>
                    <a:pt x="2802545" y="491873"/>
                  </a:lnTo>
                  <a:lnTo>
                    <a:pt x="2652081" y="492253"/>
                  </a:lnTo>
                  <a:lnTo>
                    <a:pt x="2501617" y="489587"/>
                  </a:lnTo>
                  <a:lnTo>
                    <a:pt x="2351153" y="479752"/>
                  </a:lnTo>
                  <a:lnTo>
                    <a:pt x="2200689" y="469606"/>
                  </a:lnTo>
                  <a:lnTo>
                    <a:pt x="2050225" y="460607"/>
                  </a:lnTo>
                  <a:lnTo>
                    <a:pt x="1899761" y="451816"/>
                  </a:lnTo>
                  <a:lnTo>
                    <a:pt x="1749297" y="443568"/>
                  </a:lnTo>
                  <a:lnTo>
                    <a:pt x="1598833" y="435198"/>
                  </a:lnTo>
                  <a:lnTo>
                    <a:pt x="1448369" y="425603"/>
                  </a:lnTo>
                  <a:lnTo>
                    <a:pt x="1297904" y="414930"/>
                  </a:lnTo>
                  <a:lnTo>
                    <a:pt x="1147440" y="405313"/>
                  </a:lnTo>
                  <a:lnTo>
                    <a:pt x="996976" y="397103"/>
                  </a:lnTo>
                  <a:lnTo>
                    <a:pt x="846512" y="390668"/>
                  </a:lnTo>
                  <a:lnTo>
                    <a:pt x="696048" y="386344"/>
                  </a:lnTo>
                  <a:lnTo>
                    <a:pt x="545584" y="384379"/>
                  </a:lnTo>
                  <a:lnTo>
                    <a:pt x="395120" y="384907"/>
                  </a:lnTo>
                  <a:lnTo>
                    <a:pt x="244656" y="387968"/>
                  </a:lnTo>
                  <a:lnTo>
                    <a:pt x="94192" y="393528"/>
                  </a:lnTo>
                  <a:lnTo>
                    <a:pt x="0" y="39852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93462"/>
              <a:ext cx="6145984" cy="415593"/>
            </a:xfrm>
            <a:custGeom>
              <a:avLst/>
              <a:pathLst>
                <a:path w="6145984" h="415593">
                  <a:moveTo>
                    <a:pt x="0" y="0"/>
                  </a:moveTo>
                  <a:lnTo>
                    <a:pt x="94192" y="25964"/>
                  </a:lnTo>
                  <a:lnTo>
                    <a:pt x="244656" y="64234"/>
                  </a:lnTo>
                  <a:lnTo>
                    <a:pt x="395120" y="99271"/>
                  </a:lnTo>
                  <a:lnTo>
                    <a:pt x="545584" y="131090"/>
                  </a:lnTo>
                  <a:lnTo>
                    <a:pt x="696048" y="159774"/>
                  </a:lnTo>
                  <a:lnTo>
                    <a:pt x="846512" y="185505"/>
                  </a:lnTo>
                  <a:lnTo>
                    <a:pt x="996976" y="208576"/>
                  </a:lnTo>
                  <a:lnTo>
                    <a:pt x="1147440" y="229370"/>
                  </a:lnTo>
                  <a:lnTo>
                    <a:pt x="1297904" y="248301"/>
                  </a:lnTo>
                  <a:lnTo>
                    <a:pt x="1448369" y="265680"/>
                  </a:lnTo>
                  <a:lnTo>
                    <a:pt x="1598833" y="280330"/>
                  </a:lnTo>
                  <a:lnTo>
                    <a:pt x="1749297" y="292140"/>
                  </a:lnTo>
                  <a:lnTo>
                    <a:pt x="1899761" y="302018"/>
                  </a:lnTo>
                  <a:lnTo>
                    <a:pt x="2050225" y="311316"/>
                  </a:lnTo>
                  <a:lnTo>
                    <a:pt x="2200689" y="321566"/>
                  </a:lnTo>
                  <a:lnTo>
                    <a:pt x="2351153" y="330593"/>
                  </a:lnTo>
                  <a:lnTo>
                    <a:pt x="2501617" y="338159"/>
                  </a:lnTo>
                  <a:lnTo>
                    <a:pt x="2652081" y="341858"/>
                  </a:lnTo>
                  <a:lnTo>
                    <a:pt x="2802545" y="340361"/>
                  </a:lnTo>
                  <a:lnTo>
                    <a:pt x="2953009" y="339450"/>
                  </a:lnTo>
                  <a:lnTo>
                    <a:pt x="3103473" y="345141"/>
                  </a:lnTo>
                  <a:lnTo>
                    <a:pt x="3253937" y="350807"/>
                  </a:lnTo>
                  <a:lnTo>
                    <a:pt x="3404401" y="355487"/>
                  </a:lnTo>
                  <a:lnTo>
                    <a:pt x="3554865" y="362975"/>
                  </a:lnTo>
                  <a:lnTo>
                    <a:pt x="3705329" y="376270"/>
                  </a:lnTo>
                  <a:lnTo>
                    <a:pt x="3855793" y="390155"/>
                  </a:lnTo>
                  <a:lnTo>
                    <a:pt x="4006257" y="400348"/>
                  </a:lnTo>
                  <a:lnTo>
                    <a:pt x="4156721" y="407379"/>
                  </a:lnTo>
                  <a:lnTo>
                    <a:pt x="4307185" y="412788"/>
                  </a:lnTo>
                  <a:lnTo>
                    <a:pt x="4457649" y="415593"/>
                  </a:lnTo>
                  <a:lnTo>
                    <a:pt x="4608114" y="415283"/>
                  </a:lnTo>
                  <a:lnTo>
                    <a:pt x="4758578" y="412479"/>
                  </a:lnTo>
                  <a:lnTo>
                    <a:pt x="4909042" y="408010"/>
                  </a:lnTo>
                  <a:lnTo>
                    <a:pt x="5059506" y="402198"/>
                  </a:lnTo>
                  <a:lnTo>
                    <a:pt x="5209970" y="395234"/>
                  </a:lnTo>
                  <a:lnTo>
                    <a:pt x="5360434" y="387205"/>
                  </a:lnTo>
                  <a:lnTo>
                    <a:pt x="5510898" y="378121"/>
                  </a:lnTo>
                  <a:lnTo>
                    <a:pt x="5661362" y="367935"/>
                  </a:lnTo>
                  <a:lnTo>
                    <a:pt x="5811826" y="356562"/>
                  </a:lnTo>
                  <a:lnTo>
                    <a:pt x="5962290" y="343894"/>
                  </a:lnTo>
                  <a:lnTo>
                    <a:pt x="6112754" y="329811"/>
                  </a:lnTo>
                  <a:lnTo>
                    <a:pt x="6145984" y="3263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77841"/>
              <a:ext cx="6145984" cy="246073"/>
            </a:xfrm>
            <a:custGeom>
              <a:avLst/>
              <a:pathLst>
                <a:path w="6145984" h="246073">
                  <a:moveTo>
                    <a:pt x="6145984" y="246073"/>
                  </a:moveTo>
                  <a:lnTo>
                    <a:pt x="6112754" y="244907"/>
                  </a:lnTo>
                  <a:lnTo>
                    <a:pt x="5962290" y="239993"/>
                  </a:lnTo>
                  <a:lnTo>
                    <a:pt x="5811826" y="235296"/>
                  </a:lnTo>
                  <a:lnTo>
                    <a:pt x="5661362" y="230670"/>
                  </a:lnTo>
                  <a:lnTo>
                    <a:pt x="5510898" y="225978"/>
                  </a:lnTo>
                  <a:lnTo>
                    <a:pt x="5360434" y="221109"/>
                  </a:lnTo>
                  <a:lnTo>
                    <a:pt x="5209970" y="215989"/>
                  </a:lnTo>
                  <a:lnTo>
                    <a:pt x="5059506" y="210598"/>
                  </a:lnTo>
                  <a:lnTo>
                    <a:pt x="4909042" y="204997"/>
                  </a:lnTo>
                  <a:lnTo>
                    <a:pt x="4758578" y="199350"/>
                  </a:lnTo>
                  <a:lnTo>
                    <a:pt x="4608114" y="193951"/>
                  </a:lnTo>
                  <a:lnTo>
                    <a:pt x="4457649" y="188074"/>
                  </a:lnTo>
                  <a:lnTo>
                    <a:pt x="4307185" y="180693"/>
                  </a:lnTo>
                  <a:lnTo>
                    <a:pt x="4156721" y="172953"/>
                  </a:lnTo>
                  <a:lnTo>
                    <a:pt x="4006257" y="165574"/>
                  </a:lnTo>
                  <a:lnTo>
                    <a:pt x="3855793" y="154773"/>
                  </a:lnTo>
                  <a:lnTo>
                    <a:pt x="3705329" y="141508"/>
                  </a:lnTo>
                  <a:lnTo>
                    <a:pt x="3554865" y="130495"/>
                  </a:lnTo>
                  <a:lnTo>
                    <a:pt x="3404401" y="122608"/>
                  </a:lnTo>
                  <a:lnTo>
                    <a:pt x="3253937" y="117450"/>
                  </a:lnTo>
                  <a:lnTo>
                    <a:pt x="3103473" y="114770"/>
                  </a:lnTo>
                  <a:lnTo>
                    <a:pt x="2953009" y="110300"/>
                  </a:lnTo>
                  <a:lnTo>
                    <a:pt x="2802545" y="107494"/>
                  </a:lnTo>
                  <a:lnTo>
                    <a:pt x="2652081" y="107874"/>
                  </a:lnTo>
                  <a:lnTo>
                    <a:pt x="2501617" y="105208"/>
                  </a:lnTo>
                  <a:lnTo>
                    <a:pt x="2351153" y="95373"/>
                  </a:lnTo>
                  <a:lnTo>
                    <a:pt x="2200689" y="85227"/>
                  </a:lnTo>
                  <a:lnTo>
                    <a:pt x="2050225" y="76228"/>
                  </a:lnTo>
                  <a:lnTo>
                    <a:pt x="1899761" y="67437"/>
                  </a:lnTo>
                  <a:lnTo>
                    <a:pt x="1749297" y="59189"/>
                  </a:lnTo>
                  <a:lnTo>
                    <a:pt x="1598833" y="50819"/>
                  </a:lnTo>
                  <a:lnTo>
                    <a:pt x="1448369" y="41224"/>
                  </a:lnTo>
                  <a:lnTo>
                    <a:pt x="1297904" y="30551"/>
                  </a:lnTo>
                  <a:lnTo>
                    <a:pt x="1147440" y="20934"/>
                  </a:lnTo>
                  <a:lnTo>
                    <a:pt x="996976" y="12724"/>
                  </a:lnTo>
                  <a:lnTo>
                    <a:pt x="846512" y="6289"/>
                  </a:lnTo>
                  <a:lnTo>
                    <a:pt x="696048" y="1965"/>
                  </a:lnTo>
                  <a:lnTo>
                    <a:pt x="545584" y="0"/>
                  </a:lnTo>
                  <a:lnTo>
                    <a:pt x="395120" y="528"/>
                  </a:lnTo>
                  <a:lnTo>
                    <a:pt x="244656" y="3589"/>
                  </a:lnTo>
                  <a:lnTo>
                    <a:pt x="94192" y="9149"/>
                  </a:lnTo>
                  <a:lnTo>
                    <a:pt x="0" y="141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92726"/>
              <a:ext cx="6145984" cy="299429"/>
            </a:xfrm>
            <a:custGeom>
              <a:avLst/>
              <a:pathLst>
                <a:path w="6145984" h="299429">
                  <a:moveTo>
                    <a:pt x="0" y="0"/>
                  </a:moveTo>
                  <a:lnTo>
                    <a:pt x="94192" y="10482"/>
                  </a:lnTo>
                  <a:lnTo>
                    <a:pt x="244656" y="26837"/>
                  </a:lnTo>
                  <a:lnTo>
                    <a:pt x="395120" y="42825"/>
                  </a:lnTo>
                  <a:lnTo>
                    <a:pt x="545584" y="58470"/>
                  </a:lnTo>
                  <a:lnTo>
                    <a:pt x="696048" y="73795"/>
                  </a:lnTo>
                  <a:lnTo>
                    <a:pt x="846512" y="88822"/>
                  </a:lnTo>
                  <a:lnTo>
                    <a:pt x="996976" y="103575"/>
                  </a:lnTo>
                  <a:lnTo>
                    <a:pt x="1147440" y="118077"/>
                  </a:lnTo>
                  <a:lnTo>
                    <a:pt x="1297904" y="132351"/>
                  </a:lnTo>
                  <a:lnTo>
                    <a:pt x="1448369" y="146377"/>
                  </a:lnTo>
                  <a:lnTo>
                    <a:pt x="1598833" y="158499"/>
                  </a:lnTo>
                  <a:lnTo>
                    <a:pt x="1749297" y="168590"/>
                  </a:lnTo>
                  <a:lnTo>
                    <a:pt x="1899761" y="177653"/>
                  </a:lnTo>
                  <a:lnTo>
                    <a:pt x="2050225" y="186697"/>
                  </a:lnTo>
                  <a:lnTo>
                    <a:pt x="2200689" y="196322"/>
                  </a:lnTo>
                  <a:lnTo>
                    <a:pt x="2351153" y="205908"/>
                  </a:lnTo>
                  <a:lnTo>
                    <a:pt x="2501617" y="214609"/>
                  </a:lnTo>
                  <a:lnTo>
                    <a:pt x="2652081" y="217791"/>
                  </a:lnTo>
                  <a:lnTo>
                    <a:pt x="2802545" y="216853"/>
                  </a:lnTo>
                  <a:lnTo>
                    <a:pt x="2953009" y="217800"/>
                  </a:lnTo>
                  <a:lnTo>
                    <a:pt x="3103473" y="222881"/>
                  </a:lnTo>
                  <a:lnTo>
                    <a:pt x="3253937" y="227054"/>
                  </a:lnTo>
                  <a:lnTo>
                    <a:pt x="3404401" y="231973"/>
                  </a:lnTo>
                  <a:lnTo>
                    <a:pt x="3554865" y="239660"/>
                  </a:lnTo>
                  <a:lnTo>
                    <a:pt x="3705329" y="251814"/>
                  </a:lnTo>
                  <a:lnTo>
                    <a:pt x="3855793" y="265389"/>
                  </a:lnTo>
                  <a:lnTo>
                    <a:pt x="4006257" y="275886"/>
                  </a:lnTo>
                  <a:lnTo>
                    <a:pt x="4156721" y="283091"/>
                  </a:lnTo>
                  <a:lnTo>
                    <a:pt x="4307185" y="289666"/>
                  </a:lnTo>
                  <a:lnTo>
                    <a:pt x="4457649" y="294759"/>
                  </a:lnTo>
                  <a:lnTo>
                    <a:pt x="4608114" y="297542"/>
                  </a:lnTo>
                  <a:lnTo>
                    <a:pt x="4758578" y="298840"/>
                  </a:lnTo>
                  <a:lnTo>
                    <a:pt x="4909042" y="299429"/>
                  </a:lnTo>
                  <a:lnTo>
                    <a:pt x="5059506" y="299323"/>
                  </a:lnTo>
                  <a:lnTo>
                    <a:pt x="5209970" y="298536"/>
                  </a:lnTo>
                  <a:lnTo>
                    <a:pt x="5360434" y="297082"/>
                  </a:lnTo>
                  <a:lnTo>
                    <a:pt x="5510898" y="294975"/>
                  </a:lnTo>
                  <a:lnTo>
                    <a:pt x="5661362" y="292228"/>
                  </a:lnTo>
                  <a:lnTo>
                    <a:pt x="5811826" y="288854"/>
                  </a:lnTo>
                  <a:lnTo>
                    <a:pt x="5962290" y="284869"/>
                  </a:lnTo>
                  <a:lnTo>
                    <a:pt x="6112754" y="280284"/>
                  </a:lnTo>
                  <a:lnTo>
                    <a:pt x="6145984" y="27914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49767"/>
              <a:ext cx="6145984" cy="385071"/>
            </a:xfrm>
            <a:custGeom>
              <a:avLst/>
              <a:pathLst>
                <a:path w="6145984" h="385071">
                  <a:moveTo>
                    <a:pt x="0" y="156215"/>
                  </a:moveTo>
                  <a:lnTo>
                    <a:pt x="94192" y="165257"/>
                  </a:lnTo>
                  <a:lnTo>
                    <a:pt x="244656" y="177593"/>
                  </a:lnTo>
                  <a:lnTo>
                    <a:pt x="395120" y="187788"/>
                  </a:lnTo>
                  <a:lnTo>
                    <a:pt x="545584" y="195831"/>
                  </a:lnTo>
                  <a:lnTo>
                    <a:pt x="696048" y="201754"/>
                  </a:lnTo>
                  <a:lnTo>
                    <a:pt x="846512" y="205642"/>
                  </a:lnTo>
                  <a:lnTo>
                    <a:pt x="996976" y="207647"/>
                  </a:lnTo>
                  <a:lnTo>
                    <a:pt x="1147440" y="207970"/>
                  </a:lnTo>
                  <a:lnTo>
                    <a:pt x="1297904" y="206831"/>
                  </a:lnTo>
                  <a:lnTo>
                    <a:pt x="1448369" y="204408"/>
                  </a:lnTo>
                  <a:lnTo>
                    <a:pt x="1598833" y="200704"/>
                  </a:lnTo>
                  <a:lnTo>
                    <a:pt x="1749297" y="195874"/>
                  </a:lnTo>
                  <a:lnTo>
                    <a:pt x="1899761" y="190236"/>
                  </a:lnTo>
                  <a:lnTo>
                    <a:pt x="2050225" y="184229"/>
                  </a:lnTo>
                  <a:lnTo>
                    <a:pt x="2200689" y="176700"/>
                  </a:lnTo>
                  <a:lnTo>
                    <a:pt x="2351153" y="167734"/>
                  </a:lnTo>
                  <a:lnTo>
                    <a:pt x="2501617" y="159723"/>
                  </a:lnTo>
                  <a:lnTo>
                    <a:pt x="2652081" y="151985"/>
                  </a:lnTo>
                  <a:lnTo>
                    <a:pt x="2802545" y="142724"/>
                  </a:lnTo>
                  <a:lnTo>
                    <a:pt x="2953009" y="134654"/>
                  </a:lnTo>
                  <a:lnTo>
                    <a:pt x="3103473" y="132390"/>
                  </a:lnTo>
                  <a:lnTo>
                    <a:pt x="3253937" y="134047"/>
                  </a:lnTo>
                  <a:lnTo>
                    <a:pt x="3404401" y="135389"/>
                  </a:lnTo>
                  <a:lnTo>
                    <a:pt x="3554865" y="134767"/>
                  </a:lnTo>
                  <a:lnTo>
                    <a:pt x="3705329" y="135415"/>
                  </a:lnTo>
                  <a:lnTo>
                    <a:pt x="3855793" y="136412"/>
                  </a:lnTo>
                  <a:lnTo>
                    <a:pt x="4006257" y="135103"/>
                  </a:lnTo>
                  <a:lnTo>
                    <a:pt x="4156721" y="131777"/>
                  </a:lnTo>
                  <a:lnTo>
                    <a:pt x="4307185" y="127464"/>
                  </a:lnTo>
                  <a:lnTo>
                    <a:pt x="4457649" y="121622"/>
                  </a:lnTo>
                  <a:lnTo>
                    <a:pt x="4608114" y="113981"/>
                  </a:lnTo>
                  <a:lnTo>
                    <a:pt x="4758578" y="105062"/>
                  </a:lnTo>
                  <a:lnTo>
                    <a:pt x="4909042" y="95432"/>
                  </a:lnTo>
                  <a:lnTo>
                    <a:pt x="5059506" y="85277"/>
                  </a:lnTo>
                  <a:lnTo>
                    <a:pt x="5209970" y="74708"/>
                  </a:lnTo>
                  <a:lnTo>
                    <a:pt x="5360434" y="63779"/>
                  </a:lnTo>
                  <a:lnTo>
                    <a:pt x="5510898" y="52495"/>
                  </a:lnTo>
                  <a:lnTo>
                    <a:pt x="5661362" y="40831"/>
                  </a:lnTo>
                  <a:lnTo>
                    <a:pt x="5811826" y="28742"/>
                  </a:lnTo>
                  <a:lnTo>
                    <a:pt x="5962290" y="16165"/>
                  </a:lnTo>
                  <a:lnTo>
                    <a:pt x="6112754" y="3036"/>
                  </a:lnTo>
                  <a:lnTo>
                    <a:pt x="6145984" y="0"/>
                  </a:lnTo>
                  <a:lnTo>
                    <a:pt x="6145984" y="174623"/>
                  </a:lnTo>
                  <a:lnTo>
                    <a:pt x="6112754" y="175010"/>
                  </a:lnTo>
                  <a:lnTo>
                    <a:pt x="5962290" y="177231"/>
                  </a:lnTo>
                  <a:lnTo>
                    <a:pt x="5811826" y="179835"/>
                  </a:lnTo>
                  <a:lnTo>
                    <a:pt x="5661362" y="182736"/>
                  </a:lnTo>
                  <a:lnTo>
                    <a:pt x="5510898" y="185856"/>
                  </a:lnTo>
                  <a:lnTo>
                    <a:pt x="5360434" y="189128"/>
                  </a:lnTo>
                  <a:lnTo>
                    <a:pt x="5209970" y="192507"/>
                  </a:lnTo>
                  <a:lnTo>
                    <a:pt x="5059506" y="195980"/>
                  </a:lnTo>
                  <a:lnTo>
                    <a:pt x="4909042" y="199581"/>
                  </a:lnTo>
                  <a:lnTo>
                    <a:pt x="4758578" y="203403"/>
                  </a:lnTo>
                  <a:lnTo>
                    <a:pt x="4608114" y="207611"/>
                  </a:lnTo>
                  <a:lnTo>
                    <a:pt x="4457649" y="211699"/>
                  </a:lnTo>
                  <a:lnTo>
                    <a:pt x="4307185" y="214913"/>
                  </a:lnTo>
                  <a:lnTo>
                    <a:pt x="4156721" y="217888"/>
                  </a:lnTo>
                  <a:lnTo>
                    <a:pt x="4006257" y="221014"/>
                  </a:lnTo>
                  <a:lnTo>
                    <a:pt x="3855793" y="221974"/>
                  </a:lnTo>
                  <a:lnTo>
                    <a:pt x="3705329" y="221333"/>
                  </a:lnTo>
                  <a:lnTo>
                    <a:pt x="3554865" y="221996"/>
                  </a:lnTo>
                  <a:lnTo>
                    <a:pt x="3404401" y="222388"/>
                  </a:lnTo>
                  <a:lnTo>
                    <a:pt x="3253937" y="220772"/>
                  </a:lnTo>
                  <a:lnTo>
                    <a:pt x="3103473" y="220829"/>
                  </a:lnTo>
                  <a:lnTo>
                    <a:pt x="2953009" y="223794"/>
                  </a:lnTo>
                  <a:lnTo>
                    <a:pt x="2802545" y="229730"/>
                  </a:lnTo>
                  <a:lnTo>
                    <a:pt x="2652081" y="238349"/>
                  </a:lnTo>
                  <a:lnTo>
                    <a:pt x="2501617" y="246680"/>
                  </a:lnTo>
                  <a:lnTo>
                    <a:pt x="2351153" y="253388"/>
                  </a:lnTo>
                  <a:lnTo>
                    <a:pt x="2200689" y="261712"/>
                  </a:lnTo>
                  <a:lnTo>
                    <a:pt x="2050225" y="269959"/>
                  </a:lnTo>
                  <a:lnTo>
                    <a:pt x="1899761" y="276258"/>
                  </a:lnTo>
                  <a:lnTo>
                    <a:pt x="1749297" y="282831"/>
                  </a:lnTo>
                  <a:lnTo>
                    <a:pt x="1598833" y="289637"/>
                  </a:lnTo>
                  <a:lnTo>
                    <a:pt x="1448369" y="296244"/>
                  </a:lnTo>
                  <a:lnTo>
                    <a:pt x="1297904" y="302518"/>
                  </a:lnTo>
                  <a:lnTo>
                    <a:pt x="1147440" y="309005"/>
                  </a:lnTo>
                  <a:lnTo>
                    <a:pt x="996976" y="315909"/>
                  </a:lnTo>
                  <a:lnTo>
                    <a:pt x="846512" y="323457"/>
                  </a:lnTo>
                  <a:lnTo>
                    <a:pt x="696048" y="331862"/>
                  </a:lnTo>
                  <a:lnTo>
                    <a:pt x="545584" y="341282"/>
                  </a:lnTo>
                  <a:lnTo>
                    <a:pt x="395120" y="351814"/>
                  </a:lnTo>
                  <a:lnTo>
                    <a:pt x="244656" y="363498"/>
                  </a:lnTo>
                  <a:lnTo>
                    <a:pt x="94192" y="376331"/>
                  </a:lnTo>
                  <a:lnTo>
                    <a:pt x="0" y="38507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49767"/>
              <a:ext cx="6145984" cy="207970"/>
            </a:xfrm>
            <a:custGeom>
              <a:avLst/>
              <a:pathLst>
                <a:path w="6145984" h="207970">
                  <a:moveTo>
                    <a:pt x="0" y="156215"/>
                  </a:moveTo>
                  <a:lnTo>
                    <a:pt x="94192" y="165257"/>
                  </a:lnTo>
                  <a:lnTo>
                    <a:pt x="244656" y="177593"/>
                  </a:lnTo>
                  <a:lnTo>
                    <a:pt x="395120" y="187788"/>
                  </a:lnTo>
                  <a:lnTo>
                    <a:pt x="545584" y="195831"/>
                  </a:lnTo>
                  <a:lnTo>
                    <a:pt x="696048" y="201754"/>
                  </a:lnTo>
                  <a:lnTo>
                    <a:pt x="846512" y="205642"/>
                  </a:lnTo>
                  <a:lnTo>
                    <a:pt x="996976" y="207647"/>
                  </a:lnTo>
                  <a:lnTo>
                    <a:pt x="1147440" y="207970"/>
                  </a:lnTo>
                  <a:lnTo>
                    <a:pt x="1297904" y="206831"/>
                  </a:lnTo>
                  <a:lnTo>
                    <a:pt x="1448369" y="204408"/>
                  </a:lnTo>
                  <a:lnTo>
                    <a:pt x="1598833" y="200704"/>
                  </a:lnTo>
                  <a:lnTo>
                    <a:pt x="1749297" y="195874"/>
                  </a:lnTo>
                  <a:lnTo>
                    <a:pt x="1899761" y="190236"/>
                  </a:lnTo>
                  <a:lnTo>
                    <a:pt x="2050225" y="184229"/>
                  </a:lnTo>
                  <a:lnTo>
                    <a:pt x="2200689" y="176700"/>
                  </a:lnTo>
                  <a:lnTo>
                    <a:pt x="2351153" y="167734"/>
                  </a:lnTo>
                  <a:lnTo>
                    <a:pt x="2501617" y="159723"/>
                  </a:lnTo>
                  <a:lnTo>
                    <a:pt x="2652081" y="151985"/>
                  </a:lnTo>
                  <a:lnTo>
                    <a:pt x="2802545" y="142724"/>
                  </a:lnTo>
                  <a:lnTo>
                    <a:pt x="2953009" y="134654"/>
                  </a:lnTo>
                  <a:lnTo>
                    <a:pt x="3103473" y="132390"/>
                  </a:lnTo>
                  <a:lnTo>
                    <a:pt x="3253937" y="134047"/>
                  </a:lnTo>
                  <a:lnTo>
                    <a:pt x="3404401" y="135389"/>
                  </a:lnTo>
                  <a:lnTo>
                    <a:pt x="3554865" y="134767"/>
                  </a:lnTo>
                  <a:lnTo>
                    <a:pt x="3705329" y="135415"/>
                  </a:lnTo>
                  <a:lnTo>
                    <a:pt x="3855793" y="136412"/>
                  </a:lnTo>
                  <a:lnTo>
                    <a:pt x="4006257" y="135103"/>
                  </a:lnTo>
                  <a:lnTo>
                    <a:pt x="4156721" y="131777"/>
                  </a:lnTo>
                  <a:lnTo>
                    <a:pt x="4307185" y="127464"/>
                  </a:lnTo>
                  <a:lnTo>
                    <a:pt x="4457649" y="121622"/>
                  </a:lnTo>
                  <a:lnTo>
                    <a:pt x="4608114" y="113981"/>
                  </a:lnTo>
                  <a:lnTo>
                    <a:pt x="4758578" y="105062"/>
                  </a:lnTo>
                  <a:lnTo>
                    <a:pt x="4909042" y="95432"/>
                  </a:lnTo>
                  <a:lnTo>
                    <a:pt x="5059506" y="85277"/>
                  </a:lnTo>
                  <a:lnTo>
                    <a:pt x="5209970" y="74708"/>
                  </a:lnTo>
                  <a:lnTo>
                    <a:pt x="5360434" y="63779"/>
                  </a:lnTo>
                  <a:lnTo>
                    <a:pt x="5510898" y="52495"/>
                  </a:lnTo>
                  <a:lnTo>
                    <a:pt x="5661362" y="40831"/>
                  </a:lnTo>
                  <a:lnTo>
                    <a:pt x="5811826" y="28742"/>
                  </a:lnTo>
                  <a:lnTo>
                    <a:pt x="5962290" y="16165"/>
                  </a:lnTo>
                  <a:lnTo>
                    <a:pt x="6112754" y="303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24390"/>
              <a:ext cx="6145984" cy="210447"/>
            </a:xfrm>
            <a:custGeom>
              <a:avLst/>
              <a:pathLst>
                <a:path w="6145984" h="210447">
                  <a:moveTo>
                    <a:pt x="6145984" y="0"/>
                  </a:moveTo>
                  <a:lnTo>
                    <a:pt x="6112754" y="386"/>
                  </a:lnTo>
                  <a:lnTo>
                    <a:pt x="5962290" y="2607"/>
                  </a:lnTo>
                  <a:lnTo>
                    <a:pt x="5811826" y="5211"/>
                  </a:lnTo>
                  <a:lnTo>
                    <a:pt x="5661362" y="8113"/>
                  </a:lnTo>
                  <a:lnTo>
                    <a:pt x="5510898" y="11233"/>
                  </a:lnTo>
                  <a:lnTo>
                    <a:pt x="5360434" y="14504"/>
                  </a:lnTo>
                  <a:lnTo>
                    <a:pt x="5209970" y="17883"/>
                  </a:lnTo>
                  <a:lnTo>
                    <a:pt x="5059506" y="21357"/>
                  </a:lnTo>
                  <a:lnTo>
                    <a:pt x="4909042" y="24958"/>
                  </a:lnTo>
                  <a:lnTo>
                    <a:pt x="4758578" y="28779"/>
                  </a:lnTo>
                  <a:lnTo>
                    <a:pt x="4608114" y="32987"/>
                  </a:lnTo>
                  <a:lnTo>
                    <a:pt x="4457649" y="37075"/>
                  </a:lnTo>
                  <a:lnTo>
                    <a:pt x="4307185" y="40290"/>
                  </a:lnTo>
                  <a:lnTo>
                    <a:pt x="4156721" y="43264"/>
                  </a:lnTo>
                  <a:lnTo>
                    <a:pt x="4006257" y="46390"/>
                  </a:lnTo>
                  <a:lnTo>
                    <a:pt x="3855793" y="47350"/>
                  </a:lnTo>
                  <a:lnTo>
                    <a:pt x="3705329" y="46710"/>
                  </a:lnTo>
                  <a:lnTo>
                    <a:pt x="3554865" y="47372"/>
                  </a:lnTo>
                  <a:lnTo>
                    <a:pt x="3404401" y="47764"/>
                  </a:lnTo>
                  <a:lnTo>
                    <a:pt x="3253937" y="46148"/>
                  </a:lnTo>
                  <a:lnTo>
                    <a:pt x="3103473" y="46206"/>
                  </a:lnTo>
                  <a:lnTo>
                    <a:pt x="2953009" y="49171"/>
                  </a:lnTo>
                  <a:lnTo>
                    <a:pt x="2802545" y="55106"/>
                  </a:lnTo>
                  <a:lnTo>
                    <a:pt x="2652081" y="63725"/>
                  </a:lnTo>
                  <a:lnTo>
                    <a:pt x="2501617" y="72057"/>
                  </a:lnTo>
                  <a:lnTo>
                    <a:pt x="2351153" y="78765"/>
                  </a:lnTo>
                  <a:lnTo>
                    <a:pt x="2200689" y="87089"/>
                  </a:lnTo>
                  <a:lnTo>
                    <a:pt x="2050225" y="95335"/>
                  </a:lnTo>
                  <a:lnTo>
                    <a:pt x="1899761" y="101634"/>
                  </a:lnTo>
                  <a:lnTo>
                    <a:pt x="1749297" y="108207"/>
                  </a:lnTo>
                  <a:lnTo>
                    <a:pt x="1598833" y="115014"/>
                  </a:lnTo>
                  <a:lnTo>
                    <a:pt x="1448369" y="121620"/>
                  </a:lnTo>
                  <a:lnTo>
                    <a:pt x="1297904" y="127895"/>
                  </a:lnTo>
                  <a:lnTo>
                    <a:pt x="1147440" y="134382"/>
                  </a:lnTo>
                  <a:lnTo>
                    <a:pt x="996976" y="141285"/>
                  </a:lnTo>
                  <a:lnTo>
                    <a:pt x="846512" y="148834"/>
                  </a:lnTo>
                  <a:lnTo>
                    <a:pt x="696048" y="157238"/>
                  </a:lnTo>
                  <a:lnTo>
                    <a:pt x="545584" y="166659"/>
                  </a:lnTo>
                  <a:lnTo>
                    <a:pt x="395120" y="177191"/>
                  </a:lnTo>
                  <a:lnTo>
                    <a:pt x="244656" y="188874"/>
                  </a:lnTo>
                  <a:lnTo>
                    <a:pt x="94192" y="201708"/>
                  </a:lnTo>
                  <a:lnTo>
                    <a:pt x="0" y="210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37078"/>
              <a:ext cx="6145984" cy="183483"/>
            </a:xfrm>
            <a:custGeom>
              <a:avLst/>
              <a:pathLst>
                <a:path w="6145984" h="183483">
                  <a:moveTo>
                    <a:pt x="0" y="183331"/>
                  </a:moveTo>
                  <a:lnTo>
                    <a:pt x="94192" y="183483"/>
                  </a:lnTo>
                  <a:lnTo>
                    <a:pt x="244656" y="183234"/>
                  </a:lnTo>
                  <a:lnTo>
                    <a:pt x="395120" y="182489"/>
                  </a:lnTo>
                  <a:lnTo>
                    <a:pt x="545584" y="181245"/>
                  </a:lnTo>
                  <a:lnTo>
                    <a:pt x="696048" y="179496"/>
                  </a:lnTo>
                  <a:lnTo>
                    <a:pt x="846512" y="177238"/>
                  </a:lnTo>
                  <a:lnTo>
                    <a:pt x="996976" y="174466"/>
                  </a:lnTo>
                  <a:lnTo>
                    <a:pt x="1147440" y="171176"/>
                  </a:lnTo>
                  <a:lnTo>
                    <a:pt x="1297904" y="167363"/>
                  </a:lnTo>
                  <a:lnTo>
                    <a:pt x="1448369" y="163014"/>
                  </a:lnTo>
                  <a:lnTo>
                    <a:pt x="1598833" y="157859"/>
                  </a:lnTo>
                  <a:lnTo>
                    <a:pt x="1749297" y="152040"/>
                  </a:lnTo>
                  <a:lnTo>
                    <a:pt x="1899761" y="145935"/>
                  </a:lnTo>
                  <a:lnTo>
                    <a:pt x="2050225" y="139782"/>
                  </a:lnTo>
                  <a:lnTo>
                    <a:pt x="2200689" y="131894"/>
                  </a:lnTo>
                  <a:lnTo>
                    <a:pt x="2351153" y="123249"/>
                  </a:lnTo>
                  <a:lnTo>
                    <a:pt x="2501617" y="115890"/>
                  </a:lnTo>
                  <a:lnTo>
                    <a:pt x="2652081" y="107855"/>
                  </a:lnTo>
                  <a:lnTo>
                    <a:pt x="2802545" y="98915"/>
                  </a:lnTo>
                  <a:lnTo>
                    <a:pt x="2953009" y="91912"/>
                  </a:lnTo>
                  <a:lnTo>
                    <a:pt x="3103473" y="89298"/>
                  </a:lnTo>
                  <a:lnTo>
                    <a:pt x="3253937" y="90098"/>
                  </a:lnTo>
                  <a:lnTo>
                    <a:pt x="3404401" y="91577"/>
                  </a:lnTo>
                  <a:lnTo>
                    <a:pt x="3554865" y="91070"/>
                  </a:lnTo>
                  <a:lnTo>
                    <a:pt x="3705329" y="91062"/>
                  </a:lnTo>
                  <a:lnTo>
                    <a:pt x="3855793" y="91881"/>
                  </a:lnTo>
                  <a:lnTo>
                    <a:pt x="4006257" y="90747"/>
                  </a:lnTo>
                  <a:lnTo>
                    <a:pt x="4156721" y="87520"/>
                  </a:lnTo>
                  <a:lnTo>
                    <a:pt x="4307185" y="83877"/>
                  </a:lnTo>
                  <a:lnTo>
                    <a:pt x="4457649" y="79349"/>
                  </a:lnTo>
                  <a:lnTo>
                    <a:pt x="4608114" y="73484"/>
                  </a:lnTo>
                  <a:lnTo>
                    <a:pt x="4758578" y="66920"/>
                  </a:lnTo>
                  <a:lnTo>
                    <a:pt x="4909042" y="60195"/>
                  </a:lnTo>
                  <a:lnTo>
                    <a:pt x="5059506" y="53317"/>
                  </a:lnTo>
                  <a:lnTo>
                    <a:pt x="5209970" y="46296"/>
                  </a:lnTo>
                  <a:lnTo>
                    <a:pt x="5360434" y="39141"/>
                  </a:lnTo>
                  <a:lnTo>
                    <a:pt x="5510898" y="31864"/>
                  </a:lnTo>
                  <a:lnTo>
                    <a:pt x="5661362" y="24472"/>
                  </a:lnTo>
                  <a:lnTo>
                    <a:pt x="5811826" y="16977"/>
                  </a:lnTo>
                  <a:lnTo>
                    <a:pt x="5962290" y="9386"/>
                  </a:lnTo>
                  <a:lnTo>
                    <a:pt x="6112754" y="171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78922"/>
              <a:ext cx="6145984" cy="915353"/>
            </a:xfrm>
            <a:custGeom>
              <a:avLst/>
              <a:pathLst>
                <a:path w="6145984" h="915353">
                  <a:moveTo>
                    <a:pt x="0" y="554878"/>
                  </a:moveTo>
                  <a:lnTo>
                    <a:pt x="94192" y="567755"/>
                  </a:lnTo>
                  <a:lnTo>
                    <a:pt x="244656" y="584944"/>
                  </a:lnTo>
                  <a:lnTo>
                    <a:pt x="395120" y="598693"/>
                  </a:lnTo>
                  <a:lnTo>
                    <a:pt x="545584" y="608981"/>
                  </a:lnTo>
                  <a:lnTo>
                    <a:pt x="696048" y="615854"/>
                  </a:lnTo>
                  <a:lnTo>
                    <a:pt x="846512" y="619445"/>
                  </a:lnTo>
                  <a:lnTo>
                    <a:pt x="996976" y="619992"/>
                  </a:lnTo>
                  <a:lnTo>
                    <a:pt x="1147440" y="617818"/>
                  </a:lnTo>
                  <a:lnTo>
                    <a:pt x="1297904" y="613271"/>
                  </a:lnTo>
                  <a:lnTo>
                    <a:pt x="1448369" y="606623"/>
                  </a:lnTo>
                  <a:lnTo>
                    <a:pt x="1598833" y="597514"/>
                  </a:lnTo>
                  <a:lnTo>
                    <a:pt x="1749297" y="586344"/>
                  </a:lnTo>
                  <a:lnTo>
                    <a:pt x="1899761" y="574085"/>
                  </a:lnTo>
                  <a:lnTo>
                    <a:pt x="2050225" y="561870"/>
                  </a:lnTo>
                  <a:lnTo>
                    <a:pt x="2200689" y="547645"/>
                  </a:lnTo>
                  <a:lnTo>
                    <a:pt x="2351153" y="531354"/>
                  </a:lnTo>
                  <a:lnTo>
                    <a:pt x="2501617" y="516841"/>
                  </a:lnTo>
                  <a:lnTo>
                    <a:pt x="2652081" y="505177"/>
                  </a:lnTo>
                  <a:lnTo>
                    <a:pt x="2802545" y="492645"/>
                  </a:lnTo>
                  <a:lnTo>
                    <a:pt x="2953009" y="480331"/>
                  </a:lnTo>
                  <a:lnTo>
                    <a:pt x="3103473" y="474332"/>
                  </a:lnTo>
                  <a:lnTo>
                    <a:pt x="3253937" y="474312"/>
                  </a:lnTo>
                  <a:lnTo>
                    <a:pt x="3404401" y="472909"/>
                  </a:lnTo>
                  <a:lnTo>
                    <a:pt x="3554865" y="466814"/>
                  </a:lnTo>
                  <a:lnTo>
                    <a:pt x="3705329" y="463292"/>
                  </a:lnTo>
                  <a:lnTo>
                    <a:pt x="3855793" y="460024"/>
                  </a:lnTo>
                  <a:lnTo>
                    <a:pt x="4006257" y="449677"/>
                  </a:lnTo>
                  <a:lnTo>
                    <a:pt x="4156721" y="432686"/>
                  </a:lnTo>
                  <a:lnTo>
                    <a:pt x="4307185" y="412953"/>
                  </a:lnTo>
                  <a:lnTo>
                    <a:pt x="4457649" y="389506"/>
                  </a:lnTo>
                  <a:lnTo>
                    <a:pt x="4608114" y="361819"/>
                  </a:lnTo>
                  <a:lnTo>
                    <a:pt x="4758578" y="331403"/>
                  </a:lnTo>
                  <a:lnTo>
                    <a:pt x="4909042" y="299582"/>
                  </a:lnTo>
                  <a:lnTo>
                    <a:pt x="5059506" y="266643"/>
                  </a:lnTo>
                  <a:lnTo>
                    <a:pt x="5209970" y="232750"/>
                  </a:lnTo>
                  <a:lnTo>
                    <a:pt x="5360434" y="197971"/>
                  </a:lnTo>
                  <a:lnTo>
                    <a:pt x="5510898" y="162302"/>
                  </a:lnTo>
                  <a:lnTo>
                    <a:pt x="5661362" y="125687"/>
                  </a:lnTo>
                  <a:lnTo>
                    <a:pt x="5811826" y="88035"/>
                  </a:lnTo>
                  <a:lnTo>
                    <a:pt x="5962290" y="49233"/>
                  </a:lnTo>
                  <a:lnTo>
                    <a:pt x="6112754" y="9158"/>
                  </a:lnTo>
                  <a:lnTo>
                    <a:pt x="6145984" y="0"/>
                  </a:lnTo>
                  <a:lnTo>
                    <a:pt x="6145984" y="281762"/>
                  </a:lnTo>
                  <a:lnTo>
                    <a:pt x="6112754" y="286645"/>
                  </a:lnTo>
                  <a:lnTo>
                    <a:pt x="5962290" y="309118"/>
                  </a:lnTo>
                  <a:lnTo>
                    <a:pt x="5811826" y="331830"/>
                  </a:lnTo>
                  <a:lnTo>
                    <a:pt x="5661362" y="354657"/>
                  </a:lnTo>
                  <a:lnTo>
                    <a:pt x="5510898" y="377486"/>
                  </a:lnTo>
                  <a:lnTo>
                    <a:pt x="5360434" y="400227"/>
                  </a:lnTo>
                  <a:lnTo>
                    <a:pt x="5209970" y="422822"/>
                  </a:lnTo>
                  <a:lnTo>
                    <a:pt x="5059506" y="445267"/>
                  </a:lnTo>
                  <a:lnTo>
                    <a:pt x="4909042" y="467632"/>
                  </a:lnTo>
                  <a:lnTo>
                    <a:pt x="4758578" y="490079"/>
                  </a:lnTo>
                  <a:lnTo>
                    <a:pt x="4608114" y="512894"/>
                  </a:lnTo>
                  <a:lnTo>
                    <a:pt x="4457649" y="534848"/>
                  </a:lnTo>
                  <a:lnTo>
                    <a:pt x="4307185" y="554056"/>
                  </a:lnTo>
                  <a:lnTo>
                    <a:pt x="4156721" y="571629"/>
                  </a:lnTo>
                  <a:lnTo>
                    <a:pt x="4006257" y="588297"/>
                  </a:lnTo>
                  <a:lnTo>
                    <a:pt x="3855793" y="598081"/>
                  </a:lnTo>
                  <a:lnTo>
                    <a:pt x="3705329" y="601924"/>
                  </a:lnTo>
                  <a:lnTo>
                    <a:pt x="3554865" y="607561"/>
                  </a:lnTo>
                  <a:lnTo>
                    <a:pt x="3404401" y="613285"/>
                  </a:lnTo>
                  <a:lnTo>
                    <a:pt x="3253937" y="614246"/>
                  </a:lnTo>
                  <a:lnTo>
                    <a:pt x="3103473" y="617033"/>
                  </a:lnTo>
                  <a:lnTo>
                    <a:pt x="2953009" y="624162"/>
                  </a:lnTo>
                  <a:lnTo>
                    <a:pt x="2802545" y="633033"/>
                  </a:lnTo>
                  <a:lnTo>
                    <a:pt x="2652081" y="644529"/>
                  </a:lnTo>
                  <a:lnTo>
                    <a:pt x="2501617" y="657150"/>
                  </a:lnTo>
                  <a:lnTo>
                    <a:pt x="2351153" y="669562"/>
                  </a:lnTo>
                  <a:lnTo>
                    <a:pt x="2200689" y="684815"/>
                  </a:lnTo>
                  <a:lnTo>
                    <a:pt x="2050225" y="700199"/>
                  </a:lnTo>
                  <a:lnTo>
                    <a:pt x="1899761" y="712884"/>
                  </a:lnTo>
                  <a:lnTo>
                    <a:pt x="1749297" y="726653"/>
                  </a:lnTo>
                  <a:lnTo>
                    <a:pt x="1598833" y="741011"/>
                  </a:lnTo>
                  <a:lnTo>
                    <a:pt x="1448369" y="754804"/>
                  </a:lnTo>
                  <a:lnTo>
                    <a:pt x="1297904" y="767666"/>
                  </a:lnTo>
                  <a:lnTo>
                    <a:pt x="1147440" y="780842"/>
                  </a:lnTo>
                  <a:lnTo>
                    <a:pt x="996976" y="794677"/>
                  </a:lnTo>
                  <a:lnTo>
                    <a:pt x="846512" y="809544"/>
                  </a:lnTo>
                  <a:lnTo>
                    <a:pt x="696048" y="825788"/>
                  </a:lnTo>
                  <a:lnTo>
                    <a:pt x="545584" y="843673"/>
                  </a:lnTo>
                  <a:lnTo>
                    <a:pt x="395120" y="863357"/>
                  </a:lnTo>
                  <a:lnTo>
                    <a:pt x="244656" y="884908"/>
                  </a:lnTo>
                  <a:lnTo>
                    <a:pt x="94192" y="908332"/>
                  </a:lnTo>
                  <a:lnTo>
                    <a:pt x="52373" y="91535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78922"/>
              <a:ext cx="6145984" cy="619992"/>
            </a:xfrm>
            <a:custGeom>
              <a:avLst/>
              <a:pathLst>
                <a:path w="6145984" h="619992">
                  <a:moveTo>
                    <a:pt x="0" y="554878"/>
                  </a:moveTo>
                  <a:lnTo>
                    <a:pt x="94192" y="567755"/>
                  </a:lnTo>
                  <a:lnTo>
                    <a:pt x="244656" y="584944"/>
                  </a:lnTo>
                  <a:lnTo>
                    <a:pt x="395120" y="598693"/>
                  </a:lnTo>
                  <a:lnTo>
                    <a:pt x="545584" y="608981"/>
                  </a:lnTo>
                  <a:lnTo>
                    <a:pt x="696048" y="615854"/>
                  </a:lnTo>
                  <a:lnTo>
                    <a:pt x="846512" y="619445"/>
                  </a:lnTo>
                  <a:lnTo>
                    <a:pt x="996976" y="619992"/>
                  </a:lnTo>
                  <a:lnTo>
                    <a:pt x="1147440" y="617818"/>
                  </a:lnTo>
                  <a:lnTo>
                    <a:pt x="1297904" y="613271"/>
                  </a:lnTo>
                  <a:lnTo>
                    <a:pt x="1448369" y="606623"/>
                  </a:lnTo>
                  <a:lnTo>
                    <a:pt x="1598833" y="597514"/>
                  </a:lnTo>
                  <a:lnTo>
                    <a:pt x="1749297" y="586344"/>
                  </a:lnTo>
                  <a:lnTo>
                    <a:pt x="1899761" y="574085"/>
                  </a:lnTo>
                  <a:lnTo>
                    <a:pt x="2050225" y="561870"/>
                  </a:lnTo>
                  <a:lnTo>
                    <a:pt x="2200689" y="547645"/>
                  </a:lnTo>
                  <a:lnTo>
                    <a:pt x="2351153" y="531354"/>
                  </a:lnTo>
                  <a:lnTo>
                    <a:pt x="2501617" y="516841"/>
                  </a:lnTo>
                  <a:lnTo>
                    <a:pt x="2652081" y="505177"/>
                  </a:lnTo>
                  <a:lnTo>
                    <a:pt x="2802545" y="492645"/>
                  </a:lnTo>
                  <a:lnTo>
                    <a:pt x="2953009" y="480331"/>
                  </a:lnTo>
                  <a:lnTo>
                    <a:pt x="3103473" y="474332"/>
                  </a:lnTo>
                  <a:lnTo>
                    <a:pt x="3253937" y="474312"/>
                  </a:lnTo>
                  <a:lnTo>
                    <a:pt x="3404401" y="472909"/>
                  </a:lnTo>
                  <a:lnTo>
                    <a:pt x="3554865" y="466814"/>
                  </a:lnTo>
                  <a:lnTo>
                    <a:pt x="3705329" y="463292"/>
                  </a:lnTo>
                  <a:lnTo>
                    <a:pt x="3855793" y="460024"/>
                  </a:lnTo>
                  <a:lnTo>
                    <a:pt x="4006257" y="449677"/>
                  </a:lnTo>
                  <a:lnTo>
                    <a:pt x="4156721" y="432686"/>
                  </a:lnTo>
                  <a:lnTo>
                    <a:pt x="4307185" y="412953"/>
                  </a:lnTo>
                  <a:lnTo>
                    <a:pt x="4457649" y="389506"/>
                  </a:lnTo>
                  <a:lnTo>
                    <a:pt x="4608114" y="361819"/>
                  </a:lnTo>
                  <a:lnTo>
                    <a:pt x="4758578" y="331403"/>
                  </a:lnTo>
                  <a:lnTo>
                    <a:pt x="4909042" y="299582"/>
                  </a:lnTo>
                  <a:lnTo>
                    <a:pt x="5059506" y="266643"/>
                  </a:lnTo>
                  <a:lnTo>
                    <a:pt x="5209970" y="232750"/>
                  </a:lnTo>
                  <a:lnTo>
                    <a:pt x="5360434" y="197971"/>
                  </a:lnTo>
                  <a:lnTo>
                    <a:pt x="5510898" y="162302"/>
                  </a:lnTo>
                  <a:lnTo>
                    <a:pt x="5661362" y="125687"/>
                  </a:lnTo>
                  <a:lnTo>
                    <a:pt x="5811826" y="88035"/>
                  </a:lnTo>
                  <a:lnTo>
                    <a:pt x="5962290" y="49233"/>
                  </a:lnTo>
                  <a:lnTo>
                    <a:pt x="6112754" y="915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94249" y="4760684"/>
              <a:ext cx="6093611" cy="633591"/>
            </a:xfrm>
            <a:custGeom>
              <a:avLst/>
              <a:pathLst>
                <a:path w="6093611" h="633591">
                  <a:moveTo>
                    <a:pt x="6093611" y="0"/>
                  </a:moveTo>
                  <a:lnTo>
                    <a:pt x="6060381" y="4883"/>
                  </a:lnTo>
                  <a:lnTo>
                    <a:pt x="5909917" y="27356"/>
                  </a:lnTo>
                  <a:lnTo>
                    <a:pt x="5759453" y="50068"/>
                  </a:lnTo>
                  <a:lnTo>
                    <a:pt x="5608989" y="72895"/>
                  </a:lnTo>
                  <a:lnTo>
                    <a:pt x="5458525" y="95724"/>
                  </a:lnTo>
                  <a:lnTo>
                    <a:pt x="5308060" y="118465"/>
                  </a:lnTo>
                  <a:lnTo>
                    <a:pt x="5157596" y="141060"/>
                  </a:lnTo>
                  <a:lnTo>
                    <a:pt x="5007132" y="163505"/>
                  </a:lnTo>
                  <a:lnTo>
                    <a:pt x="4856668" y="185869"/>
                  </a:lnTo>
                  <a:lnTo>
                    <a:pt x="4706204" y="208317"/>
                  </a:lnTo>
                  <a:lnTo>
                    <a:pt x="4555740" y="231132"/>
                  </a:lnTo>
                  <a:lnTo>
                    <a:pt x="4405276" y="253086"/>
                  </a:lnTo>
                  <a:lnTo>
                    <a:pt x="4254812" y="272294"/>
                  </a:lnTo>
                  <a:lnTo>
                    <a:pt x="4104348" y="289867"/>
                  </a:lnTo>
                  <a:lnTo>
                    <a:pt x="3953884" y="306535"/>
                  </a:lnTo>
                  <a:lnTo>
                    <a:pt x="3803420" y="316319"/>
                  </a:lnTo>
                  <a:lnTo>
                    <a:pt x="3652956" y="320162"/>
                  </a:lnTo>
                  <a:lnTo>
                    <a:pt x="3502492" y="325799"/>
                  </a:lnTo>
                  <a:lnTo>
                    <a:pt x="3352028" y="331523"/>
                  </a:lnTo>
                  <a:lnTo>
                    <a:pt x="3201564" y="332484"/>
                  </a:lnTo>
                  <a:lnTo>
                    <a:pt x="3051100" y="335271"/>
                  </a:lnTo>
                  <a:lnTo>
                    <a:pt x="2900636" y="342400"/>
                  </a:lnTo>
                  <a:lnTo>
                    <a:pt x="2750172" y="351271"/>
                  </a:lnTo>
                  <a:lnTo>
                    <a:pt x="2599708" y="362767"/>
                  </a:lnTo>
                  <a:lnTo>
                    <a:pt x="2449244" y="375388"/>
                  </a:lnTo>
                  <a:lnTo>
                    <a:pt x="2298779" y="387800"/>
                  </a:lnTo>
                  <a:lnTo>
                    <a:pt x="2148315" y="403053"/>
                  </a:lnTo>
                  <a:lnTo>
                    <a:pt x="1997851" y="418437"/>
                  </a:lnTo>
                  <a:lnTo>
                    <a:pt x="1847387" y="431122"/>
                  </a:lnTo>
                  <a:lnTo>
                    <a:pt x="1696923" y="444891"/>
                  </a:lnTo>
                  <a:lnTo>
                    <a:pt x="1546459" y="459249"/>
                  </a:lnTo>
                  <a:lnTo>
                    <a:pt x="1395995" y="473042"/>
                  </a:lnTo>
                  <a:lnTo>
                    <a:pt x="1245531" y="485904"/>
                  </a:lnTo>
                  <a:lnTo>
                    <a:pt x="1095067" y="499080"/>
                  </a:lnTo>
                  <a:lnTo>
                    <a:pt x="944603" y="512915"/>
                  </a:lnTo>
                  <a:lnTo>
                    <a:pt x="794139" y="527782"/>
                  </a:lnTo>
                  <a:lnTo>
                    <a:pt x="643675" y="544026"/>
                  </a:lnTo>
                  <a:lnTo>
                    <a:pt x="493211" y="561911"/>
                  </a:lnTo>
                  <a:lnTo>
                    <a:pt x="342747" y="581594"/>
                  </a:lnTo>
                  <a:lnTo>
                    <a:pt x="192283" y="603146"/>
                  </a:lnTo>
                  <a:lnTo>
                    <a:pt x="41819" y="626570"/>
                  </a:lnTo>
                  <a:lnTo>
                    <a:pt x="0" y="6335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19803"/>
              <a:ext cx="6145984" cy="598631"/>
            </a:xfrm>
            <a:custGeom>
              <a:avLst/>
              <a:pathLst>
                <a:path w="6145984" h="598631">
                  <a:moveTo>
                    <a:pt x="0" y="598631"/>
                  </a:moveTo>
                  <a:lnTo>
                    <a:pt x="94192" y="597162"/>
                  </a:lnTo>
                  <a:lnTo>
                    <a:pt x="244656" y="594045"/>
                  </a:lnTo>
                  <a:lnTo>
                    <a:pt x="395120" y="590144"/>
                  </a:lnTo>
                  <a:lnTo>
                    <a:pt x="545584" y="585446"/>
                  </a:lnTo>
                  <a:lnTo>
                    <a:pt x="696048" y="579940"/>
                  </a:lnTo>
                  <a:lnTo>
                    <a:pt x="846512" y="573613"/>
                  </a:lnTo>
                  <a:lnTo>
                    <a:pt x="996976" y="566454"/>
                  </a:lnTo>
                  <a:lnTo>
                    <a:pt x="1147440" y="558449"/>
                  </a:lnTo>
                  <a:lnTo>
                    <a:pt x="1297904" y="549587"/>
                  </a:lnTo>
                  <a:lnTo>
                    <a:pt x="1448369" y="539832"/>
                  </a:lnTo>
                  <a:lnTo>
                    <a:pt x="1598833" y="528381"/>
                  </a:lnTo>
                  <a:lnTo>
                    <a:pt x="1749297" y="515617"/>
                  </a:lnTo>
                  <a:lnTo>
                    <a:pt x="1899761" y="502603"/>
                  </a:lnTo>
                  <a:lnTo>
                    <a:pt x="2050225" y="490153"/>
                  </a:lnTo>
                  <a:lnTo>
                    <a:pt x="2200689" y="475349"/>
                  </a:lnTo>
                  <a:lnTo>
                    <a:pt x="2351153" y="459577"/>
                  </a:lnTo>
                  <a:lnTo>
                    <a:pt x="2501617" y="446114"/>
                  </a:lnTo>
                  <a:lnTo>
                    <a:pt x="2652081" y="433972"/>
                  </a:lnTo>
                  <a:lnTo>
                    <a:pt x="2802545" y="421958"/>
                  </a:lnTo>
                  <a:lnTo>
                    <a:pt x="2953009" y="411365"/>
                  </a:lnTo>
                  <a:lnTo>
                    <a:pt x="3103473" y="404801"/>
                  </a:lnTo>
                  <a:lnTo>
                    <a:pt x="3253937" y="403398"/>
                  </a:lnTo>
                  <a:lnTo>
                    <a:pt x="3404401" y="402216"/>
                  </a:lnTo>
                  <a:lnTo>
                    <a:pt x="3554865" y="396306"/>
                  </a:lnTo>
                  <a:lnTo>
                    <a:pt x="3705329" y="391727"/>
                  </a:lnTo>
                  <a:lnTo>
                    <a:pt x="3855793" y="388171"/>
                  </a:lnTo>
                  <a:lnTo>
                    <a:pt x="4006257" y="378106"/>
                  </a:lnTo>
                  <a:lnTo>
                    <a:pt x="4156721" y="361276"/>
                  </a:lnTo>
                  <a:lnTo>
                    <a:pt x="4307185" y="342623"/>
                  </a:lnTo>
                  <a:lnTo>
                    <a:pt x="4457649" y="321296"/>
                  </a:lnTo>
                  <a:lnTo>
                    <a:pt x="4608114" y="296476"/>
                  </a:lnTo>
                  <a:lnTo>
                    <a:pt x="4758578" y="269860"/>
                  </a:lnTo>
                  <a:lnTo>
                    <a:pt x="4909042" y="242726"/>
                  </a:lnTo>
                  <a:lnTo>
                    <a:pt x="5059506" y="215074"/>
                  </a:lnTo>
                  <a:lnTo>
                    <a:pt x="5209970" y="186905"/>
                  </a:lnTo>
                  <a:lnTo>
                    <a:pt x="5360434" y="158218"/>
                  </a:lnTo>
                  <a:lnTo>
                    <a:pt x="5510898" y="129013"/>
                  </a:lnTo>
                  <a:lnTo>
                    <a:pt x="5661362" y="99291"/>
                  </a:lnTo>
                  <a:lnTo>
                    <a:pt x="5811826" y="69052"/>
                  </a:lnTo>
                  <a:lnTo>
                    <a:pt x="5962290" y="38295"/>
                  </a:lnTo>
                  <a:lnTo>
                    <a:pt x="6112754" y="702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85880"/>
              <a:ext cx="6145984" cy="643981"/>
            </a:xfrm>
            <a:custGeom>
              <a:avLst/>
              <a:pathLst>
                <a:path w="6145984" h="643981">
                  <a:moveTo>
                    <a:pt x="0" y="209706"/>
                  </a:moveTo>
                  <a:lnTo>
                    <a:pt x="94192" y="218572"/>
                  </a:lnTo>
                  <a:lnTo>
                    <a:pt x="244656" y="230267"/>
                  </a:lnTo>
                  <a:lnTo>
                    <a:pt x="395120" y="239444"/>
                  </a:lnTo>
                  <a:lnTo>
                    <a:pt x="545584" y="246099"/>
                  </a:lnTo>
                  <a:lnTo>
                    <a:pt x="696048" y="250302"/>
                  </a:lnTo>
                  <a:lnTo>
                    <a:pt x="846512" y="252229"/>
                  </a:lnTo>
                  <a:lnTo>
                    <a:pt x="996976" y="252180"/>
                  </a:lnTo>
                  <a:lnTo>
                    <a:pt x="1147440" y="250553"/>
                  </a:lnTo>
                  <a:lnTo>
                    <a:pt x="1297904" y="247774"/>
                  </a:lnTo>
                  <a:lnTo>
                    <a:pt x="1448369" y="244208"/>
                  </a:lnTo>
                  <a:lnTo>
                    <a:pt x="1598833" y="240220"/>
                  </a:lnTo>
                  <a:lnTo>
                    <a:pt x="1749297" y="235750"/>
                  </a:lnTo>
                  <a:lnTo>
                    <a:pt x="1899761" y="230700"/>
                  </a:lnTo>
                  <a:lnTo>
                    <a:pt x="2050225" y="225469"/>
                  </a:lnTo>
                  <a:lnTo>
                    <a:pt x="2200689" y="221292"/>
                  </a:lnTo>
                  <a:lnTo>
                    <a:pt x="2351153" y="216350"/>
                  </a:lnTo>
                  <a:lnTo>
                    <a:pt x="2501617" y="211045"/>
                  </a:lnTo>
                  <a:lnTo>
                    <a:pt x="2652081" y="206270"/>
                  </a:lnTo>
                  <a:lnTo>
                    <a:pt x="2802545" y="199425"/>
                  </a:lnTo>
                  <a:lnTo>
                    <a:pt x="2953009" y="192135"/>
                  </a:lnTo>
                  <a:lnTo>
                    <a:pt x="3103473" y="188190"/>
                  </a:lnTo>
                  <a:lnTo>
                    <a:pt x="3253937" y="183152"/>
                  </a:lnTo>
                  <a:lnTo>
                    <a:pt x="3404401" y="177055"/>
                  </a:lnTo>
                  <a:lnTo>
                    <a:pt x="3554865" y="174927"/>
                  </a:lnTo>
                  <a:lnTo>
                    <a:pt x="3705329" y="178525"/>
                  </a:lnTo>
                  <a:lnTo>
                    <a:pt x="3855793" y="182520"/>
                  </a:lnTo>
                  <a:lnTo>
                    <a:pt x="4006257" y="184340"/>
                  </a:lnTo>
                  <a:lnTo>
                    <a:pt x="4156721" y="184664"/>
                  </a:lnTo>
                  <a:lnTo>
                    <a:pt x="4307185" y="183331"/>
                  </a:lnTo>
                  <a:lnTo>
                    <a:pt x="4457649" y="178745"/>
                  </a:lnTo>
                  <a:lnTo>
                    <a:pt x="4608114" y="169838"/>
                  </a:lnTo>
                  <a:lnTo>
                    <a:pt x="4758578" y="157973"/>
                  </a:lnTo>
                  <a:lnTo>
                    <a:pt x="4909042" y="144638"/>
                  </a:lnTo>
                  <a:lnTo>
                    <a:pt x="5059506" y="130189"/>
                  </a:lnTo>
                  <a:lnTo>
                    <a:pt x="5209970" y="114842"/>
                  </a:lnTo>
                  <a:lnTo>
                    <a:pt x="5360434" y="98700"/>
                  </a:lnTo>
                  <a:lnTo>
                    <a:pt x="5510898" y="81777"/>
                  </a:lnTo>
                  <a:lnTo>
                    <a:pt x="5661362" y="64031"/>
                  </a:lnTo>
                  <a:lnTo>
                    <a:pt x="5811826" y="45375"/>
                  </a:lnTo>
                  <a:lnTo>
                    <a:pt x="5962290" y="25698"/>
                  </a:lnTo>
                  <a:lnTo>
                    <a:pt x="6112754" y="4878"/>
                  </a:lnTo>
                  <a:lnTo>
                    <a:pt x="6145984" y="0"/>
                  </a:lnTo>
                  <a:lnTo>
                    <a:pt x="6145984" y="331365"/>
                  </a:lnTo>
                  <a:lnTo>
                    <a:pt x="6112754" y="331214"/>
                  </a:lnTo>
                  <a:lnTo>
                    <a:pt x="5962290" y="331335"/>
                  </a:lnTo>
                  <a:lnTo>
                    <a:pt x="5811826" y="332089"/>
                  </a:lnTo>
                  <a:lnTo>
                    <a:pt x="5661362" y="333310"/>
                  </a:lnTo>
                  <a:lnTo>
                    <a:pt x="5510898" y="334844"/>
                  </a:lnTo>
                  <a:lnTo>
                    <a:pt x="5360434" y="336562"/>
                  </a:lnTo>
                  <a:lnTo>
                    <a:pt x="5209970" y="338376"/>
                  </a:lnTo>
                  <a:lnTo>
                    <a:pt x="5059506" y="340260"/>
                  </a:lnTo>
                  <a:lnTo>
                    <a:pt x="4909042" y="342271"/>
                  </a:lnTo>
                  <a:lnTo>
                    <a:pt x="4758578" y="344583"/>
                  </a:lnTo>
                  <a:lnTo>
                    <a:pt x="4608114" y="347509"/>
                  </a:lnTo>
                  <a:lnTo>
                    <a:pt x="4457649" y="349674"/>
                  </a:lnTo>
                  <a:lnTo>
                    <a:pt x="4307185" y="349275"/>
                  </a:lnTo>
                  <a:lnTo>
                    <a:pt x="4156721" y="348067"/>
                  </a:lnTo>
                  <a:lnTo>
                    <a:pt x="4006257" y="347364"/>
                  </a:lnTo>
                  <a:lnTo>
                    <a:pt x="3855793" y="344881"/>
                  </a:lnTo>
                  <a:lnTo>
                    <a:pt x="3705329" y="341563"/>
                  </a:lnTo>
                  <a:lnTo>
                    <a:pt x="3554865" y="340451"/>
                  </a:lnTo>
                  <a:lnTo>
                    <a:pt x="3404401" y="342144"/>
                  </a:lnTo>
                  <a:lnTo>
                    <a:pt x="3253937" y="347721"/>
                  </a:lnTo>
                  <a:lnTo>
                    <a:pt x="3103473" y="356013"/>
                  </a:lnTo>
                  <a:lnTo>
                    <a:pt x="2953009" y="361287"/>
                  </a:lnTo>
                  <a:lnTo>
                    <a:pt x="2802545" y="364527"/>
                  </a:lnTo>
                  <a:lnTo>
                    <a:pt x="2652081" y="370155"/>
                  </a:lnTo>
                  <a:lnTo>
                    <a:pt x="2501617" y="376056"/>
                  </a:lnTo>
                  <a:lnTo>
                    <a:pt x="2351153" y="378888"/>
                  </a:lnTo>
                  <a:lnTo>
                    <a:pt x="2200689" y="382610"/>
                  </a:lnTo>
                  <a:lnTo>
                    <a:pt x="2050225" y="388150"/>
                  </a:lnTo>
                  <a:lnTo>
                    <a:pt x="1899761" y="393934"/>
                  </a:lnTo>
                  <a:lnTo>
                    <a:pt x="1749297" y="400760"/>
                  </a:lnTo>
                  <a:lnTo>
                    <a:pt x="1598833" y="408980"/>
                  </a:lnTo>
                  <a:lnTo>
                    <a:pt x="1448369" y="418477"/>
                  </a:lnTo>
                  <a:lnTo>
                    <a:pt x="1297904" y="429350"/>
                  </a:lnTo>
                  <a:lnTo>
                    <a:pt x="1147440" y="442276"/>
                  </a:lnTo>
                  <a:lnTo>
                    <a:pt x="996976" y="457618"/>
                  </a:lnTo>
                  <a:lnTo>
                    <a:pt x="846512" y="475794"/>
                  </a:lnTo>
                  <a:lnTo>
                    <a:pt x="696048" y="497194"/>
                  </a:lnTo>
                  <a:lnTo>
                    <a:pt x="545584" y="522107"/>
                  </a:lnTo>
                  <a:lnTo>
                    <a:pt x="395120" y="550701"/>
                  </a:lnTo>
                  <a:lnTo>
                    <a:pt x="244656" y="583039"/>
                  </a:lnTo>
                  <a:lnTo>
                    <a:pt x="94192" y="619105"/>
                  </a:lnTo>
                  <a:lnTo>
                    <a:pt x="0" y="64398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85880"/>
              <a:ext cx="6145984" cy="252229"/>
            </a:xfrm>
            <a:custGeom>
              <a:avLst/>
              <a:pathLst>
                <a:path w="6145984" h="252229">
                  <a:moveTo>
                    <a:pt x="0" y="209706"/>
                  </a:moveTo>
                  <a:lnTo>
                    <a:pt x="94192" y="218572"/>
                  </a:lnTo>
                  <a:lnTo>
                    <a:pt x="244656" y="230267"/>
                  </a:lnTo>
                  <a:lnTo>
                    <a:pt x="395120" y="239444"/>
                  </a:lnTo>
                  <a:lnTo>
                    <a:pt x="545584" y="246099"/>
                  </a:lnTo>
                  <a:lnTo>
                    <a:pt x="696048" y="250302"/>
                  </a:lnTo>
                  <a:lnTo>
                    <a:pt x="846512" y="252229"/>
                  </a:lnTo>
                  <a:lnTo>
                    <a:pt x="996976" y="252180"/>
                  </a:lnTo>
                  <a:lnTo>
                    <a:pt x="1147440" y="250553"/>
                  </a:lnTo>
                  <a:lnTo>
                    <a:pt x="1297904" y="247774"/>
                  </a:lnTo>
                  <a:lnTo>
                    <a:pt x="1448369" y="244208"/>
                  </a:lnTo>
                  <a:lnTo>
                    <a:pt x="1598833" y="240220"/>
                  </a:lnTo>
                  <a:lnTo>
                    <a:pt x="1749297" y="235750"/>
                  </a:lnTo>
                  <a:lnTo>
                    <a:pt x="1899761" y="230700"/>
                  </a:lnTo>
                  <a:lnTo>
                    <a:pt x="2050225" y="225469"/>
                  </a:lnTo>
                  <a:lnTo>
                    <a:pt x="2200689" y="221292"/>
                  </a:lnTo>
                  <a:lnTo>
                    <a:pt x="2351153" y="216350"/>
                  </a:lnTo>
                  <a:lnTo>
                    <a:pt x="2501617" y="211045"/>
                  </a:lnTo>
                  <a:lnTo>
                    <a:pt x="2652081" y="206270"/>
                  </a:lnTo>
                  <a:lnTo>
                    <a:pt x="2802545" y="199425"/>
                  </a:lnTo>
                  <a:lnTo>
                    <a:pt x="2953009" y="192135"/>
                  </a:lnTo>
                  <a:lnTo>
                    <a:pt x="3103473" y="188190"/>
                  </a:lnTo>
                  <a:lnTo>
                    <a:pt x="3253937" y="183152"/>
                  </a:lnTo>
                  <a:lnTo>
                    <a:pt x="3404401" y="177055"/>
                  </a:lnTo>
                  <a:lnTo>
                    <a:pt x="3554865" y="174927"/>
                  </a:lnTo>
                  <a:lnTo>
                    <a:pt x="3705329" y="178525"/>
                  </a:lnTo>
                  <a:lnTo>
                    <a:pt x="3855793" y="182520"/>
                  </a:lnTo>
                  <a:lnTo>
                    <a:pt x="4006257" y="184340"/>
                  </a:lnTo>
                  <a:lnTo>
                    <a:pt x="4156721" y="184664"/>
                  </a:lnTo>
                  <a:lnTo>
                    <a:pt x="4307185" y="183331"/>
                  </a:lnTo>
                  <a:lnTo>
                    <a:pt x="4457649" y="178745"/>
                  </a:lnTo>
                  <a:lnTo>
                    <a:pt x="4608114" y="169838"/>
                  </a:lnTo>
                  <a:lnTo>
                    <a:pt x="4758578" y="157973"/>
                  </a:lnTo>
                  <a:lnTo>
                    <a:pt x="4909042" y="144638"/>
                  </a:lnTo>
                  <a:lnTo>
                    <a:pt x="5059506" y="130189"/>
                  </a:lnTo>
                  <a:lnTo>
                    <a:pt x="5209970" y="114842"/>
                  </a:lnTo>
                  <a:lnTo>
                    <a:pt x="5360434" y="98700"/>
                  </a:lnTo>
                  <a:lnTo>
                    <a:pt x="5510898" y="81777"/>
                  </a:lnTo>
                  <a:lnTo>
                    <a:pt x="5661362" y="64031"/>
                  </a:lnTo>
                  <a:lnTo>
                    <a:pt x="5811826" y="45375"/>
                  </a:lnTo>
                  <a:lnTo>
                    <a:pt x="5962290" y="25698"/>
                  </a:lnTo>
                  <a:lnTo>
                    <a:pt x="6112754" y="487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17095"/>
              <a:ext cx="6145984" cy="312766"/>
            </a:xfrm>
            <a:custGeom>
              <a:avLst/>
              <a:pathLst>
                <a:path w="6145984" h="312766">
                  <a:moveTo>
                    <a:pt x="6145984" y="150"/>
                  </a:moveTo>
                  <a:lnTo>
                    <a:pt x="6112754" y="0"/>
                  </a:lnTo>
                  <a:lnTo>
                    <a:pt x="5962290" y="120"/>
                  </a:lnTo>
                  <a:lnTo>
                    <a:pt x="5811826" y="874"/>
                  </a:lnTo>
                  <a:lnTo>
                    <a:pt x="5661362" y="2095"/>
                  </a:lnTo>
                  <a:lnTo>
                    <a:pt x="5510898" y="3629"/>
                  </a:lnTo>
                  <a:lnTo>
                    <a:pt x="5360434" y="5347"/>
                  </a:lnTo>
                  <a:lnTo>
                    <a:pt x="5209970" y="7161"/>
                  </a:lnTo>
                  <a:lnTo>
                    <a:pt x="5059506" y="9045"/>
                  </a:lnTo>
                  <a:lnTo>
                    <a:pt x="4909042" y="11057"/>
                  </a:lnTo>
                  <a:lnTo>
                    <a:pt x="4758578" y="13369"/>
                  </a:lnTo>
                  <a:lnTo>
                    <a:pt x="4608114" y="16294"/>
                  </a:lnTo>
                  <a:lnTo>
                    <a:pt x="4457649" y="18459"/>
                  </a:lnTo>
                  <a:lnTo>
                    <a:pt x="4307185" y="18060"/>
                  </a:lnTo>
                  <a:lnTo>
                    <a:pt x="4156721" y="16852"/>
                  </a:lnTo>
                  <a:lnTo>
                    <a:pt x="4006257" y="16149"/>
                  </a:lnTo>
                  <a:lnTo>
                    <a:pt x="3855793" y="13666"/>
                  </a:lnTo>
                  <a:lnTo>
                    <a:pt x="3705329" y="10348"/>
                  </a:lnTo>
                  <a:lnTo>
                    <a:pt x="3554865" y="9236"/>
                  </a:lnTo>
                  <a:lnTo>
                    <a:pt x="3404401" y="10929"/>
                  </a:lnTo>
                  <a:lnTo>
                    <a:pt x="3253937" y="16506"/>
                  </a:lnTo>
                  <a:lnTo>
                    <a:pt x="3103473" y="24798"/>
                  </a:lnTo>
                  <a:lnTo>
                    <a:pt x="2953009" y="30072"/>
                  </a:lnTo>
                  <a:lnTo>
                    <a:pt x="2802545" y="33312"/>
                  </a:lnTo>
                  <a:lnTo>
                    <a:pt x="2652081" y="38940"/>
                  </a:lnTo>
                  <a:lnTo>
                    <a:pt x="2501617" y="44841"/>
                  </a:lnTo>
                  <a:lnTo>
                    <a:pt x="2351153" y="47673"/>
                  </a:lnTo>
                  <a:lnTo>
                    <a:pt x="2200689" y="51396"/>
                  </a:lnTo>
                  <a:lnTo>
                    <a:pt x="2050225" y="56935"/>
                  </a:lnTo>
                  <a:lnTo>
                    <a:pt x="1899761" y="62719"/>
                  </a:lnTo>
                  <a:lnTo>
                    <a:pt x="1749297" y="69545"/>
                  </a:lnTo>
                  <a:lnTo>
                    <a:pt x="1598833" y="77765"/>
                  </a:lnTo>
                  <a:lnTo>
                    <a:pt x="1448369" y="87262"/>
                  </a:lnTo>
                  <a:lnTo>
                    <a:pt x="1297904" y="98135"/>
                  </a:lnTo>
                  <a:lnTo>
                    <a:pt x="1147440" y="111061"/>
                  </a:lnTo>
                  <a:lnTo>
                    <a:pt x="996976" y="126403"/>
                  </a:lnTo>
                  <a:lnTo>
                    <a:pt x="846512" y="144579"/>
                  </a:lnTo>
                  <a:lnTo>
                    <a:pt x="696048" y="165979"/>
                  </a:lnTo>
                  <a:lnTo>
                    <a:pt x="545584" y="190892"/>
                  </a:lnTo>
                  <a:lnTo>
                    <a:pt x="395120" y="219486"/>
                  </a:lnTo>
                  <a:lnTo>
                    <a:pt x="244656" y="251824"/>
                  </a:lnTo>
                  <a:lnTo>
                    <a:pt x="94192" y="287890"/>
                  </a:lnTo>
                  <a:lnTo>
                    <a:pt x="0" y="3127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51563"/>
              <a:ext cx="6145984" cy="261161"/>
            </a:xfrm>
            <a:custGeom>
              <a:avLst/>
              <a:pathLst>
                <a:path w="6145984" h="261161">
                  <a:moveTo>
                    <a:pt x="0" y="261161"/>
                  </a:moveTo>
                  <a:lnTo>
                    <a:pt x="94192" y="253156"/>
                  </a:lnTo>
                  <a:lnTo>
                    <a:pt x="244656" y="240970"/>
                  </a:lnTo>
                  <a:lnTo>
                    <a:pt x="395120" y="229390"/>
                  </a:lnTo>
                  <a:lnTo>
                    <a:pt x="545584" y="218420"/>
                  </a:lnTo>
                  <a:lnTo>
                    <a:pt x="696048" y="208065"/>
                  </a:lnTo>
                  <a:lnTo>
                    <a:pt x="846512" y="198329"/>
                  </a:lnTo>
                  <a:lnTo>
                    <a:pt x="996976" y="189216"/>
                  </a:lnTo>
                  <a:lnTo>
                    <a:pt x="1147440" y="180732"/>
                  </a:lnTo>
                  <a:lnTo>
                    <a:pt x="1297904" y="172879"/>
                  </a:lnTo>
                  <a:lnTo>
                    <a:pt x="1448369" y="165660"/>
                  </a:lnTo>
                  <a:lnTo>
                    <a:pt x="1598833" y="158917"/>
                  </a:lnTo>
                  <a:lnTo>
                    <a:pt x="1749297" y="152573"/>
                  </a:lnTo>
                  <a:lnTo>
                    <a:pt x="1899761" y="146635"/>
                  </a:lnTo>
                  <a:lnTo>
                    <a:pt x="2050225" y="141127"/>
                  </a:lnTo>
                  <a:lnTo>
                    <a:pt x="2200689" y="136268"/>
                  </a:lnTo>
                  <a:lnTo>
                    <a:pt x="2351153" y="131936"/>
                  </a:lnTo>
                  <a:lnTo>
                    <a:pt x="2501617" y="127868"/>
                  </a:lnTo>
                  <a:lnTo>
                    <a:pt x="2652081" y="122530"/>
                  </a:lnTo>
                  <a:lnTo>
                    <a:pt x="2802545" y="116294"/>
                  </a:lnTo>
                  <a:lnTo>
                    <a:pt x="2953009" y="111028"/>
                  </a:lnTo>
                  <a:lnTo>
                    <a:pt x="3103473" y="106419"/>
                  </a:lnTo>
                  <a:lnTo>
                    <a:pt x="3253937" y="99754"/>
                  </a:lnTo>
                  <a:lnTo>
                    <a:pt x="3404401" y="93917"/>
                  </a:lnTo>
                  <a:lnTo>
                    <a:pt x="3554865" y="92006"/>
                  </a:lnTo>
                  <a:lnTo>
                    <a:pt x="3705329" y="94361"/>
                  </a:lnTo>
                  <a:lnTo>
                    <a:pt x="3855793" y="98018"/>
                  </a:lnTo>
                  <a:lnTo>
                    <a:pt x="4006257" y="100169"/>
                  </a:lnTo>
                  <a:lnTo>
                    <a:pt x="4156721" y="100683"/>
                  </a:lnTo>
                  <a:lnTo>
                    <a:pt x="4307185" y="100621"/>
                  </a:lnTo>
                  <a:lnTo>
                    <a:pt x="4457649" y="98527"/>
                  </a:lnTo>
                  <a:lnTo>
                    <a:pt x="4608114" y="92991"/>
                  </a:lnTo>
                  <a:lnTo>
                    <a:pt x="4758578" y="85596"/>
                  </a:lnTo>
                  <a:lnTo>
                    <a:pt x="4909042" y="77772"/>
                  </a:lnTo>
                  <a:lnTo>
                    <a:pt x="5059506" y="69542"/>
                  </a:lnTo>
                  <a:lnTo>
                    <a:pt x="5209970" y="60927"/>
                  </a:lnTo>
                  <a:lnTo>
                    <a:pt x="5360434" y="51948"/>
                  </a:lnTo>
                  <a:lnTo>
                    <a:pt x="5510898" y="42628"/>
                  </a:lnTo>
                  <a:lnTo>
                    <a:pt x="5661362" y="32988"/>
                  </a:lnTo>
                  <a:lnTo>
                    <a:pt x="5811826" y="23049"/>
                  </a:lnTo>
                  <a:lnTo>
                    <a:pt x="5962290" y="12834"/>
                  </a:lnTo>
                  <a:lnTo>
                    <a:pt x="6112754" y="236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97328"/>
              <a:ext cx="6145984" cy="611747"/>
            </a:xfrm>
            <a:custGeom>
              <a:avLst/>
              <a:pathLst>
                <a:path w="6145984" h="611747">
                  <a:moveTo>
                    <a:pt x="0" y="219515"/>
                  </a:moveTo>
                  <a:lnTo>
                    <a:pt x="94192" y="233931"/>
                  </a:lnTo>
                  <a:lnTo>
                    <a:pt x="244656" y="253890"/>
                  </a:lnTo>
                  <a:lnTo>
                    <a:pt x="395120" y="270745"/>
                  </a:lnTo>
                  <a:lnTo>
                    <a:pt x="545584" y="284504"/>
                  </a:lnTo>
                  <a:lnTo>
                    <a:pt x="696048" y="295240"/>
                  </a:lnTo>
                  <a:lnTo>
                    <a:pt x="846512" y="303125"/>
                  </a:lnTo>
                  <a:lnTo>
                    <a:pt x="996976" y="308439"/>
                  </a:lnTo>
                  <a:lnTo>
                    <a:pt x="1147440" y="311553"/>
                  </a:lnTo>
                  <a:lnTo>
                    <a:pt x="1297904" y="312863"/>
                  </a:lnTo>
                  <a:lnTo>
                    <a:pt x="1448369" y="312691"/>
                  </a:lnTo>
                  <a:lnTo>
                    <a:pt x="1598833" y="310649"/>
                  </a:lnTo>
                  <a:lnTo>
                    <a:pt x="1749297" y="306734"/>
                  </a:lnTo>
                  <a:lnTo>
                    <a:pt x="1899761" y="301430"/>
                  </a:lnTo>
                  <a:lnTo>
                    <a:pt x="2050225" y="295413"/>
                  </a:lnTo>
                  <a:lnTo>
                    <a:pt x="2200689" y="286449"/>
                  </a:lnTo>
                  <a:lnTo>
                    <a:pt x="2351153" y="274599"/>
                  </a:lnTo>
                  <a:lnTo>
                    <a:pt x="2501617" y="263952"/>
                  </a:lnTo>
                  <a:lnTo>
                    <a:pt x="2652081" y="252119"/>
                  </a:lnTo>
                  <a:lnTo>
                    <a:pt x="2802545" y="236041"/>
                  </a:lnTo>
                  <a:lnTo>
                    <a:pt x="2953009" y="221599"/>
                  </a:lnTo>
                  <a:lnTo>
                    <a:pt x="3103473" y="215279"/>
                  </a:lnTo>
                  <a:lnTo>
                    <a:pt x="3253937" y="210863"/>
                  </a:lnTo>
                  <a:lnTo>
                    <a:pt x="3404401" y="206141"/>
                  </a:lnTo>
                  <a:lnTo>
                    <a:pt x="3554865" y="203532"/>
                  </a:lnTo>
                  <a:lnTo>
                    <a:pt x="3705329" y="205720"/>
                  </a:lnTo>
                  <a:lnTo>
                    <a:pt x="3855793" y="208864"/>
                  </a:lnTo>
                  <a:lnTo>
                    <a:pt x="4006257" y="210095"/>
                  </a:lnTo>
                  <a:lnTo>
                    <a:pt x="4156721" y="210453"/>
                  </a:lnTo>
                  <a:lnTo>
                    <a:pt x="4307185" y="210275"/>
                  </a:lnTo>
                  <a:lnTo>
                    <a:pt x="4457649" y="207466"/>
                  </a:lnTo>
                  <a:lnTo>
                    <a:pt x="4608114" y="200404"/>
                  </a:lnTo>
                  <a:lnTo>
                    <a:pt x="4758578" y="189726"/>
                  </a:lnTo>
                  <a:lnTo>
                    <a:pt x="4909042" y="176660"/>
                  </a:lnTo>
                  <a:lnTo>
                    <a:pt x="5059506" y="161548"/>
                  </a:lnTo>
                  <a:lnTo>
                    <a:pt x="5209970" y="144605"/>
                  </a:lnTo>
                  <a:lnTo>
                    <a:pt x="5360434" y="125944"/>
                  </a:lnTo>
                  <a:lnTo>
                    <a:pt x="5510898" y="105601"/>
                  </a:lnTo>
                  <a:lnTo>
                    <a:pt x="5661362" y="83556"/>
                  </a:lnTo>
                  <a:lnTo>
                    <a:pt x="5811826" y="59751"/>
                  </a:lnTo>
                  <a:lnTo>
                    <a:pt x="5962290" y="34108"/>
                  </a:lnTo>
                  <a:lnTo>
                    <a:pt x="6112754" y="6535"/>
                  </a:lnTo>
                  <a:lnTo>
                    <a:pt x="6145984" y="0"/>
                  </a:lnTo>
                  <a:lnTo>
                    <a:pt x="6145984" y="299285"/>
                  </a:lnTo>
                  <a:lnTo>
                    <a:pt x="6112754" y="301279"/>
                  </a:lnTo>
                  <a:lnTo>
                    <a:pt x="5962290" y="310155"/>
                  </a:lnTo>
                  <a:lnTo>
                    <a:pt x="5811826" y="318707"/>
                  </a:lnTo>
                  <a:lnTo>
                    <a:pt x="5661362" y="326765"/>
                  </a:lnTo>
                  <a:lnTo>
                    <a:pt x="5510898" y="334168"/>
                  </a:lnTo>
                  <a:lnTo>
                    <a:pt x="5360434" y="340779"/>
                  </a:lnTo>
                  <a:lnTo>
                    <a:pt x="5209970" y="346498"/>
                  </a:lnTo>
                  <a:lnTo>
                    <a:pt x="5059506" y="351281"/>
                  </a:lnTo>
                  <a:lnTo>
                    <a:pt x="4909042" y="355161"/>
                  </a:lnTo>
                  <a:lnTo>
                    <a:pt x="4758578" y="358271"/>
                  </a:lnTo>
                  <a:lnTo>
                    <a:pt x="4608114" y="360875"/>
                  </a:lnTo>
                  <a:lnTo>
                    <a:pt x="4457649" y="361847"/>
                  </a:lnTo>
                  <a:lnTo>
                    <a:pt x="4307185" y="360154"/>
                  </a:lnTo>
                  <a:lnTo>
                    <a:pt x="4156721" y="358037"/>
                  </a:lnTo>
                  <a:lnTo>
                    <a:pt x="4006257" y="357336"/>
                  </a:lnTo>
                  <a:lnTo>
                    <a:pt x="3855793" y="355507"/>
                  </a:lnTo>
                  <a:lnTo>
                    <a:pt x="3705329" y="352974"/>
                  </a:lnTo>
                  <a:lnTo>
                    <a:pt x="3554865" y="353032"/>
                  </a:lnTo>
                  <a:lnTo>
                    <a:pt x="3404401" y="355247"/>
                  </a:lnTo>
                  <a:lnTo>
                    <a:pt x="3253937" y="359500"/>
                  </a:lnTo>
                  <a:lnTo>
                    <a:pt x="3103473" y="366854"/>
                  </a:lnTo>
                  <a:lnTo>
                    <a:pt x="2953009" y="374376"/>
                  </a:lnTo>
                  <a:lnTo>
                    <a:pt x="2802545" y="385159"/>
                  </a:lnTo>
                  <a:lnTo>
                    <a:pt x="2652081" y="400138"/>
                  </a:lnTo>
                  <a:lnTo>
                    <a:pt x="2501617" y="412988"/>
                  </a:lnTo>
                  <a:lnTo>
                    <a:pt x="2351153" y="421401"/>
                  </a:lnTo>
                  <a:lnTo>
                    <a:pt x="2200689" y="432151"/>
                  </a:lnTo>
                  <a:lnTo>
                    <a:pt x="2050225" y="442345"/>
                  </a:lnTo>
                  <a:lnTo>
                    <a:pt x="1899761" y="448862"/>
                  </a:lnTo>
                  <a:lnTo>
                    <a:pt x="1749297" y="455769"/>
                  </a:lnTo>
                  <a:lnTo>
                    <a:pt x="1598833" y="463071"/>
                  </a:lnTo>
                  <a:lnTo>
                    <a:pt x="1448369" y="470088"/>
                  </a:lnTo>
                  <a:lnTo>
                    <a:pt x="1297904" y="476861"/>
                  </a:lnTo>
                  <a:lnTo>
                    <a:pt x="1147440" y="484715"/>
                  </a:lnTo>
                  <a:lnTo>
                    <a:pt x="996976" y="493988"/>
                  </a:lnTo>
                  <a:lnTo>
                    <a:pt x="846512" y="505046"/>
                  </a:lnTo>
                  <a:lnTo>
                    <a:pt x="696048" y="518230"/>
                  </a:lnTo>
                  <a:lnTo>
                    <a:pt x="545584" y="533791"/>
                  </a:lnTo>
                  <a:lnTo>
                    <a:pt x="395120" y="551869"/>
                  </a:lnTo>
                  <a:lnTo>
                    <a:pt x="244656" y="572509"/>
                  </a:lnTo>
                  <a:lnTo>
                    <a:pt x="94192" y="595688"/>
                  </a:lnTo>
                  <a:lnTo>
                    <a:pt x="0" y="61174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97328"/>
              <a:ext cx="6145984" cy="312863"/>
            </a:xfrm>
            <a:custGeom>
              <a:avLst/>
              <a:pathLst>
                <a:path w="6145984" h="312863">
                  <a:moveTo>
                    <a:pt x="0" y="219515"/>
                  </a:moveTo>
                  <a:lnTo>
                    <a:pt x="94192" y="233931"/>
                  </a:lnTo>
                  <a:lnTo>
                    <a:pt x="244656" y="253890"/>
                  </a:lnTo>
                  <a:lnTo>
                    <a:pt x="395120" y="270745"/>
                  </a:lnTo>
                  <a:lnTo>
                    <a:pt x="545584" y="284504"/>
                  </a:lnTo>
                  <a:lnTo>
                    <a:pt x="696048" y="295240"/>
                  </a:lnTo>
                  <a:lnTo>
                    <a:pt x="846512" y="303125"/>
                  </a:lnTo>
                  <a:lnTo>
                    <a:pt x="996976" y="308439"/>
                  </a:lnTo>
                  <a:lnTo>
                    <a:pt x="1147440" y="311553"/>
                  </a:lnTo>
                  <a:lnTo>
                    <a:pt x="1297904" y="312863"/>
                  </a:lnTo>
                  <a:lnTo>
                    <a:pt x="1448369" y="312691"/>
                  </a:lnTo>
                  <a:lnTo>
                    <a:pt x="1598833" y="310649"/>
                  </a:lnTo>
                  <a:lnTo>
                    <a:pt x="1749297" y="306734"/>
                  </a:lnTo>
                  <a:lnTo>
                    <a:pt x="1899761" y="301430"/>
                  </a:lnTo>
                  <a:lnTo>
                    <a:pt x="2050225" y="295413"/>
                  </a:lnTo>
                  <a:lnTo>
                    <a:pt x="2200689" y="286449"/>
                  </a:lnTo>
                  <a:lnTo>
                    <a:pt x="2351153" y="274599"/>
                  </a:lnTo>
                  <a:lnTo>
                    <a:pt x="2501617" y="263952"/>
                  </a:lnTo>
                  <a:lnTo>
                    <a:pt x="2652081" y="252119"/>
                  </a:lnTo>
                  <a:lnTo>
                    <a:pt x="2802545" y="236041"/>
                  </a:lnTo>
                  <a:lnTo>
                    <a:pt x="2953009" y="221599"/>
                  </a:lnTo>
                  <a:lnTo>
                    <a:pt x="3103473" y="215279"/>
                  </a:lnTo>
                  <a:lnTo>
                    <a:pt x="3253937" y="210863"/>
                  </a:lnTo>
                  <a:lnTo>
                    <a:pt x="3404401" y="206141"/>
                  </a:lnTo>
                  <a:lnTo>
                    <a:pt x="3554865" y="203532"/>
                  </a:lnTo>
                  <a:lnTo>
                    <a:pt x="3705329" y="205720"/>
                  </a:lnTo>
                  <a:lnTo>
                    <a:pt x="3855793" y="208864"/>
                  </a:lnTo>
                  <a:lnTo>
                    <a:pt x="4006257" y="210095"/>
                  </a:lnTo>
                  <a:lnTo>
                    <a:pt x="4156721" y="210453"/>
                  </a:lnTo>
                  <a:lnTo>
                    <a:pt x="4307185" y="210275"/>
                  </a:lnTo>
                  <a:lnTo>
                    <a:pt x="4457649" y="207466"/>
                  </a:lnTo>
                  <a:lnTo>
                    <a:pt x="4608114" y="200404"/>
                  </a:lnTo>
                  <a:lnTo>
                    <a:pt x="4758578" y="189726"/>
                  </a:lnTo>
                  <a:lnTo>
                    <a:pt x="4909042" y="176660"/>
                  </a:lnTo>
                  <a:lnTo>
                    <a:pt x="5059506" y="161548"/>
                  </a:lnTo>
                  <a:lnTo>
                    <a:pt x="5209970" y="144605"/>
                  </a:lnTo>
                  <a:lnTo>
                    <a:pt x="5360434" y="125944"/>
                  </a:lnTo>
                  <a:lnTo>
                    <a:pt x="5510898" y="105601"/>
                  </a:lnTo>
                  <a:lnTo>
                    <a:pt x="5661362" y="83556"/>
                  </a:lnTo>
                  <a:lnTo>
                    <a:pt x="5811826" y="59751"/>
                  </a:lnTo>
                  <a:lnTo>
                    <a:pt x="5962290" y="34108"/>
                  </a:lnTo>
                  <a:lnTo>
                    <a:pt x="6112754" y="653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96613"/>
              <a:ext cx="6145984" cy="312462"/>
            </a:xfrm>
            <a:custGeom>
              <a:avLst/>
              <a:pathLst>
                <a:path w="6145984" h="312462">
                  <a:moveTo>
                    <a:pt x="6145984" y="0"/>
                  </a:moveTo>
                  <a:lnTo>
                    <a:pt x="6112754" y="1994"/>
                  </a:lnTo>
                  <a:lnTo>
                    <a:pt x="5962290" y="10870"/>
                  </a:lnTo>
                  <a:lnTo>
                    <a:pt x="5811826" y="19422"/>
                  </a:lnTo>
                  <a:lnTo>
                    <a:pt x="5661362" y="27480"/>
                  </a:lnTo>
                  <a:lnTo>
                    <a:pt x="5510898" y="34882"/>
                  </a:lnTo>
                  <a:lnTo>
                    <a:pt x="5360434" y="41494"/>
                  </a:lnTo>
                  <a:lnTo>
                    <a:pt x="5209970" y="47213"/>
                  </a:lnTo>
                  <a:lnTo>
                    <a:pt x="5059506" y="51996"/>
                  </a:lnTo>
                  <a:lnTo>
                    <a:pt x="4909042" y="55875"/>
                  </a:lnTo>
                  <a:lnTo>
                    <a:pt x="4758578" y="58986"/>
                  </a:lnTo>
                  <a:lnTo>
                    <a:pt x="4608114" y="61590"/>
                  </a:lnTo>
                  <a:lnTo>
                    <a:pt x="4457649" y="62561"/>
                  </a:lnTo>
                  <a:lnTo>
                    <a:pt x="4307185" y="60869"/>
                  </a:lnTo>
                  <a:lnTo>
                    <a:pt x="4156721" y="58752"/>
                  </a:lnTo>
                  <a:lnTo>
                    <a:pt x="4006257" y="58051"/>
                  </a:lnTo>
                  <a:lnTo>
                    <a:pt x="3855793" y="56222"/>
                  </a:lnTo>
                  <a:lnTo>
                    <a:pt x="3705329" y="53688"/>
                  </a:lnTo>
                  <a:lnTo>
                    <a:pt x="3554865" y="53747"/>
                  </a:lnTo>
                  <a:lnTo>
                    <a:pt x="3404401" y="55962"/>
                  </a:lnTo>
                  <a:lnTo>
                    <a:pt x="3253937" y="60215"/>
                  </a:lnTo>
                  <a:lnTo>
                    <a:pt x="3103473" y="67569"/>
                  </a:lnTo>
                  <a:lnTo>
                    <a:pt x="2953009" y="75091"/>
                  </a:lnTo>
                  <a:lnTo>
                    <a:pt x="2802545" y="85874"/>
                  </a:lnTo>
                  <a:lnTo>
                    <a:pt x="2652081" y="100853"/>
                  </a:lnTo>
                  <a:lnTo>
                    <a:pt x="2501617" y="113703"/>
                  </a:lnTo>
                  <a:lnTo>
                    <a:pt x="2351153" y="122116"/>
                  </a:lnTo>
                  <a:lnTo>
                    <a:pt x="2200689" y="132866"/>
                  </a:lnTo>
                  <a:lnTo>
                    <a:pt x="2050225" y="143060"/>
                  </a:lnTo>
                  <a:lnTo>
                    <a:pt x="1899761" y="149577"/>
                  </a:lnTo>
                  <a:lnTo>
                    <a:pt x="1749297" y="156484"/>
                  </a:lnTo>
                  <a:lnTo>
                    <a:pt x="1598833" y="163786"/>
                  </a:lnTo>
                  <a:lnTo>
                    <a:pt x="1448369" y="170803"/>
                  </a:lnTo>
                  <a:lnTo>
                    <a:pt x="1297904" y="177575"/>
                  </a:lnTo>
                  <a:lnTo>
                    <a:pt x="1147440" y="185430"/>
                  </a:lnTo>
                  <a:lnTo>
                    <a:pt x="996976" y="194703"/>
                  </a:lnTo>
                  <a:lnTo>
                    <a:pt x="846512" y="205761"/>
                  </a:lnTo>
                  <a:lnTo>
                    <a:pt x="696048" y="218945"/>
                  </a:lnTo>
                  <a:lnTo>
                    <a:pt x="545584" y="234506"/>
                  </a:lnTo>
                  <a:lnTo>
                    <a:pt x="395120" y="252584"/>
                  </a:lnTo>
                  <a:lnTo>
                    <a:pt x="244656" y="273224"/>
                  </a:lnTo>
                  <a:lnTo>
                    <a:pt x="94192" y="296403"/>
                  </a:lnTo>
                  <a:lnTo>
                    <a:pt x="0" y="3124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46971"/>
              <a:ext cx="6145984" cy="265988"/>
            </a:xfrm>
            <a:custGeom>
              <a:avLst/>
              <a:pathLst>
                <a:path w="6145984" h="265988">
                  <a:moveTo>
                    <a:pt x="0" y="265988"/>
                  </a:moveTo>
                  <a:lnTo>
                    <a:pt x="94192" y="265167"/>
                  </a:lnTo>
                  <a:lnTo>
                    <a:pt x="244656" y="263557"/>
                  </a:lnTo>
                  <a:lnTo>
                    <a:pt x="395120" y="261665"/>
                  </a:lnTo>
                  <a:lnTo>
                    <a:pt x="545584" y="259505"/>
                  </a:lnTo>
                  <a:lnTo>
                    <a:pt x="696048" y="257093"/>
                  </a:lnTo>
                  <a:lnTo>
                    <a:pt x="846512" y="254443"/>
                  </a:lnTo>
                  <a:lnTo>
                    <a:pt x="996976" y="251571"/>
                  </a:lnTo>
                  <a:lnTo>
                    <a:pt x="1147440" y="248491"/>
                  </a:lnTo>
                  <a:lnTo>
                    <a:pt x="1297904" y="245219"/>
                  </a:lnTo>
                  <a:lnTo>
                    <a:pt x="1448369" y="241747"/>
                  </a:lnTo>
                  <a:lnTo>
                    <a:pt x="1598833" y="237217"/>
                  </a:lnTo>
                  <a:lnTo>
                    <a:pt x="1749297" y="231609"/>
                  </a:lnTo>
                  <a:lnTo>
                    <a:pt x="1899761" y="225503"/>
                  </a:lnTo>
                  <a:lnTo>
                    <a:pt x="2050225" y="219237"/>
                  </a:lnTo>
                  <a:lnTo>
                    <a:pt x="2200689" y="209658"/>
                  </a:lnTo>
                  <a:lnTo>
                    <a:pt x="2351153" y="198357"/>
                  </a:lnTo>
                  <a:lnTo>
                    <a:pt x="2501617" y="188828"/>
                  </a:lnTo>
                  <a:lnTo>
                    <a:pt x="2652081" y="176486"/>
                  </a:lnTo>
                  <a:lnTo>
                    <a:pt x="2802545" y="160958"/>
                  </a:lnTo>
                  <a:lnTo>
                    <a:pt x="2953009" y="148345"/>
                  </a:lnTo>
                  <a:lnTo>
                    <a:pt x="3103473" y="141424"/>
                  </a:lnTo>
                  <a:lnTo>
                    <a:pt x="3253937" y="135539"/>
                  </a:lnTo>
                  <a:lnTo>
                    <a:pt x="3404401" y="131051"/>
                  </a:lnTo>
                  <a:lnTo>
                    <a:pt x="3554865" y="128640"/>
                  </a:lnTo>
                  <a:lnTo>
                    <a:pt x="3705329" y="129704"/>
                  </a:lnTo>
                  <a:lnTo>
                    <a:pt x="3855793" y="132543"/>
                  </a:lnTo>
                  <a:lnTo>
                    <a:pt x="4006257" y="134073"/>
                  </a:lnTo>
                  <a:lnTo>
                    <a:pt x="4156721" y="134603"/>
                  </a:lnTo>
                  <a:lnTo>
                    <a:pt x="4307185" y="135572"/>
                  </a:lnTo>
                  <a:lnTo>
                    <a:pt x="4457649" y="135014"/>
                  </a:lnTo>
                  <a:lnTo>
                    <a:pt x="4608114" y="130997"/>
                  </a:lnTo>
                  <a:lnTo>
                    <a:pt x="4758578" y="124356"/>
                  </a:lnTo>
                  <a:lnTo>
                    <a:pt x="4909042" y="116268"/>
                  </a:lnTo>
                  <a:lnTo>
                    <a:pt x="5059506" y="106772"/>
                  </a:lnTo>
                  <a:lnTo>
                    <a:pt x="5209970" y="95909"/>
                  </a:lnTo>
                  <a:lnTo>
                    <a:pt x="5360434" y="83719"/>
                  </a:lnTo>
                  <a:lnTo>
                    <a:pt x="5510898" y="70242"/>
                  </a:lnTo>
                  <a:lnTo>
                    <a:pt x="5661362" y="55518"/>
                  </a:lnTo>
                  <a:lnTo>
                    <a:pt x="5811826" y="39587"/>
                  </a:lnTo>
                  <a:lnTo>
                    <a:pt x="5962290" y="22489"/>
                  </a:lnTo>
                  <a:lnTo>
                    <a:pt x="6112754" y="426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25944"/>
              <a:ext cx="6145984" cy="462348"/>
            </a:xfrm>
            <a:custGeom>
              <a:avLst/>
              <a:pathLst>
                <a:path w="6145984" h="462348">
                  <a:moveTo>
                    <a:pt x="0" y="116321"/>
                  </a:moveTo>
                  <a:lnTo>
                    <a:pt x="94192" y="131349"/>
                  </a:lnTo>
                  <a:lnTo>
                    <a:pt x="244656" y="152410"/>
                  </a:lnTo>
                  <a:lnTo>
                    <a:pt x="395120" y="170504"/>
                  </a:lnTo>
                  <a:lnTo>
                    <a:pt x="545584" y="185640"/>
                  </a:lnTo>
                  <a:lnTo>
                    <a:pt x="696048" y="197891"/>
                  </a:lnTo>
                  <a:lnTo>
                    <a:pt x="846512" y="207413"/>
                  </a:lnTo>
                  <a:lnTo>
                    <a:pt x="996976" y="214459"/>
                  </a:lnTo>
                  <a:lnTo>
                    <a:pt x="1147440" y="219362"/>
                  </a:lnTo>
                  <a:lnTo>
                    <a:pt x="1297904" y="222477"/>
                  </a:lnTo>
                  <a:lnTo>
                    <a:pt x="1448369" y="224092"/>
                  </a:lnTo>
                  <a:lnTo>
                    <a:pt x="1598833" y="223800"/>
                  </a:lnTo>
                  <a:lnTo>
                    <a:pt x="1749297" y="221557"/>
                  </a:lnTo>
                  <a:lnTo>
                    <a:pt x="1899761" y="217783"/>
                  </a:lnTo>
                  <a:lnTo>
                    <a:pt x="2050225" y="213004"/>
                  </a:lnTo>
                  <a:lnTo>
                    <a:pt x="2200689" y="204384"/>
                  </a:lnTo>
                  <a:lnTo>
                    <a:pt x="2351153" y="192497"/>
                  </a:lnTo>
                  <a:lnTo>
                    <a:pt x="2501617" y="181961"/>
                  </a:lnTo>
                  <a:lnTo>
                    <a:pt x="2652081" y="168475"/>
                  </a:lnTo>
                  <a:lnTo>
                    <a:pt x="2802545" y="149634"/>
                  </a:lnTo>
                  <a:lnTo>
                    <a:pt x="2953009" y="133803"/>
                  </a:lnTo>
                  <a:lnTo>
                    <a:pt x="3103473" y="128429"/>
                  </a:lnTo>
                  <a:lnTo>
                    <a:pt x="3253937" y="125947"/>
                  </a:lnTo>
                  <a:lnTo>
                    <a:pt x="3404401" y="123985"/>
                  </a:lnTo>
                  <a:lnTo>
                    <a:pt x="3554865" y="124402"/>
                  </a:lnTo>
                  <a:lnTo>
                    <a:pt x="3705329" y="130640"/>
                  </a:lnTo>
                  <a:lnTo>
                    <a:pt x="3855793" y="138674"/>
                  </a:lnTo>
                  <a:lnTo>
                    <a:pt x="4006257" y="144130"/>
                  </a:lnTo>
                  <a:lnTo>
                    <a:pt x="4156721" y="147807"/>
                  </a:lnTo>
                  <a:lnTo>
                    <a:pt x="4307185" y="150919"/>
                  </a:lnTo>
                  <a:lnTo>
                    <a:pt x="4457649" y="151076"/>
                  </a:lnTo>
                  <a:lnTo>
                    <a:pt x="4608114" y="146324"/>
                  </a:lnTo>
                  <a:lnTo>
                    <a:pt x="4758578" y="138099"/>
                  </a:lnTo>
                  <a:lnTo>
                    <a:pt x="4909042" y="128174"/>
                  </a:lnTo>
                  <a:lnTo>
                    <a:pt x="5059506" y="116843"/>
                  </a:lnTo>
                  <a:lnTo>
                    <a:pt x="5209970" y="104290"/>
                  </a:lnTo>
                  <a:lnTo>
                    <a:pt x="5360434" y="90606"/>
                  </a:lnTo>
                  <a:lnTo>
                    <a:pt x="5510898" y="75815"/>
                  </a:lnTo>
                  <a:lnTo>
                    <a:pt x="5661362" y="59893"/>
                  </a:lnTo>
                  <a:lnTo>
                    <a:pt x="5811826" y="42782"/>
                  </a:lnTo>
                  <a:lnTo>
                    <a:pt x="5962290" y="24405"/>
                  </a:lnTo>
                  <a:lnTo>
                    <a:pt x="6112754" y="4675"/>
                  </a:lnTo>
                  <a:lnTo>
                    <a:pt x="6145984" y="0"/>
                  </a:lnTo>
                  <a:lnTo>
                    <a:pt x="6145984" y="264029"/>
                  </a:lnTo>
                  <a:lnTo>
                    <a:pt x="6112754" y="264698"/>
                  </a:lnTo>
                  <a:lnTo>
                    <a:pt x="5962290" y="267934"/>
                  </a:lnTo>
                  <a:lnTo>
                    <a:pt x="5811826" y="271234"/>
                  </a:lnTo>
                  <a:lnTo>
                    <a:pt x="5661362" y="274452"/>
                  </a:lnTo>
                  <a:lnTo>
                    <a:pt x="5510898" y="277456"/>
                  </a:lnTo>
                  <a:lnTo>
                    <a:pt x="5360434" y="280133"/>
                  </a:lnTo>
                  <a:lnTo>
                    <a:pt x="5209970" y="282400"/>
                  </a:lnTo>
                  <a:lnTo>
                    <a:pt x="5059506" y="284226"/>
                  </a:lnTo>
                  <a:lnTo>
                    <a:pt x="4909042" y="285647"/>
                  </a:lnTo>
                  <a:lnTo>
                    <a:pt x="4758578" y="286789"/>
                  </a:lnTo>
                  <a:lnTo>
                    <a:pt x="4608114" y="287891"/>
                  </a:lnTo>
                  <a:lnTo>
                    <a:pt x="4457649" y="287271"/>
                  </a:lnTo>
                  <a:lnTo>
                    <a:pt x="4307185" y="283142"/>
                  </a:lnTo>
                  <a:lnTo>
                    <a:pt x="4156721" y="278005"/>
                  </a:lnTo>
                  <a:lnTo>
                    <a:pt x="4006257" y="274026"/>
                  </a:lnTo>
                  <a:lnTo>
                    <a:pt x="3855793" y="268042"/>
                  </a:lnTo>
                  <a:lnTo>
                    <a:pt x="3705329" y="260547"/>
                  </a:lnTo>
                  <a:lnTo>
                    <a:pt x="3554865" y="256291"/>
                  </a:lnTo>
                  <a:lnTo>
                    <a:pt x="3404401" y="255527"/>
                  </a:lnTo>
                  <a:lnTo>
                    <a:pt x="3253937" y="257075"/>
                  </a:lnTo>
                  <a:lnTo>
                    <a:pt x="3103473" y="262149"/>
                  </a:lnTo>
                  <a:lnTo>
                    <a:pt x="2953009" y="268582"/>
                  </a:lnTo>
                  <a:lnTo>
                    <a:pt x="2802545" y="281186"/>
                  </a:lnTo>
                  <a:lnTo>
                    <a:pt x="2652081" y="299058"/>
                  </a:lnTo>
                  <a:lnTo>
                    <a:pt x="2501617" y="313440"/>
                  </a:lnTo>
                  <a:lnTo>
                    <a:pt x="2351153" y="322006"/>
                  </a:lnTo>
                  <a:lnTo>
                    <a:pt x="2200689" y="332922"/>
                  </a:lnTo>
                  <a:lnTo>
                    <a:pt x="2050225" y="342627"/>
                  </a:lnTo>
                  <a:lnTo>
                    <a:pt x="1899761" y="347847"/>
                  </a:lnTo>
                  <a:lnTo>
                    <a:pt x="1749297" y="353036"/>
                  </a:lnTo>
                  <a:lnTo>
                    <a:pt x="1598833" y="358266"/>
                  </a:lnTo>
                  <a:lnTo>
                    <a:pt x="1448369" y="362948"/>
                  </a:lnTo>
                  <a:lnTo>
                    <a:pt x="1297904" y="367155"/>
                  </a:lnTo>
                  <a:lnTo>
                    <a:pt x="1147440" y="372126"/>
                  </a:lnTo>
                  <a:lnTo>
                    <a:pt x="996976" y="378150"/>
                  </a:lnTo>
                  <a:lnTo>
                    <a:pt x="846512" y="385548"/>
                  </a:lnTo>
                  <a:lnTo>
                    <a:pt x="696048" y="394613"/>
                  </a:lnTo>
                  <a:lnTo>
                    <a:pt x="545584" y="405561"/>
                  </a:lnTo>
                  <a:lnTo>
                    <a:pt x="395120" y="418511"/>
                  </a:lnTo>
                  <a:lnTo>
                    <a:pt x="244656" y="433496"/>
                  </a:lnTo>
                  <a:lnTo>
                    <a:pt x="94192" y="450491"/>
                  </a:lnTo>
                  <a:lnTo>
                    <a:pt x="0" y="462348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25944"/>
              <a:ext cx="6145984" cy="224092"/>
            </a:xfrm>
            <a:custGeom>
              <a:avLst/>
              <a:pathLst>
                <a:path w="6145984" h="224092">
                  <a:moveTo>
                    <a:pt x="0" y="116321"/>
                  </a:moveTo>
                  <a:lnTo>
                    <a:pt x="94192" y="131349"/>
                  </a:lnTo>
                  <a:lnTo>
                    <a:pt x="244656" y="152410"/>
                  </a:lnTo>
                  <a:lnTo>
                    <a:pt x="395120" y="170504"/>
                  </a:lnTo>
                  <a:lnTo>
                    <a:pt x="545584" y="185640"/>
                  </a:lnTo>
                  <a:lnTo>
                    <a:pt x="696048" y="197891"/>
                  </a:lnTo>
                  <a:lnTo>
                    <a:pt x="846512" y="207413"/>
                  </a:lnTo>
                  <a:lnTo>
                    <a:pt x="996976" y="214459"/>
                  </a:lnTo>
                  <a:lnTo>
                    <a:pt x="1147440" y="219362"/>
                  </a:lnTo>
                  <a:lnTo>
                    <a:pt x="1297904" y="222477"/>
                  </a:lnTo>
                  <a:lnTo>
                    <a:pt x="1448369" y="224092"/>
                  </a:lnTo>
                  <a:lnTo>
                    <a:pt x="1598833" y="223800"/>
                  </a:lnTo>
                  <a:lnTo>
                    <a:pt x="1749297" y="221557"/>
                  </a:lnTo>
                  <a:lnTo>
                    <a:pt x="1899761" y="217783"/>
                  </a:lnTo>
                  <a:lnTo>
                    <a:pt x="2050225" y="213004"/>
                  </a:lnTo>
                  <a:lnTo>
                    <a:pt x="2200689" y="204384"/>
                  </a:lnTo>
                  <a:lnTo>
                    <a:pt x="2351153" y="192497"/>
                  </a:lnTo>
                  <a:lnTo>
                    <a:pt x="2501617" y="181961"/>
                  </a:lnTo>
                  <a:lnTo>
                    <a:pt x="2652081" y="168475"/>
                  </a:lnTo>
                  <a:lnTo>
                    <a:pt x="2802545" y="149634"/>
                  </a:lnTo>
                  <a:lnTo>
                    <a:pt x="2953009" y="133803"/>
                  </a:lnTo>
                  <a:lnTo>
                    <a:pt x="3103473" y="128429"/>
                  </a:lnTo>
                  <a:lnTo>
                    <a:pt x="3253937" y="125947"/>
                  </a:lnTo>
                  <a:lnTo>
                    <a:pt x="3404401" y="123985"/>
                  </a:lnTo>
                  <a:lnTo>
                    <a:pt x="3554865" y="124402"/>
                  </a:lnTo>
                  <a:lnTo>
                    <a:pt x="3705329" y="130640"/>
                  </a:lnTo>
                  <a:lnTo>
                    <a:pt x="3855793" y="138674"/>
                  </a:lnTo>
                  <a:lnTo>
                    <a:pt x="4006257" y="144130"/>
                  </a:lnTo>
                  <a:lnTo>
                    <a:pt x="4156721" y="147807"/>
                  </a:lnTo>
                  <a:lnTo>
                    <a:pt x="4307185" y="150919"/>
                  </a:lnTo>
                  <a:lnTo>
                    <a:pt x="4457649" y="151076"/>
                  </a:lnTo>
                  <a:lnTo>
                    <a:pt x="4608114" y="146324"/>
                  </a:lnTo>
                  <a:lnTo>
                    <a:pt x="4758578" y="138099"/>
                  </a:lnTo>
                  <a:lnTo>
                    <a:pt x="4909042" y="128174"/>
                  </a:lnTo>
                  <a:lnTo>
                    <a:pt x="5059506" y="116843"/>
                  </a:lnTo>
                  <a:lnTo>
                    <a:pt x="5209970" y="104290"/>
                  </a:lnTo>
                  <a:lnTo>
                    <a:pt x="5360434" y="90606"/>
                  </a:lnTo>
                  <a:lnTo>
                    <a:pt x="5510898" y="75815"/>
                  </a:lnTo>
                  <a:lnTo>
                    <a:pt x="5661362" y="59893"/>
                  </a:lnTo>
                  <a:lnTo>
                    <a:pt x="5811826" y="42782"/>
                  </a:lnTo>
                  <a:lnTo>
                    <a:pt x="5962290" y="24405"/>
                  </a:lnTo>
                  <a:lnTo>
                    <a:pt x="6112754" y="467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81471"/>
              <a:ext cx="6145984" cy="206821"/>
            </a:xfrm>
            <a:custGeom>
              <a:avLst/>
              <a:pathLst>
                <a:path w="6145984" h="206821">
                  <a:moveTo>
                    <a:pt x="6145984" y="8501"/>
                  </a:moveTo>
                  <a:lnTo>
                    <a:pt x="6112754" y="9171"/>
                  </a:lnTo>
                  <a:lnTo>
                    <a:pt x="5962290" y="12407"/>
                  </a:lnTo>
                  <a:lnTo>
                    <a:pt x="5811826" y="15706"/>
                  </a:lnTo>
                  <a:lnTo>
                    <a:pt x="5661362" y="18925"/>
                  </a:lnTo>
                  <a:lnTo>
                    <a:pt x="5510898" y="21929"/>
                  </a:lnTo>
                  <a:lnTo>
                    <a:pt x="5360434" y="24605"/>
                  </a:lnTo>
                  <a:lnTo>
                    <a:pt x="5209970" y="26872"/>
                  </a:lnTo>
                  <a:lnTo>
                    <a:pt x="5059506" y="28699"/>
                  </a:lnTo>
                  <a:lnTo>
                    <a:pt x="4909042" y="30120"/>
                  </a:lnTo>
                  <a:lnTo>
                    <a:pt x="4758578" y="31262"/>
                  </a:lnTo>
                  <a:lnTo>
                    <a:pt x="4608114" y="32364"/>
                  </a:lnTo>
                  <a:lnTo>
                    <a:pt x="4457649" y="31744"/>
                  </a:lnTo>
                  <a:lnTo>
                    <a:pt x="4307185" y="27615"/>
                  </a:lnTo>
                  <a:lnTo>
                    <a:pt x="4156721" y="22478"/>
                  </a:lnTo>
                  <a:lnTo>
                    <a:pt x="4006257" y="18499"/>
                  </a:lnTo>
                  <a:lnTo>
                    <a:pt x="3855793" y="12514"/>
                  </a:lnTo>
                  <a:lnTo>
                    <a:pt x="3705329" y="5020"/>
                  </a:lnTo>
                  <a:lnTo>
                    <a:pt x="3554865" y="763"/>
                  </a:lnTo>
                  <a:lnTo>
                    <a:pt x="3404401" y="0"/>
                  </a:lnTo>
                  <a:lnTo>
                    <a:pt x="3253937" y="1547"/>
                  </a:lnTo>
                  <a:lnTo>
                    <a:pt x="3103473" y="6622"/>
                  </a:lnTo>
                  <a:lnTo>
                    <a:pt x="2953009" y="13055"/>
                  </a:lnTo>
                  <a:lnTo>
                    <a:pt x="2802545" y="25659"/>
                  </a:lnTo>
                  <a:lnTo>
                    <a:pt x="2652081" y="43530"/>
                  </a:lnTo>
                  <a:lnTo>
                    <a:pt x="2501617" y="57913"/>
                  </a:lnTo>
                  <a:lnTo>
                    <a:pt x="2351153" y="66478"/>
                  </a:lnTo>
                  <a:lnTo>
                    <a:pt x="2200689" y="77395"/>
                  </a:lnTo>
                  <a:lnTo>
                    <a:pt x="2050225" y="87100"/>
                  </a:lnTo>
                  <a:lnTo>
                    <a:pt x="1899761" y="92320"/>
                  </a:lnTo>
                  <a:lnTo>
                    <a:pt x="1749297" y="97508"/>
                  </a:lnTo>
                  <a:lnTo>
                    <a:pt x="1598833" y="102739"/>
                  </a:lnTo>
                  <a:lnTo>
                    <a:pt x="1448369" y="107420"/>
                  </a:lnTo>
                  <a:lnTo>
                    <a:pt x="1297904" y="111628"/>
                  </a:lnTo>
                  <a:lnTo>
                    <a:pt x="1147440" y="116598"/>
                  </a:lnTo>
                  <a:lnTo>
                    <a:pt x="996976" y="122623"/>
                  </a:lnTo>
                  <a:lnTo>
                    <a:pt x="846512" y="130020"/>
                  </a:lnTo>
                  <a:lnTo>
                    <a:pt x="696048" y="139086"/>
                  </a:lnTo>
                  <a:lnTo>
                    <a:pt x="545584" y="150034"/>
                  </a:lnTo>
                  <a:lnTo>
                    <a:pt x="395120" y="162983"/>
                  </a:lnTo>
                  <a:lnTo>
                    <a:pt x="244656" y="177969"/>
                  </a:lnTo>
                  <a:lnTo>
                    <a:pt x="94192" y="194963"/>
                  </a:lnTo>
                  <a:lnTo>
                    <a:pt x="0" y="2068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57958"/>
              <a:ext cx="6145984" cy="164466"/>
            </a:xfrm>
            <a:custGeom>
              <a:avLst/>
              <a:pathLst>
                <a:path w="6145984" h="164466">
                  <a:moveTo>
                    <a:pt x="0" y="157320"/>
                  </a:moveTo>
                  <a:lnTo>
                    <a:pt x="94192" y="158905"/>
                  </a:lnTo>
                  <a:lnTo>
                    <a:pt x="244656" y="160939"/>
                  </a:lnTo>
                  <a:lnTo>
                    <a:pt x="395120" y="162493"/>
                  </a:lnTo>
                  <a:lnTo>
                    <a:pt x="545584" y="163586"/>
                  </a:lnTo>
                  <a:lnTo>
                    <a:pt x="696048" y="164237"/>
                  </a:lnTo>
                  <a:lnTo>
                    <a:pt x="846512" y="164466"/>
                  </a:lnTo>
                  <a:lnTo>
                    <a:pt x="996976" y="164290"/>
                  </a:lnTo>
                  <a:lnTo>
                    <a:pt x="1147440" y="163729"/>
                  </a:lnTo>
                  <a:lnTo>
                    <a:pt x="1297904" y="162801"/>
                  </a:lnTo>
                  <a:lnTo>
                    <a:pt x="1448369" y="161505"/>
                  </a:lnTo>
                  <a:lnTo>
                    <a:pt x="1598833" y="159019"/>
                  </a:lnTo>
                  <a:lnTo>
                    <a:pt x="1749297" y="155282"/>
                  </a:lnTo>
                  <a:lnTo>
                    <a:pt x="1899761" y="150801"/>
                  </a:lnTo>
                  <a:lnTo>
                    <a:pt x="2050225" y="145801"/>
                  </a:lnTo>
                  <a:lnTo>
                    <a:pt x="2200689" y="136639"/>
                  </a:lnTo>
                  <a:lnTo>
                    <a:pt x="2351153" y="125237"/>
                  </a:lnTo>
                  <a:lnTo>
                    <a:pt x="2501617" y="115686"/>
                  </a:lnTo>
                  <a:lnTo>
                    <a:pt x="2652081" y="101752"/>
                  </a:lnTo>
                  <a:lnTo>
                    <a:pt x="2802545" y="83396"/>
                  </a:lnTo>
                  <a:lnTo>
                    <a:pt x="2953009" y="69178"/>
                  </a:lnTo>
                  <a:lnTo>
                    <a:pt x="3103473" y="63275"/>
                  </a:lnTo>
                  <a:lnTo>
                    <a:pt x="3253937" y="59496"/>
                  </a:lnTo>
                  <a:lnTo>
                    <a:pt x="3404401" y="57742"/>
                  </a:lnTo>
                  <a:lnTo>
                    <a:pt x="3554865" y="58332"/>
                  </a:lnTo>
                  <a:lnTo>
                    <a:pt x="3705329" y="63579"/>
                  </a:lnTo>
                  <a:lnTo>
                    <a:pt x="3855793" y="71343"/>
                  </a:lnTo>
                  <a:lnTo>
                    <a:pt x="4006257" y="77064"/>
                  </a:lnTo>
                  <a:lnTo>
                    <a:pt x="4156721" y="80891"/>
                  </a:lnTo>
                  <a:lnTo>
                    <a:pt x="4307185" y="85016"/>
                  </a:lnTo>
                  <a:lnTo>
                    <a:pt x="4457649" y="87159"/>
                  </a:lnTo>
                  <a:lnTo>
                    <a:pt x="4608114" y="85093"/>
                  </a:lnTo>
                  <a:lnTo>
                    <a:pt x="4758578" y="80430"/>
                  </a:lnTo>
                  <a:lnTo>
                    <a:pt x="4909042" y="74896"/>
                  </a:lnTo>
                  <a:lnTo>
                    <a:pt x="5059506" y="68520"/>
                  </a:lnTo>
                  <a:lnTo>
                    <a:pt x="5209970" y="61330"/>
                  </a:lnTo>
                  <a:lnTo>
                    <a:pt x="5360434" y="53354"/>
                  </a:lnTo>
                  <a:lnTo>
                    <a:pt x="5510898" y="44621"/>
                  </a:lnTo>
                  <a:lnTo>
                    <a:pt x="5661362" y="35158"/>
                  </a:lnTo>
                  <a:lnTo>
                    <a:pt x="5811826" y="24993"/>
                  </a:lnTo>
                  <a:lnTo>
                    <a:pt x="5962290" y="14155"/>
                  </a:lnTo>
                  <a:lnTo>
                    <a:pt x="6112754" y="267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45642"/>
              <a:ext cx="6145984" cy="267342"/>
            </a:xfrm>
            <a:custGeom>
              <a:avLst/>
              <a:pathLst>
                <a:path w="6145984" h="267342">
                  <a:moveTo>
                    <a:pt x="0" y="0"/>
                  </a:moveTo>
                  <a:lnTo>
                    <a:pt x="94192" y="19896"/>
                  </a:lnTo>
                  <a:lnTo>
                    <a:pt x="244656" y="48612"/>
                  </a:lnTo>
                  <a:lnTo>
                    <a:pt x="395120" y="74173"/>
                  </a:lnTo>
                  <a:lnTo>
                    <a:pt x="545584" y="96516"/>
                  </a:lnTo>
                  <a:lnTo>
                    <a:pt x="696048" y="115613"/>
                  </a:lnTo>
                  <a:lnTo>
                    <a:pt x="846512" y="131488"/>
                  </a:lnTo>
                  <a:lnTo>
                    <a:pt x="996976" y="144225"/>
                  </a:lnTo>
                  <a:lnTo>
                    <a:pt x="1147440" y="153957"/>
                  </a:lnTo>
                  <a:lnTo>
                    <a:pt x="1297904" y="160832"/>
                  </a:lnTo>
                  <a:lnTo>
                    <a:pt x="1448369" y="164981"/>
                  </a:lnTo>
                  <a:lnTo>
                    <a:pt x="1598833" y="167359"/>
                  </a:lnTo>
                  <a:lnTo>
                    <a:pt x="1749297" y="168805"/>
                  </a:lnTo>
                  <a:lnTo>
                    <a:pt x="1899761" y="169832"/>
                  </a:lnTo>
                  <a:lnTo>
                    <a:pt x="2050225" y="171159"/>
                  </a:lnTo>
                  <a:lnTo>
                    <a:pt x="2200689" y="173019"/>
                  </a:lnTo>
                  <a:lnTo>
                    <a:pt x="2351153" y="174259"/>
                  </a:lnTo>
                  <a:lnTo>
                    <a:pt x="2501617" y="175054"/>
                  </a:lnTo>
                  <a:lnTo>
                    <a:pt x="2652081" y="175427"/>
                  </a:lnTo>
                  <a:lnTo>
                    <a:pt x="2802545" y="174254"/>
                  </a:lnTo>
                  <a:lnTo>
                    <a:pt x="2953009" y="172935"/>
                  </a:lnTo>
                  <a:lnTo>
                    <a:pt x="3103473" y="175358"/>
                  </a:lnTo>
                  <a:lnTo>
                    <a:pt x="3253937" y="180785"/>
                  </a:lnTo>
                  <a:lnTo>
                    <a:pt x="3404401" y="185030"/>
                  </a:lnTo>
                  <a:lnTo>
                    <a:pt x="3554865" y="186243"/>
                  </a:lnTo>
                  <a:lnTo>
                    <a:pt x="3705329" y="187153"/>
                  </a:lnTo>
                  <a:lnTo>
                    <a:pt x="3855793" y="187437"/>
                  </a:lnTo>
                  <a:lnTo>
                    <a:pt x="4006257" y="185412"/>
                  </a:lnTo>
                  <a:lnTo>
                    <a:pt x="4156721" y="181528"/>
                  </a:lnTo>
                  <a:lnTo>
                    <a:pt x="4307185" y="176683"/>
                  </a:lnTo>
                  <a:lnTo>
                    <a:pt x="4457649" y="170889"/>
                  </a:lnTo>
                  <a:lnTo>
                    <a:pt x="4608114" y="164404"/>
                  </a:lnTo>
                  <a:lnTo>
                    <a:pt x="4758578" y="157598"/>
                  </a:lnTo>
                  <a:lnTo>
                    <a:pt x="4909042" y="150742"/>
                  </a:lnTo>
                  <a:lnTo>
                    <a:pt x="5059506" y="143993"/>
                  </a:lnTo>
                  <a:lnTo>
                    <a:pt x="5209970" y="137440"/>
                  </a:lnTo>
                  <a:lnTo>
                    <a:pt x="5360434" y="131113"/>
                  </a:lnTo>
                  <a:lnTo>
                    <a:pt x="5510898" y="125002"/>
                  </a:lnTo>
                  <a:lnTo>
                    <a:pt x="5661362" y="119068"/>
                  </a:lnTo>
                  <a:lnTo>
                    <a:pt x="5811826" y="113249"/>
                  </a:lnTo>
                  <a:lnTo>
                    <a:pt x="5962290" y="107474"/>
                  </a:lnTo>
                  <a:lnTo>
                    <a:pt x="6112754" y="101663"/>
                  </a:lnTo>
                  <a:lnTo>
                    <a:pt x="6145984" y="100355"/>
                  </a:lnTo>
                  <a:lnTo>
                    <a:pt x="6145984" y="262708"/>
                  </a:lnTo>
                  <a:lnTo>
                    <a:pt x="6112754" y="261553"/>
                  </a:lnTo>
                  <a:lnTo>
                    <a:pt x="5962290" y="257221"/>
                  </a:lnTo>
                  <a:lnTo>
                    <a:pt x="5811826" y="253725"/>
                  </a:lnTo>
                  <a:lnTo>
                    <a:pt x="5661362" y="251001"/>
                  </a:lnTo>
                  <a:lnTo>
                    <a:pt x="5510898" y="248993"/>
                  </a:lnTo>
                  <a:lnTo>
                    <a:pt x="5360434" y="247654"/>
                  </a:lnTo>
                  <a:lnTo>
                    <a:pt x="5209970" y="246961"/>
                  </a:lnTo>
                  <a:lnTo>
                    <a:pt x="5059506" y="246918"/>
                  </a:lnTo>
                  <a:lnTo>
                    <a:pt x="4909042" y="247573"/>
                  </a:lnTo>
                  <a:lnTo>
                    <a:pt x="4758578" y="249028"/>
                  </a:lnTo>
                  <a:lnTo>
                    <a:pt x="4608114" y="251455"/>
                  </a:lnTo>
                  <a:lnTo>
                    <a:pt x="4457649" y="254636"/>
                  </a:lnTo>
                  <a:lnTo>
                    <a:pt x="4307185" y="257987"/>
                  </a:lnTo>
                  <a:lnTo>
                    <a:pt x="4156721" y="261588"/>
                  </a:lnTo>
                  <a:lnTo>
                    <a:pt x="4006257" y="265286"/>
                  </a:lnTo>
                  <a:lnTo>
                    <a:pt x="3855793" y="266987"/>
                  </a:lnTo>
                  <a:lnTo>
                    <a:pt x="3705329" y="267034"/>
                  </a:lnTo>
                  <a:lnTo>
                    <a:pt x="3554865" y="267342"/>
                  </a:lnTo>
                  <a:lnTo>
                    <a:pt x="3404401" y="265916"/>
                  </a:lnTo>
                  <a:lnTo>
                    <a:pt x="3253937" y="261416"/>
                  </a:lnTo>
                  <a:lnTo>
                    <a:pt x="3103473" y="257583"/>
                  </a:lnTo>
                  <a:lnTo>
                    <a:pt x="2953009" y="255812"/>
                  </a:lnTo>
                  <a:lnTo>
                    <a:pt x="2802545" y="255146"/>
                  </a:lnTo>
                  <a:lnTo>
                    <a:pt x="2652081" y="255723"/>
                  </a:lnTo>
                  <a:lnTo>
                    <a:pt x="2501617" y="255902"/>
                  </a:lnTo>
                  <a:lnTo>
                    <a:pt x="2351153" y="253895"/>
                  </a:lnTo>
                  <a:lnTo>
                    <a:pt x="2200689" y="252057"/>
                  </a:lnTo>
                  <a:lnTo>
                    <a:pt x="2050225" y="250865"/>
                  </a:lnTo>
                  <a:lnTo>
                    <a:pt x="1899761" y="249809"/>
                  </a:lnTo>
                  <a:lnTo>
                    <a:pt x="1749297" y="249652"/>
                  </a:lnTo>
                  <a:lnTo>
                    <a:pt x="1598833" y="250043"/>
                  </a:lnTo>
                  <a:lnTo>
                    <a:pt x="1448369" y="250364"/>
                  </a:lnTo>
                  <a:lnTo>
                    <a:pt x="1297904" y="249795"/>
                  </a:lnTo>
                  <a:lnTo>
                    <a:pt x="1147440" y="247893"/>
                  </a:lnTo>
                  <a:lnTo>
                    <a:pt x="996976" y="244880"/>
                  </a:lnTo>
                  <a:lnTo>
                    <a:pt x="846512" y="241024"/>
                  </a:lnTo>
                  <a:lnTo>
                    <a:pt x="696048" y="236579"/>
                  </a:lnTo>
                  <a:lnTo>
                    <a:pt x="545584" y="231747"/>
                  </a:lnTo>
                  <a:lnTo>
                    <a:pt x="395120" y="226674"/>
                  </a:lnTo>
                  <a:lnTo>
                    <a:pt x="244656" y="221453"/>
                  </a:lnTo>
                  <a:lnTo>
                    <a:pt x="94192" y="216138"/>
                  </a:lnTo>
                  <a:lnTo>
                    <a:pt x="0" y="21277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45642"/>
              <a:ext cx="6145984" cy="187437"/>
            </a:xfrm>
            <a:custGeom>
              <a:avLst/>
              <a:pathLst>
                <a:path w="6145984" h="187437">
                  <a:moveTo>
                    <a:pt x="0" y="0"/>
                  </a:moveTo>
                  <a:lnTo>
                    <a:pt x="94192" y="19896"/>
                  </a:lnTo>
                  <a:lnTo>
                    <a:pt x="244656" y="48612"/>
                  </a:lnTo>
                  <a:lnTo>
                    <a:pt x="395120" y="74173"/>
                  </a:lnTo>
                  <a:lnTo>
                    <a:pt x="545584" y="96516"/>
                  </a:lnTo>
                  <a:lnTo>
                    <a:pt x="696048" y="115613"/>
                  </a:lnTo>
                  <a:lnTo>
                    <a:pt x="846512" y="131488"/>
                  </a:lnTo>
                  <a:lnTo>
                    <a:pt x="996976" y="144225"/>
                  </a:lnTo>
                  <a:lnTo>
                    <a:pt x="1147440" y="153957"/>
                  </a:lnTo>
                  <a:lnTo>
                    <a:pt x="1297904" y="160832"/>
                  </a:lnTo>
                  <a:lnTo>
                    <a:pt x="1448369" y="164981"/>
                  </a:lnTo>
                  <a:lnTo>
                    <a:pt x="1598833" y="167359"/>
                  </a:lnTo>
                  <a:lnTo>
                    <a:pt x="1749297" y="168805"/>
                  </a:lnTo>
                  <a:lnTo>
                    <a:pt x="1899761" y="169832"/>
                  </a:lnTo>
                  <a:lnTo>
                    <a:pt x="2050225" y="171159"/>
                  </a:lnTo>
                  <a:lnTo>
                    <a:pt x="2200689" y="173019"/>
                  </a:lnTo>
                  <a:lnTo>
                    <a:pt x="2351153" y="174259"/>
                  </a:lnTo>
                  <a:lnTo>
                    <a:pt x="2501617" y="175054"/>
                  </a:lnTo>
                  <a:lnTo>
                    <a:pt x="2652081" y="175427"/>
                  </a:lnTo>
                  <a:lnTo>
                    <a:pt x="2802545" y="174254"/>
                  </a:lnTo>
                  <a:lnTo>
                    <a:pt x="2953009" y="172935"/>
                  </a:lnTo>
                  <a:lnTo>
                    <a:pt x="3103473" y="175358"/>
                  </a:lnTo>
                  <a:lnTo>
                    <a:pt x="3253937" y="180785"/>
                  </a:lnTo>
                  <a:lnTo>
                    <a:pt x="3404401" y="185030"/>
                  </a:lnTo>
                  <a:lnTo>
                    <a:pt x="3554865" y="186243"/>
                  </a:lnTo>
                  <a:lnTo>
                    <a:pt x="3705329" y="187153"/>
                  </a:lnTo>
                  <a:lnTo>
                    <a:pt x="3855793" y="187437"/>
                  </a:lnTo>
                  <a:lnTo>
                    <a:pt x="4006257" y="185412"/>
                  </a:lnTo>
                  <a:lnTo>
                    <a:pt x="4156721" y="181528"/>
                  </a:lnTo>
                  <a:lnTo>
                    <a:pt x="4307185" y="176683"/>
                  </a:lnTo>
                  <a:lnTo>
                    <a:pt x="4457649" y="170889"/>
                  </a:lnTo>
                  <a:lnTo>
                    <a:pt x="4608114" y="164404"/>
                  </a:lnTo>
                  <a:lnTo>
                    <a:pt x="4758578" y="157598"/>
                  </a:lnTo>
                  <a:lnTo>
                    <a:pt x="4909042" y="150742"/>
                  </a:lnTo>
                  <a:lnTo>
                    <a:pt x="5059506" y="143993"/>
                  </a:lnTo>
                  <a:lnTo>
                    <a:pt x="5209970" y="137440"/>
                  </a:lnTo>
                  <a:lnTo>
                    <a:pt x="5360434" y="131113"/>
                  </a:lnTo>
                  <a:lnTo>
                    <a:pt x="5510898" y="125002"/>
                  </a:lnTo>
                  <a:lnTo>
                    <a:pt x="5661362" y="119068"/>
                  </a:lnTo>
                  <a:lnTo>
                    <a:pt x="5811826" y="113249"/>
                  </a:lnTo>
                  <a:lnTo>
                    <a:pt x="5962290" y="107474"/>
                  </a:lnTo>
                  <a:lnTo>
                    <a:pt x="6112754" y="101663"/>
                  </a:lnTo>
                  <a:lnTo>
                    <a:pt x="6145984" y="1003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58416"/>
              <a:ext cx="6145984" cy="54568"/>
            </a:xfrm>
            <a:custGeom>
              <a:avLst/>
              <a:pathLst>
                <a:path w="6145984" h="54568">
                  <a:moveTo>
                    <a:pt x="6145984" y="49934"/>
                  </a:moveTo>
                  <a:lnTo>
                    <a:pt x="6112754" y="48779"/>
                  </a:lnTo>
                  <a:lnTo>
                    <a:pt x="5962290" y="44447"/>
                  </a:lnTo>
                  <a:lnTo>
                    <a:pt x="5811826" y="40951"/>
                  </a:lnTo>
                  <a:lnTo>
                    <a:pt x="5661362" y="38227"/>
                  </a:lnTo>
                  <a:lnTo>
                    <a:pt x="5510898" y="36219"/>
                  </a:lnTo>
                  <a:lnTo>
                    <a:pt x="5360434" y="34880"/>
                  </a:lnTo>
                  <a:lnTo>
                    <a:pt x="5209970" y="34187"/>
                  </a:lnTo>
                  <a:lnTo>
                    <a:pt x="5059506" y="34144"/>
                  </a:lnTo>
                  <a:lnTo>
                    <a:pt x="4909042" y="34799"/>
                  </a:lnTo>
                  <a:lnTo>
                    <a:pt x="4758578" y="36254"/>
                  </a:lnTo>
                  <a:lnTo>
                    <a:pt x="4608114" y="38681"/>
                  </a:lnTo>
                  <a:lnTo>
                    <a:pt x="4457649" y="41862"/>
                  </a:lnTo>
                  <a:lnTo>
                    <a:pt x="4307185" y="45213"/>
                  </a:lnTo>
                  <a:lnTo>
                    <a:pt x="4156721" y="48814"/>
                  </a:lnTo>
                  <a:lnTo>
                    <a:pt x="4006257" y="52511"/>
                  </a:lnTo>
                  <a:lnTo>
                    <a:pt x="3855793" y="54213"/>
                  </a:lnTo>
                  <a:lnTo>
                    <a:pt x="3705329" y="54260"/>
                  </a:lnTo>
                  <a:lnTo>
                    <a:pt x="3554865" y="54568"/>
                  </a:lnTo>
                  <a:lnTo>
                    <a:pt x="3404401" y="53142"/>
                  </a:lnTo>
                  <a:lnTo>
                    <a:pt x="3253937" y="48642"/>
                  </a:lnTo>
                  <a:lnTo>
                    <a:pt x="3103473" y="44809"/>
                  </a:lnTo>
                  <a:lnTo>
                    <a:pt x="2953009" y="43038"/>
                  </a:lnTo>
                  <a:lnTo>
                    <a:pt x="2802545" y="42372"/>
                  </a:lnTo>
                  <a:lnTo>
                    <a:pt x="2652081" y="42948"/>
                  </a:lnTo>
                  <a:lnTo>
                    <a:pt x="2501617" y="43128"/>
                  </a:lnTo>
                  <a:lnTo>
                    <a:pt x="2351153" y="41121"/>
                  </a:lnTo>
                  <a:lnTo>
                    <a:pt x="2200689" y="39283"/>
                  </a:lnTo>
                  <a:lnTo>
                    <a:pt x="2050225" y="38091"/>
                  </a:lnTo>
                  <a:lnTo>
                    <a:pt x="1899761" y="37035"/>
                  </a:lnTo>
                  <a:lnTo>
                    <a:pt x="1749297" y="36878"/>
                  </a:lnTo>
                  <a:lnTo>
                    <a:pt x="1598833" y="37269"/>
                  </a:lnTo>
                  <a:lnTo>
                    <a:pt x="1448369" y="37590"/>
                  </a:lnTo>
                  <a:lnTo>
                    <a:pt x="1297904" y="37021"/>
                  </a:lnTo>
                  <a:lnTo>
                    <a:pt x="1147440" y="35118"/>
                  </a:lnTo>
                  <a:lnTo>
                    <a:pt x="996976" y="32105"/>
                  </a:lnTo>
                  <a:lnTo>
                    <a:pt x="846512" y="28250"/>
                  </a:lnTo>
                  <a:lnTo>
                    <a:pt x="696048" y="23804"/>
                  </a:lnTo>
                  <a:lnTo>
                    <a:pt x="545584" y="18973"/>
                  </a:lnTo>
                  <a:lnTo>
                    <a:pt x="395120" y="13900"/>
                  </a:lnTo>
                  <a:lnTo>
                    <a:pt x="244656" y="8679"/>
                  </a:lnTo>
                  <a:lnTo>
                    <a:pt x="94192" y="336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52029"/>
              <a:ext cx="6145984" cy="120825"/>
            </a:xfrm>
            <a:custGeom>
              <a:avLst/>
              <a:pathLst>
                <a:path w="6145984" h="120825">
                  <a:moveTo>
                    <a:pt x="0" y="0"/>
                  </a:moveTo>
                  <a:lnTo>
                    <a:pt x="94192" y="11630"/>
                  </a:lnTo>
                  <a:lnTo>
                    <a:pt x="244656" y="28645"/>
                  </a:lnTo>
                  <a:lnTo>
                    <a:pt x="395120" y="44037"/>
                  </a:lnTo>
                  <a:lnTo>
                    <a:pt x="545584" y="57745"/>
                  </a:lnTo>
                  <a:lnTo>
                    <a:pt x="696048" y="69709"/>
                  </a:lnTo>
                  <a:lnTo>
                    <a:pt x="846512" y="79869"/>
                  </a:lnTo>
                  <a:lnTo>
                    <a:pt x="996976" y="88165"/>
                  </a:lnTo>
                  <a:lnTo>
                    <a:pt x="1147440" y="94538"/>
                  </a:lnTo>
                  <a:lnTo>
                    <a:pt x="1297904" y="98926"/>
                  </a:lnTo>
                  <a:lnTo>
                    <a:pt x="1448369" y="101285"/>
                  </a:lnTo>
                  <a:lnTo>
                    <a:pt x="1598833" y="102314"/>
                  </a:lnTo>
                  <a:lnTo>
                    <a:pt x="1749297" y="102841"/>
                  </a:lnTo>
                  <a:lnTo>
                    <a:pt x="1899761" y="103434"/>
                  </a:lnTo>
                  <a:lnTo>
                    <a:pt x="2050225" y="104625"/>
                  </a:lnTo>
                  <a:lnTo>
                    <a:pt x="2200689" y="106151"/>
                  </a:lnTo>
                  <a:lnTo>
                    <a:pt x="2351153" y="107690"/>
                  </a:lnTo>
                  <a:lnTo>
                    <a:pt x="2501617" y="109091"/>
                  </a:lnTo>
                  <a:lnTo>
                    <a:pt x="2652081" y="109188"/>
                  </a:lnTo>
                  <a:lnTo>
                    <a:pt x="2802545" y="108313"/>
                  </a:lnTo>
                  <a:lnTo>
                    <a:pt x="2953009" y="107986"/>
                  </a:lnTo>
                  <a:lnTo>
                    <a:pt x="3103473" y="110083"/>
                  </a:lnTo>
                  <a:lnTo>
                    <a:pt x="3253937" y="114714"/>
                  </a:lnTo>
                  <a:lnTo>
                    <a:pt x="3404401" y="119086"/>
                  </a:lnTo>
                  <a:lnTo>
                    <a:pt x="3554865" y="120405"/>
                  </a:lnTo>
                  <a:lnTo>
                    <a:pt x="3705329" y="120707"/>
                  </a:lnTo>
                  <a:lnTo>
                    <a:pt x="3855793" y="120825"/>
                  </a:lnTo>
                  <a:lnTo>
                    <a:pt x="4006257" y="118962"/>
                  </a:lnTo>
                  <a:lnTo>
                    <a:pt x="4156721" y="115171"/>
                  </a:lnTo>
                  <a:lnTo>
                    <a:pt x="4307185" y="110948"/>
                  </a:lnTo>
                  <a:lnTo>
                    <a:pt x="4457649" y="106376"/>
                  </a:lnTo>
                  <a:lnTo>
                    <a:pt x="4608114" y="101543"/>
                  </a:lnTo>
                  <a:lnTo>
                    <a:pt x="4758578" y="96926"/>
                  </a:lnTo>
                  <a:lnTo>
                    <a:pt x="4909042" y="92770"/>
                  </a:lnTo>
                  <a:lnTo>
                    <a:pt x="5059506" y="89069"/>
                  </a:lnTo>
                  <a:lnTo>
                    <a:pt x="5209970" y="85813"/>
                  </a:lnTo>
                  <a:lnTo>
                    <a:pt x="5360434" y="82996"/>
                  </a:lnTo>
                  <a:lnTo>
                    <a:pt x="5510898" y="80610"/>
                  </a:lnTo>
                  <a:lnTo>
                    <a:pt x="5661362" y="78648"/>
                  </a:lnTo>
                  <a:lnTo>
                    <a:pt x="5811826" y="77100"/>
                  </a:lnTo>
                  <a:lnTo>
                    <a:pt x="5962290" y="75961"/>
                  </a:lnTo>
                  <a:lnTo>
                    <a:pt x="6112754" y="75221"/>
                  </a:lnTo>
                  <a:lnTo>
                    <a:pt x="6145984" y="7514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80254"/>
              <a:ext cx="6145984" cy="712454"/>
            </a:xfrm>
            <a:custGeom>
              <a:avLst/>
              <a:pathLst>
                <a:path w="6145984" h="712454">
                  <a:moveTo>
                    <a:pt x="0" y="0"/>
                  </a:moveTo>
                  <a:lnTo>
                    <a:pt x="94192" y="47805"/>
                  </a:lnTo>
                  <a:lnTo>
                    <a:pt x="244656" y="118097"/>
                  </a:lnTo>
                  <a:lnTo>
                    <a:pt x="395120" y="182265"/>
                  </a:lnTo>
                  <a:lnTo>
                    <a:pt x="545584" y="240296"/>
                  </a:lnTo>
                  <a:lnTo>
                    <a:pt x="696048" y="292239"/>
                  </a:lnTo>
                  <a:lnTo>
                    <a:pt x="846512" y="338231"/>
                  </a:lnTo>
                  <a:lnTo>
                    <a:pt x="996976" y="378513"/>
                  </a:lnTo>
                  <a:lnTo>
                    <a:pt x="1147440" y="413404"/>
                  </a:lnTo>
                  <a:lnTo>
                    <a:pt x="1297904" y="443252"/>
                  </a:lnTo>
                  <a:lnTo>
                    <a:pt x="1448369" y="468313"/>
                  </a:lnTo>
                  <a:lnTo>
                    <a:pt x="1598833" y="487582"/>
                  </a:lnTo>
                  <a:lnTo>
                    <a:pt x="1749297" y="501371"/>
                  </a:lnTo>
                  <a:lnTo>
                    <a:pt x="1899761" y="510983"/>
                  </a:lnTo>
                  <a:lnTo>
                    <a:pt x="2050225" y="517631"/>
                  </a:lnTo>
                  <a:lnTo>
                    <a:pt x="2200689" y="516267"/>
                  </a:lnTo>
                  <a:lnTo>
                    <a:pt x="2351153" y="509438"/>
                  </a:lnTo>
                  <a:lnTo>
                    <a:pt x="2501617" y="505563"/>
                  </a:lnTo>
                  <a:lnTo>
                    <a:pt x="2652081" y="505066"/>
                  </a:lnTo>
                  <a:lnTo>
                    <a:pt x="2802545" y="502686"/>
                  </a:lnTo>
                  <a:lnTo>
                    <a:pt x="2953009" y="500645"/>
                  </a:lnTo>
                  <a:lnTo>
                    <a:pt x="3103473" y="504933"/>
                  </a:lnTo>
                  <a:lnTo>
                    <a:pt x="3253937" y="513785"/>
                  </a:lnTo>
                  <a:lnTo>
                    <a:pt x="3404401" y="521268"/>
                  </a:lnTo>
                  <a:lnTo>
                    <a:pt x="3554865" y="525446"/>
                  </a:lnTo>
                  <a:lnTo>
                    <a:pt x="3705329" y="530414"/>
                  </a:lnTo>
                  <a:lnTo>
                    <a:pt x="3855793" y="534909"/>
                  </a:lnTo>
                  <a:lnTo>
                    <a:pt x="4006257" y="536110"/>
                  </a:lnTo>
                  <a:lnTo>
                    <a:pt x="4156721" y="534586"/>
                  </a:lnTo>
                  <a:lnTo>
                    <a:pt x="4307185" y="531407"/>
                  </a:lnTo>
                  <a:lnTo>
                    <a:pt x="4457649" y="526288"/>
                  </a:lnTo>
                  <a:lnTo>
                    <a:pt x="4608114" y="519363"/>
                  </a:lnTo>
                  <a:lnTo>
                    <a:pt x="4758578" y="511441"/>
                  </a:lnTo>
                  <a:lnTo>
                    <a:pt x="4909042" y="503199"/>
                  </a:lnTo>
                  <a:lnTo>
                    <a:pt x="5059506" y="494906"/>
                  </a:lnTo>
                  <a:lnTo>
                    <a:pt x="5209970" y="486713"/>
                  </a:lnTo>
                  <a:lnTo>
                    <a:pt x="5360434" y="478677"/>
                  </a:lnTo>
                  <a:lnTo>
                    <a:pt x="5510898" y="470785"/>
                  </a:lnTo>
                  <a:lnTo>
                    <a:pt x="5661362" y="462971"/>
                  </a:lnTo>
                  <a:lnTo>
                    <a:pt x="5811826" y="455137"/>
                  </a:lnTo>
                  <a:lnTo>
                    <a:pt x="5962290" y="447164"/>
                  </a:lnTo>
                  <a:lnTo>
                    <a:pt x="6112754" y="438920"/>
                  </a:lnTo>
                  <a:lnTo>
                    <a:pt x="6145984" y="437011"/>
                  </a:lnTo>
                  <a:lnTo>
                    <a:pt x="6145984" y="712454"/>
                  </a:lnTo>
                  <a:lnTo>
                    <a:pt x="6112754" y="710184"/>
                  </a:lnTo>
                  <a:lnTo>
                    <a:pt x="5962290" y="701221"/>
                  </a:lnTo>
                  <a:lnTo>
                    <a:pt x="5811826" y="693465"/>
                  </a:lnTo>
                  <a:lnTo>
                    <a:pt x="5661362" y="686806"/>
                  </a:lnTo>
                  <a:lnTo>
                    <a:pt x="5510898" y="681144"/>
                  </a:lnTo>
                  <a:lnTo>
                    <a:pt x="5360434" y="676398"/>
                  </a:lnTo>
                  <a:lnTo>
                    <a:pt x="5209970" y="672523"/>
                  </a:lnTo>
                  <a:lnTo>
                    <a:pt x="5059506" y="669525"/>
                  </a:lnTo>
                  <a:lnTo>
                    <a:pt x="4909042" y="667480"/>
                  </a:lnTo>
                  <a:lnTo>
                    <a:pt x="4758578" y="666559"/>
                  </a:lnTo>
                  <a:lnTo>
                    <a:pt x="4608114" y="667050"/>
                  </a:lnTo>
                  <a:lnTo>
                    <a:pt x="4457649" y="668370"/>
                  </a:lnTo>
                  <a:lnTo>
                    <a:pt x="4307185" y="669346"/>
                  </a:lnTo>
                  <a:lnTo>
                    <a:pt x="4156721" y="670413"/>
                  </a:lnTo>
                  <a:lnTo>
                    <a:pt x="4006257" y="671622"/>
                  </a:lnTo>
                  <a:lnTo>
                    <a:pt x="3855793" y="669870"/>
                  </a:lnTo>
                  <a:lnTo>
                    <a:pt x="3705329" y="665937"/>
                  </a:lnTo>
                  <a:lnTo>
                    <a:pt x="3554865" y="663036"/>
                  </a:lnTo>
                  <a:lnTo>
                    <a:pt x="3404401" y="658496"/>
                  </a:lnTo>
                  <a:lnTo>
                    <a:pt x="3253937" y="650581"/>
                  </a:lnTo>
                  <a:lnTo>
                    <a:pt x="3103473" y="644434"/>
                  </a:lnTo>
                  <a:lnTo>
                    <a:pt x="2953009" y="641250"/>
                  </a:lnTo>
                  <a:lnTo>
                    <a:pt x="2802545" y="639925"/>
                  </a:lnTo>
                  <a:lnTo>
                    <a:pt x="2652081" y="641293"/>
                  </a:lnTo>
                  <a:lnTo>
                    <a:pt x="2501617" y="642726"/>
                  </a:lnTo>
                  <a:lnTo>
                    <a:pt x="2351153" y="644546"/>
                  </a:lnTo>
                  <a:lnTo>
                    <a:pt x="2200689" y="650361"/>
                  </a:lnTo>
                  <a:lnTo>
                    <a:pt x="2050225" y="652858"/>
                  </a:lnTo>
                  <a:lnTo>
                    <a:pt x="1899761" y="646669"/>
                  </a:lnTo>
                  <a:lnTo>
                    <a:pt x="1749297" y="638533"/>
                  </a:lnTo>
                  <a:lnTo>
                    <a:pt x="1598833" y="627861"/>
                  </a:lnTo>
                  <a:lnTo>
                    <a:pt x="1448369" y="613171"/>
                  </a:lnTo>
                  <a:lnTo>
                    <a:pt x="1297904" y="594185"/>
                  </a:lnTo>
                  <a:lnTo>
                    <a:pt x="1147440" y="572772"/>
                  </a:lnTo>
                  <a:lnTo>
                    <a:pt x="996976" y="549281"/>
                  </a:lnTo>
                  <a:lnTo>
                    <a:pt x="846512" y="524067"/>
                  </a:lnTo>
                  <a:lnTo>
                    <a:pt x="696048" y="497465"/>
                  </a:lnTo>
                  <a:lnTo>
                    <a:pt x="545584" y="469724"/>
                  </a:lnTo>
                  <a:lnTo>
                    <a:pt x="395120" y="440994"/>
                  </a:lnTo>
                  <a:lnTo>
                    <a:pt x="244656" y="411334"/>
                  </a:lnTo>
                  <a:lnTo>
                    <a:pt x="94192" y="380744"/>
                  </a:lnTo>
                  <a:lnTo>
                    <a:pt x="0" y="36098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80254"/>
              <a:ext cx="6145984" cy="536110"/>
            </a:xfrm>
            <a:custGeom>
              <a:avLst/>
              <a:pathLst>
                <a:path w="6145984" h="536110">
                  <a:moveTo>
                    <a:pt x="0" y="0"/>
                  </a:moveTo>
                  <a:lnTo>
                    <a:pt x="94192" y="47805"/>
                  </a:lnTo>
                  <a:lnTo>
                    <a:pt x="244656" y="118097"/>
                  </a:lnTo>
                  <a:lnTo>
                    <a:pt x="395120" y="182265"/>
                  </a:lnTo>
                  <a:lnTo>
                    <a:pt x="545584" y="240296"/>
                  </a:lnTo>
                  <a:lnTo>
                    <a:pt x="696048" y="292239"/>
                  </a:lnTo>
                  <a:lnTo>
                    <a:pt x="846512" y="338231"/>
                  </a:lnTo>
                  <a:lnTo>
                    <a:pt x="996976" y="378513"/>
                  </a:lnTo>
                  <a:lnTo>
                    <a:pt x="1147440" y="413404"/>
                  </a:lnTo>
                  <a:lnTo>
                    <a:pt x="1297904" y="443252"/>
                  </a:lnTo>
                  <a:lnTo>
                    <a:pt x="1448369" y="468313"/>
                  </a:lnTo>
                  <a:lnTo>
                    <a:pt x="1598833" y="487582"/>
                  </a:lnTo>
                  <a:lnTo>
                    <a:pt x="1749297" y="501371"/>
                  </a:lnTo>
                  <a:lnTo>
                    <a:pt x="1899761" y="510983"/>
                  </a:lnTo>
                  <a:lnTo>
                    <a:pt x="2050225" y="517631"/>
                  </a:lnTo>
                  <a:lnTo>
                    <a:pt x="2200689" y="516267"/>
                  </a:lnTo>
                  <a:lnTo>
                    <a:pt x="2351153" y="509438"/>
                  </a:lnTo>
                  <a:lnTo>
                    <a:pt x="2501617" y="505563"/>
                  </a:lnTo>
                  <a:lnTo>
                    <a:pt x="2652081" y="505066"/>
                  </a:lnTo>
                  <a:lnTo>
                    <a:pt x="2802545" y="502686"/>
                  </a:lnTo>
                  <a:lnTo>
                    <a:pt x="2953009" y="500645"/>
                  </a:lnTo>
                  <a:lnTo>
                    <a:pt x="3103473" y="504933"/>
                  </a:lnTo>
                  <a:lnTo>
                    <a:pt x="3253937" y="513785"/>
                  </a:lnTo>
                  <a:lnTo>
                    <a:pt x="3404401" y="521268"/>
                  </a:lnTo>
                  <a:lnTo>
                    <a:pt x="3554865" y="525446"/>
                  </a:lnTo>
                  <a:lnTo>
                    <a:pt x="3705329" y="530414"/>
                  </a:lnTo>
                  <a:lnTo>
                    <a:pt x="3855793" y="534909"/>
                  </a:lnTo>
                  <a:lnTo>
                    <a:pt x="4006257" y="536110"/>
                  </a:lnTo>
                  <a:lnTo>
                    <a:pt x="4156721" y="534586"/>
                  </a:lnTo>
                  <a:lnTo>
                    <a:pt x="4307185" y="531407"/>
                  </a:lnTo>
                  <a:lnTo>
                    <a:pt x="4457649" y="526288"/>
                  </a:lnTo>
                  <a:lnTo>
                    <a:pt x="4608114" y="519363"/>
                  </a:lnTo>
                  <a:lnTo>
                    <a:pt x="4758578" y="511441"/>
                  </a:lnTo>
                  <a:lnTo>
                    <a:pt x="4909042" y="503199"/>
                  </a:lnTo>
                  <a:lnTo>
                    <a:pt x="5059506" y="494906"/>
                  </a:lnTo>
                  <a:lnTo>
                    <a:pt x="5209970" y="486713"/>
                  </a:lnTo>
                  <a:lnTo>
                    <a:pt x="5360434" y="478677"/>
                  </a:lnTo>
                  <a:lnTo>
                    <a:pt x="5510898" y="470785"/>
                  </a:lnTo>
                  <a:lnTo>
                    <a:pt x="5661362" y="462971"/>
                  </a:lnTo>
                  <a:lnTo>
                    <a:pt x="5811826" y="455137"/>
                  </a:lnTo>
                  <a:lnTo>
                    <a:pt x="5962290" y="447164"/>
                  </a:lnTo>
                  <a:lnTo>
                    <a:pt x="6112754" y="438920"/>
                  </a:lnTo>
                  <a:lnTo>
                    <a:pt x="6145984" y="4370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41240"/>
              <a:ext cx="6145984" cy="351468"/>
            </a:xfrm>
            <a:custGeom>
              <a:avLst/>
              <a:pathLst>
                <a:path w="6145984" h="351468">
                  <a:moveTo>
                    <a:pt x="6145984" y="351468"/>
                  </a:moveTo>
                  <a:lnTo>
                    <a:pt x="6112754" y="349197"/>
                  </a:lnTo>
                  <a:lnTo>
                    <a:pt x="5962290" y="340234"/>
                  </a:lnTo>
                  <a:lnTo>
                    <a:pt x="5811826" y="332479"/>
                  </a:lnTo>
                  <a:lnTo>
                    <a:pt x="5661362" y="325820"/>
                  </a:lnTo>
                  <a:lnTo>
                    <a:pt x="5510898" y="320157"/>
                  </a:lnTo>
                  <a:lnTo>
                    <a:pt x="5360434" y="315411"/>
                  </a:lnTo>
                  <a:lnTo>
                    <a:pt x="5209970" y="311537"/>
                  </a:lnTo>
                  <a:lnTo>
                    <a:pt x="5059506" y="308539"/>
                  </a:lnTo>
                  <a:lnTo>
                    <a:pt x="4909042" y="306494"/>
                  </a:lnTo>
                  <a:lnTo>
                    <a:pt x="4758578" y="305573"/>
                  </a:lnTo>
                  <a:lnTo>
                    <a:pt x="4608114" y="306064"/>
                  </a:lnTo>
                  <a:lnTo>
                    <a:pt x="4457649" y="307384"/>
                  </a:lnTo>
                  <a:lnTo>
                    <a:pt x="4307185" y="308359"/>
                  </a:lnTo>
                  <a:lnTo>
                    <a:pt x="4156721" y="309427"/>
                  </a:lnTo>
                  <a:lnTo>
                    <a:pt x="4006257" y="310636"/>
                  </a:lnTo>
                  <a:lnTo>
                    <a:pt x="3855793" y="308884"/>
                  </a:lnTo>
                  <a:lnTo>
                    <a:pt x="3705329" y="304951"/>
                  </a:lnTo>
                  <a:lnTo>
                    <a:pt x="3554865" y="302050"/>
                  </a:lnTo>
                  <a:lnTo>
                    <a:pt x="3404401" y="297510"/>
                  </a:lnTo>
                  <a:lnTo>
                    <a:pt x="3253937" y="289595"/>
                  </a:lnTo>
                  <a:lnTo>
                    <a:pt x="3103473" y="283447"/>
                  </a:lnTo>
                  <a:lnTo>
                    <a:pt x="2953009" y="280264"/>
                  </a:lnTo>
                  <a:lnTo>
                    <a:pt x="2802545" y="278939"/>
                  </a:lnTo>
                  <a:lnTo>
                    <a:pt x="2652081" y="280307"/>
                  </a:lnTo>
                  <a:lnTo>
                    <a:pt x="2501617" y="281740"/>
                  </a:lnTo>
                  <a:lnTo>
                    <a:pt x="2351153" y="283560"/>
                  </a:lnTo>
                  <a:lnTo>
                    <a:pt x="2200689" y="289375"/>
                  </a:lnTo>
                  <a:lnTo>
                    <a:pt x="2050225" y="291872"/>
                  </a:lnTo>
                  <a:lnTo>
                    <a:pt x="1899761" y="285683"/>
                  </a:lnTo>
                  <a:lnTo>
                    <a:pt x="1749297" y="277547"/>
                  </a:lnTo>
                  <a:lnTo>
                    <a:pt x="1598833" y="266875"/>
                  </a:lnTo>
                  <a:lnTo>
                    <a:pt x="1448369" y="252185"/>
                  </a:lnTo>
                  <a:lnTo>
                    <a:pt x="1297904" y="233198"/>
                  </a:lnTo>
                  <a:lnTo>
                    <a:pt x="1147440" y="211786"/>
                  </a:lnTo>
                  <a:lnTo>
                    <a:pt x="996976" y="188294"/>
                  </a:lnTo>
                  <a:lnTo>
                    <a:pt x="846512" y="163081"/>
                  </a:lnTo>
                  <a:lnTo>
                    <a:pt x="696048" y="136479"/>
                  </a:lnTo>
                  <a:lnTo>
                    <a:pt x="545584" y="108738"/>
                  </a:lnTo>
                  <a:lnTo>
                    <a:pt x="395120" y="80007"/>
                  </a:lnTo>
                  <a:lnTo>
                    <a:pt x="244656" y="50348"/>
                  </a:lnTo>
                  <a:lnTo>
                    <a:pt x="94192" y="197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60747"/>
              <a:ext cx="6145984" cy="423373"/>
            </a:xfrm>
            <a:custGeom>
              <a:avLst/>
              <a:pathLst>
                <a:path w="6145984" h="423373">
                  <a:moveTo>
                    <a:pt x="0" y="0"/>
                  </a:moveTo>
                  <a:lnTo>
                    <a:pt x="94192" y="33781"/>
                  </a:lnTo>
                  <a:lnTo>
                    <a:pt x="244656" y="84222"/>
                  </a:lnTo>
                  <a:lnTo>
                    <a:pt x="395120" y="131136"/>
                  </a:lnTo>
                  <a:lnTo>
                    <a:pt x="545584" y="174517"/>
                  </a:lnTo>
                  <a:lnTo>
                    <a:pt x="696048" y="214359"/>
                  </a:lnTo>
                  <a:lnTo>
                    <a:pt x="846512" y="250656"/>
                  </a:lnTo>
                  <a:lnTo>
                    <a:pt x="996976" y="283404"/>
                  </a:lnTo>
                  <a:lnTo>
                    <a:pt x="1147440" y="312595"/>
                  </a:lnTo>
                  <a:lnTo>
                    <a:pt x="1297904" y="338225"/>
                  </a:lnTo>
                  <a:lnTo>
                    <a:pt x="1448369" y="360249"/>
                  </a:lnTo>
                  <a:lnTo>
                    <a:pt x="1598833" y="377229"/>
                  </a:lnTo>
                  <a:lnTo>
                    <a:pt x="1749297" y="389459"/>
                  </a:lnTo>
                  <a:lnTo>
                    <a:pt x="1899761" y="398333"/>
                  </a:lnTo>
                  <a:lnTo>
                    <a:pt x="2050225" y="404751"/>
                  </a:lnTo>
                  <a:lnTo>
                    <a:pt x="2200689" y="402821"/>
                  </a:lnTo>
                  <a:lnTo>
                    <a:pt x="2351153" y="396499"/>
                  </a:lnTo>
                  <a:lnTo>
                    <a:pt x="2501617" y="393651"/>
                  </a:lnTo>
                  <a:lnTo>
                    <a:pt x="2652081" y="392686"/>
                  </a:lnTo>
                  <a:lnTo>
                    <a:pt x="2802545" y="390812"/>
                  </a:lnTo>
                  <a:lnTo>
                    <a:pt x="2953009" y="390454"/>
                  </a:lnTo>
                  <a:lnTo>
                    <a:pt x="3103473" y="394190"/>
                  </a:lnTo>
                  <a:lnTo>
                    <a:pt x="3253937" y="401690"/>
                  </a:lnTo>
                  <a:lnTo>
                    <a:pt x="3404401" y="409389"/>
                  </a:lnTo>
                  <a:lnTo>
                    <a:pt x="3554865" y="413748"/>
                  </a:lnTo>
                  <a:lnTo>
                    <a:pt x="3705329" y="417682"/>
                  </a:lnTo>
                  <a:lnTo>
                    <a:pt x="3855793" y="421896"/>
                  </a:lnTo>
                  <a:lnTo>
                    <a:pt x="4006257" y="423373"/>
                  </a:lnTo>
                  <a:lnTo>
                    <a:pt x="4156721" y="422006"/>
                  </a:lnTo>
                  <a:lnTo>
                    <a:pt x="4307185" y="419883"/>
                  </a:lnTo>
                  <a:lnTo>
                    <a:pt x="4457649" y="416836"/>
                  </a:lnTo>
                  <a:lnTo>
                    <a:pt x="4608114" y="412713"/>
                  </a:lnTo>
                  <a:lnTo>
                    <a:pt x="4758578" y="408507"/>
                  </a:lnTo>
                  <a:lnTo>
                    <a:pt x="4909042" y="404847"/>
                  </a:lnTo>
                  <a:lnTo>
                    <a:pt x="5059506" y="401722"/>
                  </a:lnTo>
                  <a:lnTo>
                    <a:pt x="5209970" y="399125"/>
                  </a:lnTo>
                  <a:lnTo>
                    <a:pt x="5360434" y="397044"/>
                  </a:lnTo>
                  <a:lnTo>
                    <a:pt x="5510898" y="395471"/>
                  </a:lnTo>
                  <a:lnTo>
                    <a:pt x="5661362" y="394396"/>
                  </a:lnTo>
                  <a:lnTo>
                    <a:pt x="5811826" y="393808"/>
                  </a:lnTo>
                  <a:lnTo>
                    <a:pt x="5962290" y="393699"/>
                  </a:lnTo>
                  <a:lnTo>
                    <a:pt x="6112754" y="394059"/>
                  </a:lnTo>
                  <a:lnTo>
                    <a:pt x="6145984" y="394239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390366"/>
              <a:ext cx="6145984" cy="892976"/>
            </a:xfrm>
            <a:custGeom>
              <a:avLst/>
              <a:pathLst>
                <a:path w="6145984" h="892976">
                  <a:moveTo>
                    <a:pt x="0" y="0"/>
                  </a:moveTo>
                  <a:lnTo>
                    <a:pt x="94192" y="54865"/>
                  </a:lnTo>
                  <a:lnTo>
                    <a:pt x="244656" y="135566"/>
                  </a:lnTo>
                  <a:lnTo>
                    <a:pt x="395120" y="209220"/>
                  </a:lnTo>
                  <a:lnTo>
                    <a:pt x="545584" y="275756"/>
                  </a:lnTo>
                  <a:lnTo>
                    <a:pt x="696048" y="335168"/>
                  </a:lnTo>
                  <a:lnTo>
                    <a:pt x="846512" y="387535"/>
                  </a:lnTo>
                  <a:lnTo>
                    <a:pt x="996976" y="433033"/>
                  </a:lnTo>
                  <a:lnTo>
                    <a:pt x="1147440" y="471919"/>
                  </a:lnTo>
                  <a:lnTo>
                    <a:pt x="1297904" y="504476"/>
                  </a:lnTo>
                  <a:lnTo>
                    <a:pt x="1448369" y="530888"/>
                  </a:lnTo>
                  <a:lnTo>
                    <a:pt x="1598833" y="549994"/>
                  </a:lnTo>
                  <a:lnTo>
                    <a:pt x="1749297" y="562966"/>
                  </a:lnTo>
                  <a:lnTo>
                    <a:pt x="1899761" y="572324"/>
                  </a:lnTo>
                  <a:lnTo>
                    <a:pt x="2050225" y="580576"/>
                  </a:lnTo>
                  <a:lnTo>
                    <a:pt x="2200689" y="584372"/>
                  </a:lnTo>
                  <a:lnTo>
                    <a:pt x="2351153" y="584324"/>
                  </a:lnTo>
                  <a:lnTo>
                    <a:pt x="2501617" y="585871"/>
                  </a:lnTo>
                  <a:lnTo>
                    <a:pt x="2652081" y="585316"/>
                  </a:lnTo>
                  <a:lnTo>
                    <a:pt x="2802545" y="579590"/>
                  </a:lnTo>
                  <a:lnTo>
                    <a:pt x="2953009" y="576113"/>
                  </a:lnTo>
                  <a:lnTo>
                    <a:pt x="3103473" y="582315"/>
                  </a:lnTo>
                  <a:lnTo>
                    <a:pt x="3253937" y="591727"/>
                  </a:lnTo>
                  <a:lnTo>
                    <a:pt x="3404401" y="601041"/>
                  </a:lnTo>
                  <a:lnTo>
                    <a:pt x="3554865" y="611197"/>
                  </a:lnTo>
                  <a:lnTo>
                    <a:pt x="3705329" y="627109"/>
                  </a:lnTo>
                  <a:lnTo>
                    <a:pt x="3855793" y="644567"/>
                  </a:lnTo>
                  <a:lnTo>
                    <a:pt x="4006257" y="657402"/>
                  </a:lnTo>
                  <a:lnTo>
                    <a:pt x="4156721" y="666323"/>
                  </a:lnTo>
                  <a:lnTo>
                    <a:pt x="4307185" y="674528"/>
                  </a:lnTo>
                  <a:lnTo>
                    <a:pt x="4457649" y="680744"/>
                  </a:lnTo>
                  <a:lnTo>
                    <a:pt x="4608114" y="684106"/>
                  </a:lnTo>
                  <a:lnTo>
                    <a:pt x="4758578" y="684933"/>
                  </a:lnTo>
                  <a:lnTo>
                    <a:pt x="4909042" y="683961"/>
                  </a:lnTo>
                  <a:lnTo>
                    <a:pt x="5059506" y="681479"/>
                  </a:lnTo>
                  <a:lnTo>
                    <a:pt x="5209970" y="677660"/>
                  </a:lnTo>
                  <a:lnTo>
                    <a:pt x="5360434" y="672584"/>
                  </a:lnTo>
                  <a:lnTo>
                    <a:pt x="5510898" y="666266"/>
                  </a:lnTo>
                  <a:lnTo>
                    <a:pt x="5661362" y="658666"/>
                  </a:lnTo>
                  <a:lnTo>
                    <a:pt x="5811826" y="649714"/>
                  </a:lnTo>
                  <a:lnTo>
                    <a:pt x="5962290" y="639320"/>
                  </a:lnTo>
                  <a:lnTo>
                    <a:pt x="6112754" y="627381"/>
                  </a:lnTo>
                  <a:lnTo>
                    <a:pt x="6145984" y="624381"/>
                  </a:lnTo>
                  <a:lnTo>
                    <a:pt x="6145984" y="892976"/>
                  </a:lnTo>
                  <a:lnTo>
                    <a:pt x="6112754" y="891901"/>
                  </a:lnTo>
                  <a:lnTo>
                    <a:pt x="5962290" y="887060"/>
                  </a:lnTo>
                  <a:lnTo>
                    <a:pt x="5811826" y="882116"/>
                  </a:lnTo>
                  <a:lnTo>
                    <a:pt x="5661362" y="876935"/>
                  </a:lnTo>
                  <a:lnTo>
                    <a:pt x="5510898" y="871394"/>
                  </a:lnTo>
                  <a:lnTo>
                    <a:pt x="5360434" y="865389"/>
                  </a:lnTo>
                  <a:lnTo>
                    <a:pt x="5209970" y="858850"/>
                  </a:lnTo>
                  <a:lnTo>
                    <a:pt x="5059506" y="851757"/>
                  </a:lnTo>
                  <a:lnTo>
                    <a:pt x="4909042" y="844158"/>
                  </a:lnTo>
                  <a:lnTo>
                    <a:pt x="4758578" y="836194"/>
                  </a:lnTo>
                  <a:lnTo>
                    <a:pt x="4608114" y="828122"/>
                  </a:lnTo>
                  <a:lnTo>
                    <a:pt x="4457649" y="819294"/>
                  </a:lnTo>
                  <a:lnTo>
                    <a:pt x="4307185" y="809038"/>
                  </a:lnTo>
                  <a:lnTo>
                    <a:pt x="4156721" y="798773"/>
                  </a:lnTo>
                  <a:lnTo>
                    <a:pt x="4006257" y="789544"/>
                  </a:lnTo>
                  <a:lnTo>
                    <a:pt x="3855793" y="776173"/>
                  </a:lnTo>
                  <a:lnTo>
                    <a:pt x="3705329" y="759263"/>
                  </a:lnTo>
                  <a:lnTo>
                    <a:pt x="3554865" y="745366"/>
                  </a:lnTo>
                  <a:lnTo>
                    <a:pt x="3404401" y="734858"/>
                  </a:lnTo>
                  <a:lnTo>
                    <a:pt x="3253937" y="725122"/>
                  </a:lnTo>
                  <a:lnTo>
                    <a:pt x="3103473" y="718348"/>
                  </a:lnTo>
                  <a:lnTo>
                    <a:pt x="2953009" y="713223"/>
                  </a:lnTo>
                  <a:lnTo>
                    <a:pt x="2802545" y="713417"/>
                  </a:lnTo>
                  <a:lnTo>
                    <a:pt x="2652081" y="718156"/>
                  </a:lnTo>
                  <a:lnTo>
                    <a:pt x="2501617" y="719624"/>
                  </a:lnTo>
                  <a:lnTo>
                    <a:pt x="2351153" y="716073"/>
                  </a:lnTo>
                  <a:lnTo>
                    <a:pt x="2200689" y="715132"/>
                  </a:lnTo>
                  <a:lnTo>
                    <a:pt x="2050225" y="712441"/>
                  </a:lnTo>
                  <a:lnTo>
                    <a:pt x="1899761" y="704637"/>
                  </a:lnTo>
                  <a:lnTo>
                    <a:pt x="1749297" y="696718"/>
                  </a:lnTo>
                  <a:lnTo>
                    <a:pt x="1598833" y="686785"/>
                  </a:lnTo>
                  <a:lnTo>
                    <a:pt x="1448369" y="672145"/>
                  </a:lnTo>
                  <a:lnTo>
                    <a:pt x="1297904" y="651656"/>
                  </a:lnTo>
                  <a:lnTo>
                    <a:pt x="1147440" y="627325"/>
                  </a:lnTo>
                  <a:lnTo>
                    <a:pt x="996976" y="599555"/>
                  </a:lnTo>
                  <a:lnTo>
                    <a:pt x="846512" y="568751"/>
                  </a:lnTo>
                  <a:lnTo>
                    <a:pt x="696048" y="535292"/>
                  </a:lnTo>
                  <a:lnTo>
                    <a:pt x="545584" y="499480"/>
                  </a:lnTo>
                  <a:lnTo>
                    <a:pt x="395120" y="461515"/>
                  </a:lnTo>
                  <a:lnTo>
                    <a:pt x="244656" y="421513"/>
                  </a:lnTo>
                  <a:lnTo>
                    <a:pt x="94192" y="379526"/>
                  </a:lnTo>
                  <a:lnTo>
                    <a:pt x="0" y="35201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90366"/>
              <a:ext cx="6145984" cy="684933"/>
            </a:xfrm>
            <a:custGeom>
              <a:avLst/>
              <a:pathLst>
                <a:path w="6145984" h="684933">
                  <a:moveTo>
                    <a:pt x="0" y="0"/>
                  </a:moveTo>
                  <a:lnTo>
                    <a:pt x="94192" y="54865"/>
                  </a:lnTo>
                  <a:lnTo>
                    <a:pt x="244656" y="135566"/>
                  </a:lnTo>
                  <a:lnTo>
                    <a:pt x="395120" y="209220"/>
                  </a:lnTo>
                  <a:lnTo>
                    <a:pt x="545584" y="275756"/>
                  </a:lnTo>
                  <a:lnTo>
                    <a:pt x="696048" y="335168"/>
                  </a:lnTo>
                  <a:lnTo>
                    <a:pt x="846512" y="387535"/>
                  </a:lnTo>
                  <a:lnTo>
                    <a:pt x="996976" y="433033"/>
                  </a:lnTo>
                  <a:lnTo>
                    <a:pt x="1147440" y="471919"/>
                  </a:lnTo>
                  <a:lnTo>
                    <a:pt x="1297904" y="504476"/>
                  </a:lnTo>
                  <a:lnTo>
                    <a:pt x="1448369" y="530888"/>
                  </a:lnTo>
                  <a:lnTo>
                    <a:pt x="1598833" y="549994"/>
                  </a:lnTo>
                  <a:lnTo>
                    <a:pt x="1749297" y="562966"/>
                  </a:lnTo>
                  <a:lnTo>
                    <a:pt x="1899761" y="572324"/>
                  </a:lnTo>
                  <a:lnTo>
                    <a:pt x="2050225" y="580576"/>
                  </a:lnTo>
                  <a:lnTo>
                    <a:pt x="2200689" y="584372"/>
                  </a:lnTo>
                  <a:lnTo>
                    <a:pt x="2351153" y="584324"/>
                  </a:lnTo>
                  <a:lnTo>
                    <a:pt x="2501617" y="585871"/>
                  </a:lnTo>
                  <a:lnTo>
                    <a:pt x="2652081" y="585316"/>
                  </a:lnTo>
                  <a:lnTo>
                    <a:pt x="2802545" y="579590"/>
                  </a:lnTo>
                  <a:lnTo>
                    <a:pt x="2953009" y="576113"/>
                  </a:lnTo>
                  <a:lnTo>
                    <a:pt x="3103473" y="582315"/>
                  </a:lnTo>
                  <a:lnTo>
                    <a:pt x="3253937" y="591727"/>
                  </a:lnTo>
                  <a:lnTo>
                    <a:pt x="3404401" y="601041"/>
                  </a:lnTo>
                  <a:lnTo>
                    <a:pt x="3554865" y="611197"/>
                  </a:lnTo>
                  <a:lnTo>
                    <a:pt x="3705329" y="627109"/>
                  </a:lnTo>
                  <a:lnTo>
                    <a:pt x="3855793" y="644567"/>
                  </a:lnTo>
                  <a:lnTo>
                    <a:pt x="4006257" y="657402"/>
                  </a:lnTo>
                  <a:lnTo>
                    <a:pt x="4156721" y="666323"/>
                  </a:lnTo>
                  <a:lnTo>
                    <a:pt x="4307185" y="674528"/>
                  </a:lnTo>
                  <a:lnTo>
                    <a:pt x="4457649" y="680744"/>
                  </a:lnTo>
                  <a:lnTo>
                    <a:pt x="4608114" y="684106"/>
                  </a:lnTo>
                  <a:lnTo>
                    <a:pt x="4758578" y="684933"/>
                  </a:lnTo>
                  <a:lnTo>
                    <a:pt x="4909042" y="683961"/>
                  </a:lnTo>
                  <a:lnTo>
                    <a:pt x="5059506" y="681479"/>
                  </a:lnTo>
                  <a:lnTo>
                    <a:pt x="5209970" y="677660"/>
                  </a:lnTo>
                  <a:lnTo>
                    <a:pt x="5360434" y="672584"/>
                  </a:lnTo>
                  <a:lnTo>
                    <a:pt x="5510898" y="666266"/>
                  </a:lnTo>
                  <a:lnTo>
                    <a:pt x="5661362" y="658666"/>
                  </a:lnTo>
                  <a:lnTo>
                    <a:pt x="5811826" y="649714"/>
                  </a:lnTo>
                  <a:lnTo>
                    <a:pt x="5962290" y="639320"/>
                  </a:lnTo>
                  <a:lnTo>
                    <a:pt x="6112754" y="627381"/>
                  </a:lnTo>
                  <a:lnTo>
                    <a:pt x="6145984" y="6243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42377"/>
              <a:ext cx="6145984" cy="540965"/>
            </a:xfrm>
            <a:custGeom>
              <a:avLst/>
              <a:pathLst>
                <a:path w="6145984" h="540965">
                  <a:moveTo>
                    <a:pt x="6145984" y="540965"/>
                  </a:moveTo>
                  <a:lnTo>
                    <a:pt x="6112754" y="539889"/>
                  </a:lnTo>
                  <a:lnTo>
                    <a:pt x="5962290" y="535049"/>
                  </a:lnTo>
                  <a:lnTo>
                    <a:pt x="5811826" y="530105"/>
                  </a:lnTo>
                  <a:lnTo>
                    <a:pt x="5661362" y="524924"/>
                  </a:lnTo>
                  <a:lnTo>
                    <a:pt x="5510898" y="519383"/>
                  </a:lnTo>
                  <a:lnTo>
                    <a:pt x="5360434" y="513378"/>
                  </a:lnTo>
                  <a:lnTo>
                    <a:pt x="5209970" y="506839"/>
                  </a:lnTo>
                  <a:lnTo>
                    <a:pt x="5059506" y="499745"/>
                  </a:lnTo>
                  <a:lnTo>
                    <a:pt x="4909042" y="492147"/>
                  </a:lnTo>
                  <a:lnTo>
                    <a:pt x="4758578" y="484183"/>
                  </a:lnTo>
                  <a:lnTo>
                    <a:pt x="4608114" y="476110"/>
                  </a:lnTo>
                  <a:lnTo>
                    <a:pt x="4457649" y="467283"/>
                  </a:lnTo>
                  <a:lnTo>
                    <a:pt x="4307185" y="457027"/>
                  </a:lnTo>
                  <a:lnTo>
                    <a:pt x="4156721" y="446762"/>
                  </a:lnTo>
                  <a:lnTo>
                    <a:pt x="4006257" y="437533"/>
                  </a:lnTo>
                  <a:lnTo>
                    <a:pt x="3855793" y="424162"/>
                  </a:lnTo>
                  <a:lnTo>
                    <a:pt x="3705329" y="407252"/>
                  </a:lnTo>
                  <a:lnTo>
                    <a:pt x="3554865" y="393355"/>
                  </a:lnTo>
                  <a:lnTo>
                    <a:pt x="3404401" y="382846"/>
                  </a:lnTo>
                  <a:lnTo>
                    <a:pt x="3253937" y="373111"/>
                  </a:lnTo>
                  <a:lnTo>
                    <a:pt x="3103473" y="366336"/>
                  </a:lnTo>
                  <a:lnTo>
                    <a:pt x="2953009" y="361212"/>
                  </a:lnTo>
                  <a:lnTo>
                    <a:pt x="2802545" y="361406"/>
                  </a:lnTo>
                  <a:lnTo>
                    <a:pt x="2652081" y="366145"/>
                  </a:lnTo>
                  <a:lnTo>
                    <a:pt x="2501617" y="367613"/>
                  </a:lnTo>
                  <a:lnTo>
                    <a:pt x="2351153" y="364062"/>
                  </a:lnTo>
                  <a:lnTo>
                    <a:pt x="2200689" y="363121"/>
                  </a:lnTo>
                  <a:lnTo>
                    <a:pt x="2050225" y="360429"/>
                  </a:lnTo>
                  <a:lnTo>
                    <a:pt x="1899761" y="352626"/>
                  </a:lnTo>
                  <a:lnTo>
                    <a:pt x="1749297" y="344707"/>
                  </a:lnTo>
                  <a:lnTo>
                    <a:pt x="1598833" y="334774"/>
                  </a:lnTo>
                  <a:lnTo>
                    <a:pt x="1448369" y="320134"/>
                  </a:lnTo>
                  <a:lnTo>
                    <a:pt x="1297904" y="299645"/>
                  </a:lnTo>
                  <a:lnTo>
                    <a:pt x="1147440" y="275314"/>
                  </a:lnTo>
                  <a:lnTo>
                    <a:pt x="996976" y="247543"/>
                  </a:lnTo>
                  <a:lnTo>
                    <a:pt x="846512" y="216739"/>
                  </a:lnTo>
                  <a:lnTo>
                    <a:pt x="696048" y="183281"/>
                  </a:lnTo>
                  <a:lnTo>
                    <a:pt x="545584" y="147469"/>
                  </a:lnTo>
                  <a:lnTo>
                    <a:pt x="395120" y="109504"/>
                  </a:lnTo>
                  <a:lnTo>
                    <a:pt x="244656" y="69502"/>
                  </a:lnTo>
                  <a:lnTo>
                    <a:pt x="94192" y="275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66371"/>
              <a:ext cx="6145984" cy="592981"/>
            </a:xfrm>
            <a:custGeom>
              <a:avLst/>
              <a:pathLst>
                <a:path w="6145984" h="592981">
                  <a:moveTo>
                    <a:pt x="0" y="0"/>
                  </a:moveTo>
                  <a:lnTo>
                    <a:pt x="94192" y="41190"/>
                  </a:lnTo>
                  <a:lnTo>
                    <a:pt x="244656" y="102534"/>
                  </a:lnTo>
                  <a:lnTo>
                    <a:pt x="395120" y="159362"/>
                  </a:lnTo>
                  <a:lnTo>
                    <a:pt x="545584" y="211613"/>
                  </a:lnTo>
                  <a:lnTo>
                    <a:pt x="696048" y="259225"/>
                  </a:lnTo>
                  <a:lnTo>
                    <a:pt x="846512" y="302137"/>
                  </a:lnTo>
                  <a:lnTo>
                    <a:pt x="996976" y="340288"/>
                  </a:lnTo>
                  <a:lnTo>
                    <a:pt x="1147440" y="373616"/>
                  </a:lnTo>
                  <a:lnTo>
                    <a:pt x="1297904" y="402061"/>
                  </a:lnTo>
                  <a:lnTo>
                    <a:pt x="1448369" y="425511"/>
                  </a:lnTo>
                  <a:lnTo>
                    <a:pt x="1598833" y="442384"/>
                  </a:lnTo>
                  <a:lnTo>
                    <a:pt x="1749297" y="453836"/>
                  </a:lnTo>
                  <a:lnTo>
                    <a:pt x="1899761" y="462475"/>
                  </a:lnTo>
                  <a:lnTo>
                    <a:pt x="2050225" y="470503"/>
                  </a:lnTo>
                  <a:lnTo>
                    <a:pt x="2200689" y="473746"/>
                  </a:lnTo>
                  <a:lnTo>
                    <a:pt x="2351153" y="474193"/>
                  </a:lnTo>
                  <a:lnTo>
                    <a:pt x="2501617" y="476742"/>
                  </a:lnTo>
                  <a:lnTo>
                    <a:pt x="2652081" y="475730"/>
                  </a:lnTo>
                  <a:lnTo>
                    <a:pt x="2802545" y="470498"/>
                  </a:lnTo>
                  <a:lnTo>
                    <a:pt x="2953009" y="468662"/>
                  </a:lnTo>
                  <a:lnTo>
                    <a:pt x="3103473" y="474326"/>
                  </a:lnTo>
                  <a:lnTo>
                    <a:pt x="3253937" y="482419"/>
                  </a:lnTo>
                  <a:lnTo>
                    <a:pt x="3404401" y="491944"/>
                  </a:lnTo>
                  <a:lnTo>
                    <a:pt x="3554865" y="502276"/>
                  </a:lnTo>
                  <a:lnTo>
                    <a:pt x="3705329" y="517180"/>
                  </a:lnTo>
                  <a:lnTo>
                    <a:pt x="3855793" y="534365"/>
                  </a:lnTo>
                  <a:lnTo>
                    <a:pt x="4006257" y="547468"/>
                  </a:lnTo>
                  <a:lnTo>
                    <a:pt x="4156721" y="556542"/>
                  </a:lnTo>
                  <a:lnTo>
                    <a:pt x="4307185" y="565777"/>
                  </a:lnTo>
                  <a:lnTo>
                    <a:pt x="4457649" y="574013"/>
                  </a:lnTo>
                  <a:lnTo>
                    <a:pt x="4608114" y="580108"/>
                  </a:lnTo>
                  <a:lnTo>
                    <a:pt x="4758578" y="584558"/>
                  </a:lnTo>
                  <a:lnTo>
                    <a:pt x="4909042" y="588054"/>
                  </a:lnTo>
                  <a:lnTo>
                    <a:pt x="5059506" y="590612"/>
                  </a:lnTo>
                  <a:lnTo>
                    <a:pt x="5209970" y="592249"/>
                  </a:lnTo>
                  <a:lnTo>
                    <a:pt x="5360434" y="592981"/>
                  </a:lnTo>
                  <a:lnTo>
                    <a:pt x="5510898" y="592824"/>
                  </a:lnTo>
                  <a:lnTo>
                    <a:pt x="5661362" y="591795"/>
                  </a:lnTo>
                  <a:lnTo>
                    <a:pt x="5811826" y="589910"/>
                  </a:lnTo>
                  <a:lnTo>
                    <a:pt x="5962290" y="587184"/>
                  </a:lnTo>
                  <a:lnTo>
                    <a:pt x="6112754" y="583635"/>
                  </a:lnTo>
                  <a:lnTo>
                    <a:pt x="6145984" y="58267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51147"/>
              <a:ext cx="6145984" cy="828389"/>
            </a:xfrm>
            <a:custGeom>
              <a:avLst/>
              <a:pathLst>
                <a:path w="6145984" h="828389">
                  <a:moveTo>
                    <a:pt x="0" y="0"/>
                  </a:moveTo>
                  <a:lnTo>
                    <a:pt x="94192" y="48736"/>
                  </a:lnTo>
                  <a:lnTo>
                    <a:pt x="244656" y="120775"/>
                  </a:lnTo>
                  <a:lnTo>
                    <a:pt x="395120" y="186955"/>
                  </a:lnTo>
                  <a:lnTo>
                    <a:pt x="545584" y="247269"/>
                  </a:lnTo>
                  <a:lnTo>
                    <a:pt x="696048" y="301762"/>
                  </a:lnTo>
                  <a:lnTo>
                    <a:pt x="846512" y="350563"/>
                  </a:lnTo>
                  <a:lnTo>
                    <a:pt x="996976" y="393888"/>
                  </a:lnTo>
                  <a:lnTo>
                    <a:pt x="1147440" y="432029"/>
                  </a:lnTo>
                  <a:lnTo>
                    <a:pt x="1297904" y="465301"/>
                  </a:lnTo>
                  <a:lnTo>
                    <a:pt x="1448369" y="493917"/>
                  </a:lnTo>
                  <a:lnTo>
                    <a:pt x="1598833" y="516249"/>
                  </a:lnTo>
                  <a:lnTo>
                    <a:pt x="1749297" y="532685"/>
                  </a:lnTo>
                  <a:lnTo>
                    <a:pt x="1899761" y="545050"/>
                  </a:lnTo>
                  <a:lnTo>
                    <a:pt x="2050225" y="555010"/>
                  </a:lnTo>
                  <a:lnTo>
                    <a:pt x="2200689" y="557198"/>
                  </a:lnTo>
                  <a:lnTo>
                    <a:pt x="2351153" y="554071"/>
                  </a:lnTo>
                  <a:lnTo>
                    <a:pt x="2501617" y="553904"/>
                  </a:lnTo>
                  <a:lnTo>
                    <a:pt x="2652081" y="554225"/>
                  </a:lnTo>
                  <a:lnTo>
                    <a:pt x="2802545" y="550725"/>
                  </a:lnTo>
                  <a:lnTo>
                    <a:pt x="2953009" y="549227"/>
                  </a:lnTo>
                  <a:lnTo>
                    <a:pt x="3103473" y="556470"/>
                  </a:lnTo>
                  <a:lnTo>
                    <a:pt x="3253937" y="567595"/>
                  </a:lnTo>
                  <a:lnTo>
                    <a:pt x="3404401" y="578565"/>
                  </a:lnTo>
                  <a:lnTo>
                    <a:pt x="3554865" y="589184"/>
                  </a:lnTo>
                  <a:lnTo>
                    <a:pt x="3705329" y="604398"/>
                  </a:lnTo>
                  <a:lnTo>
                    <a:pt x="3855793" y="620758"/>
                  </a:lnTo>
                  <a:lnTo>
                    <a:pt x="4006257" y="632336"/>
                  </a:lnTo>
                  <a:lnTo>
                    <a:pt x="4156721" y="639729"/>
                  </a:lnTo>
                  <a:lnTo>
                    <a:pt x="4307185" y="646093"/>
                  </a:lnTo>
                  <a:lnTo>
                    <a:pt x="4457649" y="650386"/>
                  </a:lnTo>
                  <a:lnTo>
                    <a:pt x="4608114" y="651948"/>
                  </a:lnTo>
                  <a:lnTo>
                    <a:pt x="4758578" y="651157"/>
                  </a:lnTo>
                  <a:lnTo>
                    <a:pt x="4909042" y="648703"/>
                  </a:lnTo>
                  <a:lnTo>
                    <a:pt x="5059506" y="644850"/>
                  </a:lnTo>
                  <a:lnTo>
                    <a:pt x="5209970" y="639757"/>
                  </a:lnTo>
                  <a:lnTo>
                    <a:pt x="5360434" y="633500"/>
                  </a:lnTo>
                  <a:lnTo>
                    <a:pt x="5510898" y="626089"/>
                  </a:lnTo>
                  <a:lnTo>
                    <a:pt x="5661362" y="617490"/>
                  </a:lnTo>
                  <a:lnTo>
                    <a:pt x="5811826" y="607637"/>
                  </a:lnTo>
                  <a:lnTo>
                    <a:pt x="5962290" y="596446"/>
                  </a:lnTo>
                  <a:lnTo>
                    <a:pt x="6112754" y="583823"/>
                  </a:lnTo>
                  <a:lnTo>
                    <a:pt x="6145984" y="580698"/>
                  </a:lnTo>
                  <a:lnTo>
                    <a:pt x="6145984" y="828389"/>
                  </a:lnTo>
                  <a:lnTo>
                    <a:pt x="6112754" y="827755"/>
                  </a:lnTo>
                  <a:lnTo>
                    <a:pt x="5962290" y="824904"/>
                  </a:lnTo>
                  <a:lnTo>
                    <a:pt x="5811826" y="821951"/>
                  </a:lnTo>
                  <a:lnTo>
                    <a:pt x="5661362" y="818771"/>
                  </a:lnTo>
                  <a:lnTo>
                    <a:pt x="5510898" y="815252"/>
                  </a:lnTo>
                  <a:lnTo>
                    <a:pt x="5360434" y="811298"/>
                  </a:lnTo>
                  <a:lnTo>
                    <a:pt x="5209970" y="806845"/>
                  </a:lnTo>
                  <a:lnTo>
                    <a:pt x="5059506" y="801874"/>
                  </a:lnTo>
                  <a:lnTo>
                    <a:pt x="4909042" y="796431"/>
                  </a:lnTo>
                  <a:lnTo>
                    <a:pt x="4758578" y="790646"/>
                  </a:lnTo>
                  <a:lnTo>
                    <a:pt x="4608114" y="784754"/>
                  </a:lnTo>
                  <a:lnTo>
                    <a:pt x="4457649" y="778153"/>
                  </a:lnTo>
                  <a:lnTo>
                    <a:pt x="4307185" y="770134"/>
                  </a:lnTo>
                  <a:lnTo>
                    <a:pt x="4156721" y="761871"/>
                  </a:lnTo>
                  <a:lnTo>
                    <a:pt x="4006257" y="754194"/>
                  </a:lnTo>
                  <a:lnTo>
                    <a:pt x="3855793" y="742121"/>
                  </a:lnTo>
                  <a:lnTo>
                    <a:pt x="3705329" y="726266"/>
                  </a:lnTo>
                  <a:lnTo>
                    <a:pt x="3554865" y="712911"/>
                  </a:lnTo>
                  <a:lnTo>
                    <a:pt x="3404401" y="701966"/>
                  </a:lnTo>
                  <a:lnTo>
                    <a:pt x="3253937" y="690608"/>
                  </a:lnTo>
                  <a:lnTo>
                    <a:pt x="3103473" y="681915"/>
                  </a:lnTo>
                  <a:lnTo>
                    <a:pt x="2953009" y="675665"/>
                  </a:lnTo>
                  <a:lnTo>
                    <a:pt x="2802545" y="674136"/>
                  </a:lnTo>
                  <a:lnTo>
                    <a:pt x="2652081" y="676726"/>
                  </a:lnTo>
                  <a:lnTo>
                    <a:pt x="2501617" y="677247"/>
                  </a:lnTo>
                  <a:lnTo>
                    <a:pt x="2351153" y="675566"/>
                  </a:lnTo>
                  <a:lnTo>
                    <a:pt x="2200689" y="677781"/>
                  </a:lnTo>
                  <a:lnTo>
                    <a:pt x="2050225" y="676611"/>
                  </a:lnTo>
                  <a:lnTo>
                    <a:pt x="1899761" y="667065"/>
                  </a:lnTo>
                  <a:lnTo>
                    <a:pt x="1749297" y="656027"/>
                  </a:lnTo>
                  <a:lnTo>
                    <a:pt x="1598833" y="642394"/>
                  </a:lnTo>
                  <a:lnTo>
                    <a:pt x="1448369" y="624180"/>
                  </a:lnTo>
                  <a:lnTo>
                    <a:pt x="1297904" y="601026"/>
                  </a:lnTo>
                  <a:lnTo>
                    <a:pt x="1147440" y="575340"/>
                  </a:lnTo>
                  <a:lnTo>
                    <a:pt x="996976" y="547449"/>
                  </a:lnTo>
                  <a:lnTo>
                    <a:pt x="846512" y="517674"/>
                  </a:lnTo>
                  <a:lnTo>
                    <a:pt x="696048" y="486311"/>
                  </a:lnTo>
                  <a:lnTo>
                    <a:pt x="545584" y="453580"/>
                  </a:lnTo>
                  <a:lnTo>
                    <a:pt x="395120" y="419615"/>
                  </a:lnTo>
                  <a:lnTo>
                    <a:pt x="244656" y="384466"/>
                  </a:lnTo>
                  <a:lnTo>
                    <a:pt x="94192" y="348129"/>
                  </a:lnTo>
                  <a:lnTo>
                    <a:pt x="0" y="32461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51147"/>
              <a:ext cx="6145984" cy="651948"/>
            </a:xfrm>
            <a:custGeom>
              <a:avLst/>
              <a:pathLst>
                <a:path w="6145984" h="651948">
                  <a:moveTo>
                    <a:pt x="0" y="0"/>
                  </a:moveTo>
                  <a:lnTo>
                    <a:pt x="94192" y="48736"/>
                  </a:lnTo>
                  <a:lnTo>
                    <a:pt x="244656" y="120775"/>
                  </a:lnTo>
                  <a:lnTo>
                    <a:pt x="395120" y="186955"/>
                  </a:lnTo>
                  <a:lnTo>
                    <a:pt x="545584" y="247269"/>
                  </a:lnTo>
                  <a:lnTo>
                    <a:pt x="696048" y="301762"/>
                  </a:lnTo>
                  <a:lnTo>
                    <a:pt x="846512" y="350563"/>
                  </a:lnTo>
                  <a:lnTo>
                    <a:pt x="996976" y="393888"/>
                  </a:lnTo>
                  <a:lnTo>
                    <a:pt x="1147440" y="432029"/>
                  </a:lnTo>
                  <a:lnTo>
                    <a:pt x="1297904" y="465301"/>
                  </a:lnTo>
                  <a:lnTo>
                    <a:pt x="1448369" y="493917"/>
                  </a:lnTo>
                  <a:lnTo>
                    <a:pt x="1598833" y="516249"/>
                  </a:lnTo>
                  <a:lnTo>
                    <a:pt x="1749297" y="532685"/>
                  </a:lnTo>
                  <a:lnTo>
                    <a:pt x="1899761" y="545050"/>
                  </a:lnTo>
                  <a:lnTo>
                    <a:pt x="2050225" y="555010"/>
                  </a:lnTo>
                  <a:lnTo>
                    <a:pt x="2200689" y="557198"/>
                  </a:lnTo>
                  <a:lnTo>
                    <a:pt x="2351153" y="554071"/>
                  </a:lnTo>
                  <a:lnTo>
                    <a:pt x="2501617" y="553904"/>
                  </a:lnTo>
                  <a:lnTo>
                    <a:pt x="2652081" y="554225"/>
                  </a:lnTo>
                  <a:lnTo>
                    <a:pt x="2802545" y="550725"/>
                  </a:lnTo>
                  <a:lnTo>
                    <a:pt x="2953009" y="549227"/>
                  </a:lnTo>
                  <a:lnTo>
                    <a:pt x="3103473" y="556470"/>
                  </a:lnTo>
                  <a:lnTo>
                    <a:pt x="3253937" y="567595"/>
                  </a:lnTo>
                  <a:lnTo>
                    <a:pt x="3404401" y="578565"/>
                  </a:lnTo>
                  <a:lnTo>
                    <a:pt x="3554865" y="589184"/>
                  </a:lnTo>
                  <a:lnTo>
                    <a:pt x="3705329" y="604398"/>
                  </a:lnTo>
                  <a:lnTo>
                    <a:pt x="3855793" y="620758"/>
                  </a:lnTo>
                  <a:lnTo>
                    <a:pt x="4006257" y="632336"/>
                  </a:lnTo>
                  <a:lnTo>
                    <a:pt x="4156721" y="639729"/>
                  </a:lnTo>
                  <a:lnTo>
                    <a:pt x="4307185" y="646093"/>
                  </a:lnTo>
                  <a:lnTo>
                    <a:pt x="4457649" y="650386"/>
                  </a:lnTo>
                  <a:lnTo>
                    <a:pt x="4608114" y="651948"/>
                  </a:lnTo>
                  <a:lnTo>
                    <a:pt x="4758578" y="651157"/>
                  </a:lnTo>
                  <a:lnTo>
                    <a:pt x="4909042" y="648703"/>
                  </a:lnTo>
                  <a:lnTo>
                    <a:pt x="5059506" y="644850"/>
                  </a:lnTo>
                  <a:lnTo>
                    <a:pt x="5209970" y="639757"/>
                  </a:lnTo>
                  <a:lnTo>
                    <a:pt x="5360434" y="633500"/>
                  </a:lnTo>
                  <a:lnTo>
                    <a:pt x="5510898" y="626089"/>
                  </a:lnTo>
                  <a:lnTo>
                    <a:pt x="5661362" y="617490"/>
                  </a:lnTo>
                  <a:lnTo>
                    <a:pt x="5811826" y="607637"/>
                  </a:lnTo>
                  <a:lnTo>
                    <a:pt x="5962290" y="596446"/>
                  </a:lnTo>
                  <a:lnTo>
                    <a:pt x="6112754" y="583823"/>
                  </a:lnTo>
                  <a:lnTo>
                    <a:pt x="6145984" y="5806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75761"/>
              <a:ext cx="6145984" cy="503775"/>
            </a:xfrm>
            <a:custGeom>
              <a:avLst/>
              <a:pathLst>
                <a:path w="6145984" h="503775">
                  <a:moveTo>
                    <a:pt x="6145984" y="503775"/>
                  </a:moveTo>
                  <a:lnTo>
                    <a:pt x="6112754" y="503141"/>
                  </a:lnTo>
                  <a:lnTo>
                    <a:pt x="5962290" y="500290"/>
                  </a:lnTo>
                  <a:lnTo>
                    <a:pt x="5811826" y="497337"/>
                  </a:lnTo>
                  <a:lnTo>
                    <a:pt x="5661362" y="494157"/>
                  </a:lnTo>
                  <a:lnTo>
                    <a:pt x="5510898" y="490638"/>
                  </a:lnTo>
                  <a:lnTo>
                    <a:pt x="5360434" y="486684"/>
                  </a:lnTo>
                  <a:lnTo>
                    <a:pt x="5209970" y="482231"/>
                  </a:lnTo>
                  <a:lnTo>
                    <a:pt x="5059506" y="477261"/>
                  </a:lnTo>
                  <a:lnTo>
                    <a:pt x="4909042" y="471817"/>
                  </a:lnTo>
                  <a:lnTo>
                    <a:pt x="4758578" y="466032"/>
                  </a:lnTo>
                  <a:lnTo>
                    <a:pt x="4608114" y="460140"/>
                  </a:lnTo>
                  <a:lnTo>
                    <a:pt x="4457649" y="453539"/>
                  </a:lnTo>
                  <a:lnTo>
                    <a:pt x="4307185" y="445520"/>
                  </a:lnTo>
                  <a:lnTo>
                    <a:pt x="4156721" y="437257"/>
                  </a:lnTo>
                  <a:lnTo>
                    <a:pt x="4006257" y="429580"/>
                  </a:lnTo>
                  <a:lnTo>
                    <a:pt x="3855793" y="417507"/>
                  </a:lnTo>
                  <a:lnTo>
                    <a:pt x="3705329" y="401652"/>
                  </a:lnTo>
                  <a:lnTo>
                    <a:pt x="3554865" y="388297"/>
                  </a:lnTo>
                  <a:lnTo>
                    <a:pt x="3404401" y="377352"/>
                  </a:lnTo>
                  <a:lnTo>
                    <a:pt x="3253937" y="365994"/>
                  </a:lnTo>
                  <a:lnTo>
                    <a:pt x="3103473" y="357301"/>
                  </a:lnTo>
                  <a:lnTo>
                    <a:pt x="2953009" y="351051"/>
                  </a:lnTo>
                  <a:lnTo>
                    <a:pt x="2802545" y="349522"/>
                  </a:lnTo>
                  <a:lnTo>
                    <a:pt x="2652081" y="352112"/>
                  </a:lnTo>
                  <a:lnTo>
                    <a:pt x="2501617" y="352633"/>
                  </a:lnTo>
                  <a:lnTo>
                    <a:pt x="2351153" y="350952"/>
                  </a:lnTo>
                  <a:lnTo>
                    <a:pt x="2200689" y="353167"/>
                  </a:lnTo>
                  <a:lnTo>
                    <a:pt x="2050225" y="351998"/>
                  </a:lnTo>
                  <a:lnTo>
                    <a:pt x="1899761" y="342451"/>
                  </a:lnTo>
                  <a:lnTo>
                    <a:pt x="1749297" y="331413"/>
                  </a:lnTo>
                  <a:lnTo>
                    <a:pt x="1598833" y="317780"/>
                  </a:lnTo>
                  <a:lnTo>
                    <a:pt x="1448369" y="299566"/>
                  </a:lnTo>
                  <a:lnTo>
                    <a:pt x="1297904" y="276413"/>
                  </a:lnTo>
                  <a:lnTo>
                    <a:pt x="1147440" y="250726"/>
                  </a:lnTo>
                  <a:lnTo>
                    <a:pt x="996976" y="222836"/>
                  </a:lnTo>
                  <a:lnTo>
                    <a:pt x="846512" y="193061"/>
                  </a:lnTo>
                  <a:lnTo>
                    <a:pt x="696048" y="161697"/>
                  </a:lnTo>
                  <a:lnTo>
                    <a:pt x="545584" y="128966"/>
                  </a:lnTo>
                  <a:lnTo>
                    <a:pt x="395120" y="95001"/>
                  </a:lnTo>
                  <a:lnTo>
                    <a:pt x="244656" y="59852"/>
                  </a:lnTo>
                  <a:lnTo>
                    <a:pt x="94192" y="235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13454"/>
              <a:ext cx="6145984" cy="561055"/>
            </a:xfrm>
            <a:custGeom>
              <a:avLst/>
              <a:pathLst>
                <a:path w="6145984" h="561055">
                  <a:moveTo>
                    <a:pt x="0" y="0"/>
                  </a:moveTo>
                  <a:lnTo>
                    <a:pt x="94192" y="36126"/>
                  </a:lnTo>
                  <a:lnTo>
                    <a:pt x="244656" y="90314"/>
                  </a:lnTo>
                  <a:lnTo>
                    <a:pt x="395120" y="140978"/>
                  </a:lnTo>
                  <a:lnTo>
                    <a:pt x="545584" y="188118"/>
                  </a:lnTo>
                  <a:lnTo>
                    <a:pt x="696048" y="231730"/>
                  </a:lnTo>
                  <a:lnTo>
                    <a:pt x="846512" y="271812"/>
                  </a:lnTo>
                  <a:lnTo>
                    <a:pt x="996976" y="308362"/>
                  </a:lnTo>
                  <a:lnTo>
                    <a:pt x="1147440" y="341378"/>
                  </a:lnTo>
                  <a:lnTo>
                    <a:pt x="1297904" y="370857"/>
                  </a:lnTo>
                  <a:lnTo>
                    <a:pt x="1448369" y="396742"/>
                  </a:lnTo>
                  <a:lnTo>
                    <a:pt x="1598833" y="417015"/>
                  </a:lnTo>
                  <a:lnTo>
                    <a:pt x="1749297" y="432049"/>
                  </a:lnTo>
                  <a:lnTo>
                    <a:pt x="1899761" y="443751"/>
                  </a:lnTo>
                  <a:lnTo>
                    <a:pt x="2050225" y="453504"/>
                  </a:lnTo>
                  <a:lnTo>
                    <a:pt x="2200689" y="455182"/>
                  </a:lnTo>
                  <a:lnTo>
                    <a:pt x="2351153" y="452511"/>
                  </a:lnTo>
                  <a:lnTo>
                    <a:pt x="2501617" y="453268"/>
                  </a:lnTo>
                  <a:lnTo>
                    <a:pt x="2652081" y="453168"/>
                  </a:lnTo>
                  <a:lnTo>
                    <a:pt x="2802545" y="450123"/>
                  </a:lnTo>
                  <a:lnTo>
                    <a:pt x="2953009" y="450139"/>
                  </a:lnTo>
                  <a:lnTo>
                    <a:pt x="3103473" y="456885"/>
                  </a:lnTo>
                  <a:lnTo>
                    <a:pt x="3253937" y="466795"/>
                  </a:lnTo>
                  <a:lnTo>
                    <a:pt x="3404401" y="477959"/>
                  </a:lnTo>
                  <a:lnTo>
                    <a:pt x="3554865" y="488740"/>
                  </a:lnTo>
                  <a:lnTo>
                    <a:pt x="3705329" y="503025"/>
                  </a:lnTo>
                  <a:lnTo>
                    <a:pt x="3855793" y="519133"/>
                  </a:lnTo>
                  <a:lnTo>
                    <a:pt x="4006257" y="530958"/>
                  </a:lnTo>
                  <a:lnTo>
                    <a:pt x="4156721" y="538493"/>
                  </a:lnTo>
                  <a:lnTo>
                    <a:pt x="4307185" y="545806"/>
                  </a:lnTo>
                  <a:lnTo>
                    <a:pt x="4457649" y="551963"/>
                  </a:lnTo>
                  <a:lnTo>
                    <a:pt x="4608114" y="556044"/>
                  </a:lnTo>
                  <a:lnTo>
                    <a:pt x="4758578" y="558595"/>
                  </a:lnTo>
                  <a:lnTo>
                    <a:pt x="4909042" y="560260"/>
                  </a:lnTo>
                  <a:lnTo>
                    <a:pt x="5059506" y="561055"/>
                  </a:lnTo>
                  <a:lnTo>
                    <a:pt x="5209970" y="560994"/>
                  </a:lnTo>
                  <a:lnTo>
                    <a:pt x="5360434" y="560092"/>
                  </a:lnTo>
                  <a:lnTo>
                    <a:pt x="5510898" y="558364"/>
                  </a:lnTo>
                  <a:lnTo>
                    <a:pt x="5661362" y="555824"/>
                  </a:lnTo>
                  <a:lnTo>
                    <a:pt x="5811826" y="552487"/>
                  </a:lnTo>
                  <a:lnTo>
                    <a:pt x="5962290" y="548368"/>
                  </a:lnTo>
                  <a:lnTo>
                    <a:pt x="6112754" y="543482"/>
                  </a:lnTo>
                  <a:lnTo>
                    <a:pt x="6145984" y="54223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65704"/>
              <a:ext cx="6145984" cy="593920"/>
            </a:xfrm>
            <a:custGeom>
              <a:avLst/>
              <a:pathLst>
                <a:path w="6145984" h="593920">
                  <a:moveTo>
                    <a:pt x="0" y="0"/>
                  </a:moveTo>
                  <a:lnTo>
                    <a:pt x="94192" y="34140"/>
                  </a:lnTo>
                  <a:lnTo>
                    <a:pt x="244656" y="84134"/>
                  </a:lnTo>
                  <a:lnTo>
                    <a:pt x="395120" y="129505"/>
                  </a:lnTo>
                  <a:lnTo>
                    <a:pt x="545584" y="170202"/>
                  </a:lnTo>
                  <a:lnTo>
                    <a:pt x="696048" y="206227"/>
                  </a:lnTo>
                  <a:lnTo>
                    <a:pt x="846512" y="237655"/>
                  </a:lnTo>
                  <a:lnTo>
                    <a:pt x="996976" y="264647"/>
                  </a:lnTo>
                  <a:lnTo>
                    <a:pt x="1147440" y="287431"/>
                  </a:lnTo>
                  <a:lnTo>
                    <a:pt x="1297904" y="306256"/>
                  </a:lnTo>
                  <a:lnTo>
                    <a:pt x="1448369" y="321305"/>
                  </a:lnTo>
                  <a:lnTo>
                    <a:pt x="1598833" y="332168"/>
                  </a:lnTo>
                  <a:lnTo>
                    <a:pt x="1749297" y="339636"/>
                  </a:lnTo>
                  <a:lnTo>
                    <a:pt x="1899761" y="345178"/>
                  </a:lnTo>
                  <a:lnTo>
                    <a:pt x="2050225" y="350389"/>
                  </a:lnTo>
                  <a:lnTo>
                    <a:pt x="2200689" y="353860"/>
                  </a:lnTo>
                  <a:lnTo>
                    <a:pt x="2351153" y="355359"/>
                  </a:lnTo>
                  <a:lnTo>
                    <a:pt x="2501617" y="357799"/>
                  </a:lnTo>
                  <a:lnTo>
                    <a:pt x="2652081" y="360227"/>
                  </a:lnTo>
                  <a:lnTo>
                    <a:pt x="2802545" y="360206"/>
                  </a:lnTo>
                  <a:lnTo>
                    <a:pt x="2953009" y="361121"/>
                  </a:lnTo>
                  <a:lnTo>
                    <a:pt x="3103473" y="368339"/>
                  </a:lnTo>
                  <a:lnTo>
                    <a:pt x="3253937" y="378961"/>
                  </a:lnTo>
                  <a:lnTo>
                    <a:pt x="3404401" y="389092"/>
                  </a:lnTo>
                  <a:lnTo>
                    <a:pt x="3554865" y="398305"/>
                  </a:lnTo>
                  <a:lnTo>
                    <a:pt x="3705329" y="411137"/>
                  </a:lnTo>
                  <a:lnTo>
                    <a:pt x="3855793" y="424659"/>
                  </a:lnTo>
                  <a:lnTo>
                    <a:pt x="4006257" y="433660"/>
                  </a:lnTo>
                  <a:lnTo>
                    <a:pt x="4156721" y="438658"/>
                  </a:lnTo>
                  <a:lnTo>
                    <a:pt x="4307185" y="442462"/>
                  </a:lnTo>
                  <a:lnTo>
                    <a:pt x="4457649" y="444335"/>
                  </a:lnTo>
                  <a:lnTo>
                    <a:pt x="4608114" y="443885"/>
                  </a:lnTo>
                  <a:lnTo>
                    <a:pt x="4758578" y="441436"/>
                  </a:lnTo>
                  <a:lnTo>
                    <a:pt x="4909042" y="437532"/>
                  </a:lnTo>
                  <a:lnTo>
                    <a:pt x="5059506" y="432418"/>
                  </a:lnTo>
                  <a:lnTo>
                    <a:pt x="5209970" y="426240"/>
                  </a:lnTo>
                  <a:lnTo>
                    <a:pt x="5360434" y="419067"/>
                  </a:lnTo>
                  <a:lnTo>
                    <a:pt x="5510898" y="410908"/>
                  </a:lnTo>
                  <a:lnTo>
                    <a:pt x="5661362" y="401730"/>
                  </a:lnTo>
                  <a:lnTo>
                    <a:pt x="5811826" y="391471"/>
                  </a:lnTo>
                  <a:lnTo>
                    <a:pt x="5962290" y="380051"/>
                  </a:lnTo>
                  <a:lnTo>
                    <a:pt x="6112754" y="367384"/>
                  </a:lnTo>
                  <a:lnTo>
                    <a:pt x="6145984" y="364291"/>
                  </a:lnTo>
                  <a:lnTo>
                    <a:pt x="6145984" y="593920"/>
                  </a:lnTo>
                  <a:lnTo>
                    <a:pt x="6112754" y="593528"/>
                  </a:lnTo>
                  <a:lnTo>
                    <a:pt x="5962290" y="591851"/>
                  </a:lnTo>
                  <a:lnTo>
                    <a:pt x="5811826" y="590157"/>
                  </a:lnTo>
                  <a:lnTo>
                    <a:pt x="5661362" y="588334"/>
                  </a:lnTo>
                  <a:lnTo>
                    <a:pt x="5510898" y="586278"/>
                  </a:lnTo>
                  <a:lnTo>
                    <a:pt x="5360434" y="583901"/>
                  </a:lnTo>
                  <a:lnTo>
                    <a:pt x="5209970" y="581144"/>
                  </a:lnTo>
                  <a:lnTo>
                    <a:pt x="5059506" y="577992"/>
                  </a:lnTo>
                  <a:lnTo>
                    <a:pt x="4909042" y="574488"/>
                  </a:lnTo>
                  <a:lnTo>
                    <a:pt x="4758578" y="570753"/>
                  </a:lnTo>
                  <a:lnTo>
                    <a:pt x="4608114" y="567007"/>
                  </a:lnTo>
                  <a:lnTo>
                    <a:pt x="4457649" y="562785"/>
                  </a:lnTo>
                  <a:lnTo>
                    <a:pt x="4307185" y="557458"/>
                  </a:lnTo>
                  <a:lnTo>
                    <a:pt x="4156721" y="551893"/>
                  </a:lnTo>
                  <a:lnTo>
                    <a:pt x="4006257" y="546632"/>
                  </a:lnTo>
                  <a:lnTo>
                    <a:pt x="3855793" y="537172"/>
                  </a:lnTo>
                  <a:lnTo>
                    <a:pt x="3705329" y="524118"/>
                  </a:lnTo>
                  <a:lnTo>
                    <a:pt x="3554865" y="513010"/>
                  </a:lnTo>
                  <a:lnTo>
                    <a:pt x="3404401" y="503495"/>
                  </a:lnTo>
                  <a:lnTo>
                    <a:pt x="3253937" y="493004"/>
                  </a:lnTo>
                  <a:lnTo>
                    <a:pt x="3103473" y="484637"/>
                  </a:lnTo>
                  <a:lnTo>
                    <a:pt x="2953009" y="478340"/>
                  </a:lnTo>
                  <a:lnTo>
                    <a:pt x="2802545" y="474618"/>
                  </a:lnTo>
                  <a:lnTo>
                    <a:pt x="2652081" y="473796"/>
                  </a:lnTo>
                  <a:lnTo>
                    <a:pt x="2501617" y="472148"/>
                  </a:lnTo>
                  <a:lnTo>
                    <a:pt x="2351153" y="467994"/>
                  </a:lnTo>
                  <a:lnTo>
                    <a:pt x="2200689" y="465651"/>
                  </a:lnTo>
                  <a:lnTo>
                    <a:pt x="2050225" y="463124"/>
                  </a:lnTo>
                  <a:lnTo>
                    <a:pt x="1899761" y="458296"/>
                  </a:lnTo>
                  <a:lnTo>
                    <a:pt x="1749297" y="453984"/>
                  </a:lnTo>
                  <a:lnTo>
                    <a:pt x="1598833" y="449115"/>
                  </a:lnTo>
                  <a:lnTo>
                    <a:pt x="1448369" y="442069"/>
                  </a:lnTo>
                  <a:lnTo>
                    <a:pt x="1297904" y="432084"/>
                  </a:lnTo>
                  <a:lnTo>
                    <a:pt x="1147440" y="420291"/>
                  </a:lnTo>
                  <a:lnTo>
                    <a:pt x="996976" y="407011"/>
                  </a:lnTo>
                  <a:lnTo>
                    <a:pt x="846512" y="392581"/>
                  </a:lnTo>
                  <a:lnTo>
                    <a:pt x="696048" y="377318"/>
                  </a:lnTo>
                  <a:lnTo>
                    <a:pt x="545584" y="361469"/>
                  </a:lnTo>
                  <a:lnTo>
                    <a:pt x="395120" y="345199"/>
                  </a:lnTo>
                  <a:lnTo>
                    <a:pt x="244656" y="328597"/>
                  </a:lnTo>
                  <a:lnTo>
                    <a:pt x="94192" y="311701"/>
                  </a:lnTo>
                  <a:lnTo>
                    <a:pt x="0" y="3009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65704"/>
              <a:ext cx="6145984" cy="444335"/>
            </a:xfrm>
            <a:custGeom>
              <a:avLst/>
              <a:pathLst>
                <a:path w="6145984" h="444335">
                  <a:moveTo>
                    <a:pt x="0" y="0"/>
                  </a:moveTo>
                  <a:lnTo>
                    <a:pt x="94192" y="34140"/>
                  </a:lnTo>
                  <a:lnTo>
                    <a:pt x="244656" y="84134"/>
                  </a:lnTo>
                  <a:lnTo>
                    <a:pt x="395120" y="129505"/>
                  </a:lnTo>
                  <a:lnTo>
                    <a:pt x="545584" y="170202"/>
                  </a:lnTo>
                  <a:lnTo>
                    <a:pt x="696048" y="206227"/>
                  </a:lnTo>
                  <a:lnTo>
                    <a:pt x="846512" y="237655"/>
                  </a:lnTo>
                  <a:lnTo>
                    <a:pt x="996976" y="264647"/>
                  </a:lnTo>
                  <a:lnTo>
                    <a:pt x="1147440" y="287431"/>
                  </a:lnTo>
                  <a:lnTo>
                    <a:pt x="1297904" y="306256"/>
                  </a:lnTo>
                  <a:lnTo>
                    <a:pt x="1448369" y="321305"/>
                  </a:lnTo>
                  <a:lnTo>
                    <a:pt x="1598833" y="332168"/>
                  </a:lnTo>
                  <a:lnTo>
                    <a:pt x="1749297" y="339636"/>
                  </a:lnTo>
                  <a:lnTo>
                    <a:pt x="1899761" y="345178"/>
                  </a:lnTo>
                  <a:lnTo>
                    <a:pt x="2050225" y="350389"/>
                  </a:lnTo>
                  <a:lnTo>
                    <a:pt x="2200689" y="353860"/>
                  </a:lnTo>
                  <a:lnTo>
                    <a:pt x="2351153" y="355359"/>
                  </a:lnTo>
                  <a:lnTo>
                    <a:pt x="2501617" y="357799"/>
                  </a:lnTo>
                  <a:lnTo>
                    <a:pt x="2652081" y="360227"/>
                  </a:lnTo>
                  <a:lnTo>
                    <a:pt x="2802545" y="360206"/>
                  </a:lnTo>
                  <a:lnTo>
                    <a:pt x="2953009" y="361121"/>
                  </a:lnTo>
                  <a:lnTo>
                    <a:pt x="3103473" y="368339"/>
                  </a:lnTo>
                  <a:lnTo>
                    <a:pt x="3253937" y="378961"/>
                  </a:lnTo>
                  <a:lnTo>
                    <a:pt x="3404401" y="389092"/>
                  </a:lnTo>
                  <a:lnTo>
                    <a:pt x="3554865" y="398305"/>
                  </a:lnTo>
                  <a:lnTo>
                    <a:pt x="3705329" y="411137"/>
                  </a:lnTo>
                  <a:lnTo>
                    <a:pt x="3855793" y="424659"/>
                  </a:lnTo>
                  <a:lnTo>
                    <a:pt x="4006257" y="433660"/>
                  </a:lnTo>
                  <a:lnTo>
                    <a:pt x="4156721" y="438658"/>
                  </a:lnTo>
                  <a:lnTo>
                    <a:pt x="4307185" y="442462"/>
                  </a:lnTo>
                  <a:lnTo>
                    <a:pt x="4457649" y="444335"/>
                  </a:lnTo>
                  <a:lnTo>
                    <a:pt x="4608114" y="443885"/>
                  </a:lnTo>
                  <a:lnTo>
                    <a:pt x="4758578" y="441436"/>
                  </a:lnTo>
                  <a:lnTo>
                    <a:pt x="4909042" y="437532"/>
                  </a:lnTo>
                  <a:lnTo>
                    <a:pt x="5059506" y="432418"/>
                  </a:lnTo>
                  <a:lnTo>
                    <a:pt x="5209970" y="426240"/>
                  </a:lnTo>
                  <a:lnTo>
                    <a:pt x="5360434" y="419067"/>
                  </a:lnTo>
                  <a:lnTo>
                    <a:pt x="5510898" y="410908"/>
                  </a:lnTo>
                  <a:lnTo>
                    <a:pt x="5661362" y="401730"/>
                  </a:lnTo>
                  <a:lnTo>
                    <a:pt x="5811826" y="391471"/>
                  </a:lnTo>
                  <a:lnTo>
                    <a:pt x="5962290" y="380051"/>
                  </a:lnTo>
                  <a:lnTo>
                    <a:pt x="6112754" y="367384"/>
                  </a:lnTo>
                  <a:lnTo>
                    <a:pt x="6145984" y="3642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66647"/>
              <a:ext cx="6145984" cy="292977"/>
            </a:xfrm>
            <a:custGeom>
              <a:avLst/>
              <a:pathLst>
                <a:path w="6145984" h="292977">
                  <a:moveTo>
                    <a:pt x="6145984" y="292977"/>
                  </a:moveTo>
                  <a:lnTo>
                    <a:pt x="6112754" y="292585"/>
                  </a:lnTo>
                  <a:lnTo>
                    <a:pt x="5962290" y="290908"/>
                  </a:lnTo>
                  <a:lnTo>
                    <a:pt x="5811826" y="289214"/>
                  </a:lnTo>
                  <a:lnTo>
                    <a:pt x="5661362" y="287391"/>
                  </a:lnTo>
                  <a:lnTo>
                    <a:pt x="5510898" y="285334"/>
                  </a:lnTo>
                  <a:lnTo>
                    <a:pt x="5360434" y="282957"/>
                  </a:lnTo>
                  <a:lnTo>
                    <a:pt x="5209970" y="280201"/>
                  </a:lnTo>
                  <a:lnTo>
                    <a:pt x="5059506" y="277049"/>
                  </a:lnTo>
                  <a:lnTo>
                    <a:pt x="4909042" y="273545"/>
                  </a:lnTo>
                  <a:lnTo>
                    <a:pt x="4758578" y="269810"/>
                  </a:lnTo>
                  <a:lnTo>
                    <a:pt x="4608114" y="266064"/>
                  </a:lnTo>
                  <a:lnTo>
                    <a:pt x="4457649" y="261841"/>
                  </a:lnTo>
                  <a:lnTo>
                    <a:pt x="4307185" y="256514"/>
                  </a:lnTo>
                  <a:lnTo>
                    <a:pt x="4156721" y="250949"/>
                  </a:lnTo>
                  <a:lnTo>
                    <a:pt x="4006257" y="245689"/>
                  </a:lnTo>
                  <a:lnTo>
                    <a:pt x="3855793" y="236228"/>
                  </a:lnTo>
                  <a:lnTo>
                    <a:pt x="3705329" y="223175"/>
                  </a:lnTo>
                  <a:lnTo>
                    <a:pt x="3554865" y="212067"/>
                  </a:lnTo>
                  <a:lnTo>
                    <a:pt x="3404401" y="202552"/>
                  </a:lnTo>
                  <a:lnTo>
                    <a:pt x="3253937" y="192060"/>
                  </a:lnTo>
                  <a:lnTo>
                    <a:pt x="3103473" y="183694"/>
                  </a:lnTo>
                  <a:lnTo>
                    <a:pt x="2953009" y="177396"/>
                  </a:lnTo>
                  <a:lnTo>
                    <a:pt x="2802545" y="173675"/>
                  </a:lnTo>
                  <a:lnTo>
                    <a:pt x="2652081" y="172852"/>
                  </a:lnTo>
                  <a:lnTo>
                    <a:pt x="2501617" y="171205"/>
                  </a:lnTo>
                  <a:lnTo>
                    <a:pt x="2351153" y="167051"/>
                  </a:lnTo>
                  <a:lnTo>
                    <a:pt x="2200689" y="164708"/>
                  </a:lnTo>
                  <a:lnTo>
                    <a:pt x="2050225" y="162181"/>
                  </a:lnTo>
                  <a:lnTo>
                    <a:pt x="1899761" y="157353"/>
                  </a:lnTo>
                  <a:lnTo>
                    <a:pt x="1749297" y="153040"/>
                  </a:lnTo>
                  <a:lnTo>
                    <a:pt x="1598833" y="148171"/>
                  </a:lnTo>
                  <a:lnTo>
                    <a:pt x="1448369" y="141126"/>
                  </a:lnTo>
                  <a:lnTo>
                    <a:pt x="1297904" y="131140"/>
                  </a:lnTo>
                  <a:lnTo>
                    <a:pt x="1147440" y="119348"/>
                  </a:lnTo>
                  <a:lnTo>
                    <a:pt x="996976" y="106067"/>
                  </a:lnTo>
                  <a:lnTo>
                    <a:pt x="846512" y="91638"/>
                  </a:lnTo>
                  <a:lnTo>
                    <a:pt x="696048" y="76375"/>
                  </a:lnTo>
                  <a:lnTo>
                    <a:pt x="545584" y="60526"/>
                  </a:lnTo>
                  <a:lnTo>
                    <a:pt x="395120" y="44256"/>
                  </a:lnTo>
                  <a:lnTo>
                    <a:pt x="244656" y="27654"/>
                  </a:lnTo>
                  <a:lnTo>
                    <a:pt x="94192" y="107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16175"/>
              <a:ext cx="6145984" cy="355623"/>
            </a:xfrm>
            <a:custGeom>
              <a:avLst/>
              <a:pathLst>
                <a:path w="6145984" h="355623">
                  <a:moveTo>
                    <a:pt x="0" y="0"/>
                  </a:moveTo>
                  <a:lnTo>
                    <a:pt x="94192" y="22449"/>
                  </a:lnTo>
                  <a:lnTo>
                    <a:pt x="244656" y="55894"/>
                  </a:lnTo>
                  <a:lnTo>
                    <a:pt x="395120" y="86881"/>
                  </a:lnTo>
                  <a:lnTo>
                    <a:pt x="545584" y="115364"/>
                  </a:lnTo>
                  <a:lnTo>
                    <a:pt x="696048" y="141301"/>
                  </a:lnTo>
                  <a:lnTo>
                    <a:pt x="846512" y="164646"/>
                  </a:lnTo>
                  <a:lnTo>
                    <a:pt x="996976" y="185357"/>
                  </a:lnTo>
                  <a:lnTo>
                    <a:pt x="1147440" y="203389"/>
                  </a:lnTo>
                  <a:lnTo>
                    <a:pt x="1297904" y="218698"/>
                  </a:lnTo>
                  <a:lnTo>
                    <a:pt x="1448369" y="231216"/>
                  </a:lnTo>
                  <a:lnTo>
                    <a:pt x="1598833" y="240170"/>
                  </a:lnTo>
                  <a:lnTo>
                    <a:pt x="1749297" y="246338"/>
                  </a:lnTo>
                  <a:lnTo>
                    <a:pt x="1899761" y="251266"/>
                  </a:lnTo>
                  <a:lnTo>
                    <a:pt x="2050225" y="256285"/>
                  </a:lnTo>
                  <a:lnTo>
                    <a:pt x="2200689" y="259284"/>
                  </a:lnTo>
                  <a:lnTo>
                    <a:pt x="2351153" y="261205"/>
                  </a:lnTo>
                  <a:lnTo>
                    <a:pt x="2501617" y="264502"/>
                  </a:lnTo>
                  <a:lnTo>
                    <a:pt x="2652081" y="266540"/>
                  </a:lnTo>
                  <a:lnTo>
                    <a:pt x="2802545" y="266940"/>
                  </a:lnTo>
                  <a:lnTo>
                    <a:pt x="2953009" y="269259"/>
                  </a:lnTo>
                  <a:lnTo>
                    <a:pt x="3103473" y="276017"/>
                  </a:lnTo>
                  <a:lnTo>
                    <a:pt x="3253937" y="285511"/>
                  </a:lnTo>
                  <a:lnTo>
                    <a:pt x="3404401" y="295822"/>
                  </a:lnTo>
                  <a:lnTo>
                    <a:pt x="3554865" y="305186"/>
                  </a:lnTo>
                  <a:lnTo>
                    <a:pt x="3705329" y="317156"/>
                  </a:lnTo>
                  <a:lnTo>
                    <a:pt x="3855793" y="330444"/>
                  </a:lnTo>
                  <a:lnTo>
                    <a:pt x="4006257" y="339675"/>
                  </a:lnTo>
                  <a:lnTo>
                    <a:pt x="4156721" y="344803"/>
                  </a:lnTo>
                  <a:lnTo>
                    <a:pt x="4307185" y="349488"/>
                  </a:lnTo>
                  <a:lnTo>
                    <a:pt x="4457649" y="353088"/>
                  </a:lnTo>
                  <a:lnTo>
                    <a:pt x="4608114" y="354974"/>
                  </a:lnTo>
                  <a:lnTo>
                    <a:pt x="4758578" y="355623"/>
                  </a:lnTo>
                  <a:lnTo>
                    <a:pt x="4909042" y="355538"/>
                  </a:lnTo>
                  <a:lnTo>
                    <a:pt x="5059506" y="354733"/>
                  </a:lnTo>
                  <a:lnTo>
                    <a:pt x="5209970" y="353220"/>
                  </a:lnTo>
                  <a:lnTo>
                    <a:pt x="5360434" y="351012"/>
                  </a:lnTo>
                  <a:lnTo>
                    <a:pt x="5510898" y="348121"/>
                  </a:lnTo>
                  <a:lnTo>
                    <a:pt x="5661362" y="344560"/>
                  </a:lnTo>
                  <a:lnTo>
                    <a:pt x="5811826" y="340342"/>
                  </a:lnTo>
                  <a:lnTo>
                    <a:pt x="5962290" y="335479"/>
                  </a:lnTo>
                  <a:lnTo>
                    <a:pt x="6112754" y="329984"/>
                  </a:lnTo>
                  <a:lnTo>
                    <a:pt x="6145984" y="32863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2026-09-08T07:44:08Z</dcterms:modified>
  <cp:category/>
</cp:coreProperties>
</file>