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536562"/>
              <a:ext cx="317959" cy="5594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36562"/>
              <a:ext cx="317959" cy="559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63153"/>
              <a:ext cx="317959" cy="103289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374558"/>
              <a:ext cx="317959" cy="17214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3761756"/>
              <a:ext cx="317959" cy="13342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399914"/>
              <a:ext cx="317959" cy="16961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399914"/>
              <a:ext cx="317959" cy="169613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4224"/>
              <a:ext cx="317959" cy="1831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246545"/>
              <a:ext cx="317959" cy="28495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399314"/>
              <a:ext cx="317959" cy="1696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708052"/>
              <a:ext cx="317959" cy="238799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708052"/>
              <a:ext cx="317959" cy="23879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016791"/>
              <a:ext cx="317959" cy="307925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576898"/>
              <a:ext cx="317959" cy="3519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85438"/>
              <a:ext cx="317959" cy="61060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259288"/>
              <a:ext cx="317959" cy="8367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14057"/>
              <a:ext cx="317959" cy="8819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10522"/>
              <a:ext cx="317959" cy="10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02049"/>
              <a:ext cx="317959" cy="119399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839207"/>
              <a:ext cx="317959" cy="125683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36472"/>
              <a:ext cx="317959" cy="175957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73630"/>
              <a:ext cx="317959" cy="182241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47946"/>
              <a:ext cx="317959" cy="194809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79435"/>
              <a:ext cx="317959" cy="31661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34204"/>
              <a:ext cx="317959" cy="361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44678"/>
              <a:ext cx="317959" cy="25136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37740"/>
              <a:ext cx="317959" cy="1583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8974"/>
              <a:ext cx="317959" cy="4070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98514"/>
              <a:ext cx="317959" cy="4975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07520"/>
              <a:ext cx="317959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81836"/>
              <a:ext cx="317959" cy="31420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467627"/>
              <a:ext cx="317959" cy="628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79101"/>
              <a:ext cx="317959" cy="8169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51748"/>
              <a:ext cx="317959" cy="3442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08711"/>
              <a:ext cx="317959" cy="3873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7593"/>
              <a:ext cx="317959" cy="67845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4518"/>
              <a:ext cx="317959" cy="7915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55752"/>
              <a:ext cx="317959" cy="104029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29601"/>
              <a:ext cx="317959" cy="1266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41943"/>
              <a:ext cx="317959" cy="7541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713523"/>
              <a:ext cx="317959" cy="13825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13523"/>
              <a:ext cx="317959" cy="138252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650681"/>
              <a:ext cx="317959" cy="14453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66934"/>
              <a:ext cx="317959" cy="1291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1748"/>
              <a:ext cx="317959" cy="3442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34204"/>
              <a:ext cx="317959" cy="3618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30669"/>
              <a:ext cx="317959" cy="5653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49748"/>
              <a:ext cx="317959" cy="746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36672"/>
              <a:ext cx="317959" cy="8593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3310"/>
              <a:ext cx="317959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67627"/>
              <a:ext cx="317959" cy="6284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04785"/>
              <a:ext cx="317959" cy="69126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76365"/>
              <a:ext cx="317959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76365"/>
              <a:ext cx="317959" cy="13196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22637"/>
              <a:ext cx="317959" cy="4734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22637"/>
              <a:ext cx="317959" cy="4734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91004"/>
              <a:ext cx="317959" cy="12050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191442"/>
              <a:ext cx="317959" cy="9046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942676"/>
              <a:ext cx="317959" cy="11533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97446"/>
              <a:ext cx="317959" cy="119859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603450"/>
              <a:ext cx="317959" cy="149259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090575"/>
              <a:ext cx="317959" cy="10054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24998"/>
              <a:ext cx="317959" cy="1571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9314"/>
              <a:ext cx="317959" cy="16967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336472"/>
              <a:ext cx="317959" cy="17595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519527"/>
              <a:ext cx="317959" cy="25765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51748"/>
              <a:ext cx="317959" cy="344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21129"/>
              <a:ext cx="317959" cy="4749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27133"/>
              <a:ext cx="317959" cy="7689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68827"/>
              <a:ext cx="317959" cy="92721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78367"/>
              <a:ext cx="317959" cy="10176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216259"/>
              <a:ext cx="317959" cy="879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64891"/>
              <a:ext cx="317959" cy="113115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462156"/>
              <a:ext cx="317959" cy="163389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399314"/>
              <a:ext cx="317959" cy="1696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2026-09-17T08:33:39Z</dcterms:modified>
  <cp:category/>
</cp:coreProperties>
</file>