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579599"/>
              <a:ext cx="317959" cy="5164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536562"/>
              <a:ext cx="317959" cy="55948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536562"/>
              <a:ext cx="317959" cy="55948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063153"/>
              <a:ext cx="317959" cy="103289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374558"/>
              <a:ext cx="317959" cy="172148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3761756"/>
              <a:ext cx="317959" cy="133429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399914"/>
              <a:ext cx="317959" cy="169613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399914"/>
              <a:ext cx="317959" cy="169613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264224"/>
              <a:ext cx="317959" cy="183182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2246545"/>
              <a:ext cx="317959" cy="284950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3399314"/>
              <a:ext cx="317959" cy="16967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2708052"/>
              <a:ext cx="317959" cy="238799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2708052"/>
              <a:ext cx="317959" cy="238799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2016791"/>
              <a:ext cx="317959" cy="307925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1576898"/>
              <a:ext cx="317959" cy="35191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80860"/>
              <a:ext cx="317959" cy="21518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37823"/>
              <a:ext cx="317959" cy="25822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94785"/>
              <a:ext cx="317959" cy="3012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08711"/>
              <a:ext cx="317959" cy="38733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579599"/>
              <a:ext cx="317959" cy="5164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485438"/>
              <a:ext cx="317959" cy="61060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259288"/>
              <a:ext cx="317959" cy="83675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214057"/>
              <a:ext cx="317959" cy="88198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010522"/>
              <a:ext cx="317959" cy="108552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942676"/>
              <a:ext cx="317959" cy="115336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3902049"/>
              <a:ext cx="317959" cy="119399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839207"/>
              <a:ext cx="317959" cy="125683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336472"/>
              <a:ext cx="317959" cy="175957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273630"/>
              <a:ext cx="317959" cy="182241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147946"/>
              <a:ext cx="317959" cy="194809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80860"/>
              <a:ext cx="317959" cy="21518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80860"/>
              <a:ext cx="317959" cy="21518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37823"/>
              <a:ext cx="317959" cy="25822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37823"/>
              <a:ext cx="317959" cy="25822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579599"/>
              <a:ext cx="317959" cy="5164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69895"/>
              <a:ext cx="317959" cy="22615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802050"/>
              <a:ext cx="317959" cy="29399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779435"/>
              <a:ext cx="317959" cy="31661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734204"/>
              <a:ext cx="317959" cy="36184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75899"/>
              <a:ext cx="317959" cy="52014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970362"/>
              <a:ext cx="317959" cy="1256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907520"/>
              <a:ext cx="317959" cy="18852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844678"/>
              <a:ext cx="317959" cy="25136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656152"/>
              <a:ext cx="317959" cy="43989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530469"/>
              <a:ext cx="317959" cy="56557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23897"/>
              <a:ext cx="317959" cy="17214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80860"/>
              <a:ext cx="317959" cy="21518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37823"/>
              <a:ext cx="317959" cy="25822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37823"/>
              <a:ext cx="317959" cy="25822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94785"/>
              <a:ext cx="317959" cy="30126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37740"/>
              <a:ext cx="317959" cy="15830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56820"/>
              <a:ext cx="317959" cy="33922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688974"/>
              <a:ext cx="317959" cy="40707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98514"/>
              <a:ext cx="317959" cy="49753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75899"/>
              <a:ext cx="317959" cy="52014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907520"/>
              <a:ext cx="317959" cy="1885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44678"/>
              <a:ext cx="317959" cy="25136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781836"/>
              <a:ext cx="317959" cy="31420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467627"/>
              <a:ext cx="317959" cy="62841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279101"/>
              <a:ext cx="317959" cy="81694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51748"/>
              <a:ext cx="317959" cy="34429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08711"/>
              <a:ext cx="317959" cy="38733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08711"/>
              <a:ext cx="317959" cy="38733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579599"/>
              <a:ext cx="317959" cy="51644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235302"/>
              <a:ext cx="317959" cy="86074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417593"/>
              <a:ext cx="317959" cy="67845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304518"/>
              <a:ext cx="317959" cy="79152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055752"/>
              <a:ext cx="317959" cy="104029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965291"/>
              <a:ext cx="317959" cy="113075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829601"/>
              <a:ext cx="317959" cy="126644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404785"/>
              <a:ext cx="317959" cy="69126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341943"/>
              <a:ext cx="317959" cy="75410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713523"/>
              <a:ext cx="317959" cy="138252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713523"/>
              <a:ext cx="317959" cy="138252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650681"/>
              <a:ext cx="317959" cy="144536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66934"/>
              <a:ext cx="317959" cy="12911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37823"/>
              <a:ext cx="317959" cy="25822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94785"/>
              <a:ext cx="317959" cy="30126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94785"/>
              <a:ext cx="317959" cy="3012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51748"/>
              <a:ext cx="317959" cy="34429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69895"/>
              <a:ext cx="317959" cy="22615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34204"/>
              <a:ext cx="317959" cy="36184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30669"/>
              <a:ext cx="317959" cy="56537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349748"/>
              <a:ext cx="317959" cy="74629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236672"/>
              <a:ext cx="317959" cy="85937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593310"/>
              <a:ext cx="317959" cy="50273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467627"/>
              <a:ext cx="317959" cy="62841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404785"/>
              <a:ext cx="317959" cy="69126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776365"/>
              <a:ext cx="317959" cy="13196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776365"/>
              <a:ext cx="317959" cy="131968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08711"/>
              <a:ext cx="317959" cy="38733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622637"/>
              <a:ext cx="317959" cy="4734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622637"/>
              <a:ext cx="317959" cy="47340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235302"/>
              <a:ext cx="317959" cy="86074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891004"/>
              <a:ext cx="317959" cy="120504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191442"/>
              <a:ext cx="317959" cy="90460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942676"/>
              <a:ext cx="317959" cy="115336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942676"/>
              <a:ext cx="317959" cy="115336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897446"/>
              <a:ext cx="317959" cy="119859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603450"/>
              <a:ext cx="317959" cy="149259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090575"/>
              <a:ext cx="317959" cy="100547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524998"/>
              <a:ext cx="317959" cy="157104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399314"/>
              <a:ext cx="317959" cy="169673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336472"/>
              <a:ext cx="317959" cy="175957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519527"/>
              <a:ext cx="317959" cy="257651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94785"/>
              <a:ext cx="317959" cy="3012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94785"/>
              <a:ext cx="317959" cy="30126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51748"/>
              <a:ext cx="317959" cy="34429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08711"/>
              <a:ext cx="317959" cy="38733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364413"/>
              <a:ext cx="317959" cy="7316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621129"/>
              <a:ext cx="317959" cy="47491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327133"/>
              <a:ext cx="317959" cy="76891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168827"/>
              <a:ext cx="317959" cy="92721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078367"/>
              <a:ext cx="317959" cy="101767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965291"/>
              <a:ext cx="317959" cy="113075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404785"/>
              <a:ext cx="317959" cy="69126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216259"/>
              <a:ext cx="317959" cy="87978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964891"/>
              <a:ext cx="317959" cy="113115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462156"/>
              <a:ext cx="317959" cy="163389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399314"/>
              <a:ext cx="317959" cy="16967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2026-09-08T14:40:00Z</dcterms:modified>
  <cp:category/>
</cp:coreProperties>
</file>