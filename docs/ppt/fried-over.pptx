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79599"/>
              <a:ext cx="317959" cy="5164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536562"/>
              <a:ext cx="317959" cy="55948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536562"/>
              <a:ext cx="317959" cy="559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63153"/>
              <a:ext cx="317959" cy="103289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374558"/>
              <a:ext cx="317959" cy="17214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3761756"/>
              <a:ext cx="317959" cy="13342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399914"/>
              <a:ext cx="317959" cy="16961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399914"/>
              <a:ext cx="317959" cy="169613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264224"/>
              <a:ext cx="317959" cy="183182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2246545"/>
              <a:ext cx="317959" cy="28495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399314"/>
              <a:ext cx="317959" cy="1696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2708052"/>
              <a:ext cx="317959" cy="238799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708052"/>
              <a:ext cx="317959" cy="23879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016791"/>
              <a:ext cx="317959" cy="307925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1576898"/>
              <a:ext cx="317959" cy="3519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85438"/>
              <a:ext cx="317959" cy="61060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259288"/>
              <a:ext cx="317959" cy="8367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214057"/>
              <a:ext cx="317959" cy="8819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10522"/>
              <a:ext cx="317959" cy="10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02049"/>
              <a:ext cx="317959" cy="119399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839207"/>
              <a:ext cx="317959" cy="125683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36472"/>
              <a:ext cx="317959" cy="175957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73630"/>
              <a:ext cx="317959" cy="182241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147946"/>
              <a:ext cx="317959" cy="194809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0860"/>
              <a:ext cx="317959" cy="21518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79599"/>
              <a:ext cx="317959" cy="5164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02050"/>
              <a:ext cx="317959" cy="2939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79435"/>
              <a:ext cx="317959" cy="31661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34204"/>
              <a:ext cx="317959" cy="361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70362"/>
              <a:ext cx="317959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07520"/>
              <a:ext cx="317959" cy="1885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44678"/>
              <a:ext cx="317959" cy="25136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656152"/>
              <a:ext cx="317959" cy="4398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30469"/>
              <a:ext cx="317959" cy="5655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23897"/>
              <a:ext cx="317959" cy="17214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80860"/>
              <a:ext cx="317959" cy="21518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37823"/>
              <a:ext cx="317959" cy="2582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37823"/>
              <a:ext cx="317959" cy="2582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37740"/>
              <a:ext cx="317959" cy="1583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56820"/>
              <a:ext cx="317959" cy="33922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8974"/>
              <a:ext cx="317959" cy="4070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98514"/>
              <a:ext cx="317959" cy="49753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75899"/>
              <a:ext cx="317959" cy="52014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907520"/>
              <a:ext cx="317959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44678"/>
              <a:ext cx="317959" cy="25136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781836"/>
              <a:ext cx="317959" cy="31420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467627"/>
              <a:ext cx="317959" cy="628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79101"/>
              <a:ext cx="317959" cy="81694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51748"/>
              <a:ext cx="317959" cy="34429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08711"/>
              <a:ext cx="317959" cy="3873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579599"/>
              <a:ext cx="317959" cy="5164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235302"/>
              <a:ext cx="317959" cy="860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7593"/>
              <a:ext cx="317959" cy="67845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04518"/>
              <a:ext cx="317959" cy="7915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055752"/>
              <a:ext cx="317959" cy="104029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829601"/>
              <a:ext cx="317959" cy="12664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341943"/>
              <a:ext cx="317959" cy="7541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713523"/>
              <a:ext cx="317959" cy="13825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13523"/>
              <a:ext cx="317959" cy="138252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650681"/>
              <a:ext cx="317959" cy="144536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66934"/>
              <a:ext cx="317959" cy="1291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37823"/>
              <a:ext cx="317959" cy="25822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94785"/>
              <a:ext cx="317959" cy="30126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94785"/>
              <a:ext cx="317959" cy="30126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1748"/>
              <a:ext cx="317959" cy="34429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869895"/>
              <a:ext cx="317959" cy="22615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34204"/>
              <a:ext cx="317959" cy="3618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30669"/>
              <a:ext cx="317959" cy="5653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349748"/>
              <a:ext cx="317959" cy="746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236672"/>
              <a:ext cx="317959" cy="8593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593310"/>
              <a:ext cx="317959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467627"/>
              <a:ext cx="317959" cy="6284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404785"/>
              <a:ext cx="317959" cy="69126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776365"/>
              <a:ext cx="317959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776365"/>
              <a:ext cx="317959" cy="13196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08711"/>
              <a:ext cx="317959" cy="3873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622637"/>
              <a:ext cx="317959" cy="4734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622637"/>
              <a:ext cx="317959" cy="4734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35302"/>
              <a:ext cx="317959" cy="8607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91004"/>
              <a:ext cx="317959" cy="120504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191442"/>
              <a:ext cx="317959" cy="90460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942676"/>
              <a:ext cx="317959" cy="115336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942676"/>
              <a:ext cx="317959" cy="11533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97446"/>
              <a:ext cx="317959" cy="119859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603450"/>
              <a:ext cx="317959" cy="149259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090575"/>
              <a:ext cx="317959" cy="10054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24998"/>
              <a:ext cx="317959" cy="1571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9314"/>
              <a:ext cx="317959" cy="169673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336472"/>
              <a:ext cx="317959" cy="17595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519527"/>
              <a:ext cx="317959" cy="257651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794785"/>
              <a:ext cx="317959" cy="3012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94785"/>
              <a:ext cx="317959" cy="30126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51748"/>
              <a:ext cx="317959" cy="34429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08711"/>
              <a:ext cx="317959" cy="38733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364413"/>
              <a:ext cx="317959" cy="7316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621129"/>
              <a:ext cx="317959" cy="4749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327133"/>
              <a:ext cx="317959" cy="7689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168827"/>
              <a:ext cx="317959" cy="92721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078367"/>
              <a:ext cx="317959" cy="10176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965291"/>
              <a:ext cx="317959" cy="11307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404785"/>
              <a:ext cx="317959" cy="69126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216259"/>
              <a:ext cx="317959" cy="8797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964891"/>
              <a:ext cx="317959" cy="113115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462156"/>
              <a:ext cx="317959" cy="163389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399314"/>
              <a:ext cx="317959" cy="1696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(N=165)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(N=314)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399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675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(N=113)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238588" y="5596581"/>
              <a:ext cx="14903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Fried frailty class (0/1/2)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2026-09-08T15:45:29Z</dcterms:modified>
  <cp:category/>
</cp:coreProperties>
</file>